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2.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3.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4.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5.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6.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Default Extension="xlsx" ContentType="application/vnd.openxmlformats-officedocument.spreadsheetml.sheet"/>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notesSlides/news-value-8.xml" ContentType="application/vnd.openxmlformats-officedocument.presentationml.notesSlide+xml"/>
  <Override PartName="/ppt/notesSlides/news-value-11.xml" ContentType="application/vnd.openxmlformats-officedocument.presentationml.notesSlide+xml"/>
  <Override PartName="/ppt/notesSlides/news-value-12.xml" ContentType="application/vnd.openxmlformats-officedocument.presentationml.notesSlide+xml"/>
  <Override PartName="/ppt/notesSlides/news-value-45.xml" ContentType="application/vnd.openxmlformats-officedocument.presentationml.notesSlide+xml"/>
  <Override PartName="/ppt/slides/slide45.xml" ContentType="application/vnd.openxmlformats-officedocument.presentationml.slide+xml"/>
  <Override PartName="/ppt/notesSlides/news-value-46.xml" ContentType="application/vnd.openxmlformats-officedocument.presentationml.notesSlide+xml"/>
  <Override PartName="/ppt/slides/slide46.xml" ContentType="application/vnd.openxmlformats-officedocument.presentationml.slide+xml"/>
  <Override PartName="/ppt/notesSlides/news-value-19.xml" ContentType="application/vnd.openxmlformats-officedocument.presentationml.notesSlide+xml"/>
  <Override PartName="/ppt/notesSlides/advalue-v2-11.xml" ContentType="application/vnd.openxmlformats-officedocument.presentationml.notesSlide+xml"/>
  <Override PartName="/ppt/notesSlides/advalue-v2-47.xml" ContentType="application/vnd.openxmlformats-officedocument.presentationml.notesSlide+xml"/>
  <Override PartName="/ppt/slides/slide47.xml" ContentType="application/vnd.openxmlformats-officedocument.presentationml.slide+xml"/>
  <Override PartName="/ppt/notesSlides/advalue-v2-48.xml" ContentType="application/vnd.openxmlformats-officedocument.presentationml.notesSlide+xml"/>
  <Override PartName="/ppt/slides/slide48.xml" ContentType="application/vnd.openxmlformats-officedocument.presentationml.slide+xml"/>
  <Override PartName="/ppt/notesSlides/comparison-v3-13.xml" ContentType="application/vnd.openxmlformats-officedocument.presentationml.notesSlide+xml"/>
  <Override PartName="/ppt/notesSlides/comparison-v3-14.xml" ContentType="application/vnd.openxmlformats-officedocument.presentationml.notesSlide+xml"/>
  <Override PartName="/ppt/notesSlides/comparison-v3-49.xml" ContentType="application/vnd.openxmlformats-officedocument.presentationml.notesSlide+xml"/>
  <Override PartName="/ppt/slides/comparison-new17.xml" ContentType="application/vnd.openxmlformats-officedocument.presentationml.slide+xml"/>
  <Override PartName="/ppt/notesSlides/comparison-v3-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e35ff4f61849a0" /><Relationship Type="http://schemas.openxmlformats.org/officeDocument/2006/relationships/extended-properties" Target="/docProps/app.xml" Id="Rb0369e946f124ca5" /><Relationship Type="http://schemas.openxmlformats.org/officeDocument/2006/relationships/officeDocument" Target="/ppt/presentation.xml" Id="R07137120c19749e3" /></Relationships>
</file>

<file path=ppt/presentation.xml><?xml version="1.0" encoding="utf-8"?>
<p:presentation xmlns:p="http://schemas.openxmlformats.org/presentationml/2006/main">
  <p:sldMasterIdLst>
    <p:sldMasterId xmlns:r="http://schemas.openxmlformats.org/officeDocument/2006/relationships" id="2147483648" r:id="R9028ce6d38504487"/>
  </p:sldMasterIdLst>
  <p:notesMasterIdLst>
    <p:notesMasterId xmlns:r="http://schemas.openxmlformats.org/officeDocument/2006/relationships" r:id="Rdabcb392df9044d4"/>
  </p:notesMasterIdLst>
  <p:sldIdLst>
    <p:sldId xmlns:r="http://schemas.openxmlformats.org/officeDocument/2006/relationships" id="256" r:id="Rface01b012644078"/>
    <p:sldId xmlns:r="http://schemas.openxmlformats.org/officeDocument/2006/relationships" id="257" r:id="R550fd06171d74df9"/>
    <p:sldId xmlns:r="http://schemas.openxmlformats.org/officeDocument/2006/relationships" id="258" r:id="R2327f4a32a7a4ff7"/>
    <p:sldId xmlns:ns1="http://schemas.openxmlformats.org/officeDocument/2006/relationships" id="299" ns1:id="RserviceUsage20261017"/>
    <p:sldId xmlns:r="http://schemas.openxmlformats.org/officeDocument/2006/relationships" id="259" r:id="R100932d6660345b6"/>
    <p:sldId xmlns:r="http://schemas.openxmlformats.org/officeDocument/2006/relationships" id="260" r:id="R3e9b3f040bc84427"/>
    <p:sldId xmlns:r="http://schemas.openxmlformats.org/officeDocument/2006/relationships" id="261" r:id="R1a109d175c044a31"/>
    <p:sldId xmlns:r="http://schemas.openxmlformats.org/officeDocument/2006/relationships" id="262" r:id="R5236abfadbf44ed9"/>
    <p:sldId xmlns:r="http://schemas.openxmlformats.org/officeDocument/2006/relationships" id="263" r:id="R8ca66254db704fe1"/>
    <p:sldId xmlns:r="http://schemas.openxmlformats.org/officeDocument/2006/relationships" id="264" r:id="R0abac0fe4dcb4260"/>
    <p:sldId xmlns:r="http://schemas.openxmlformats.org/officeDocument/2006/relationships" id="265" r:id="R972b75c36b90436c"/>
    <p:sldId xmlns:ns1="http://schemas.openxmlformats.org/officeDocument/2006/relationships" id="303" ns1:id="RadvalueV22026101847"/>
    <p:sldId xmlns:ns1="http://schemas.openxmlformats.org/officeDocument/2006/relationships" id="305" ns1:id="RadvalueV22026101848"/>
    <p:sldId xmlns:ns1="http://schemas.openxmlformats.org/officeDocument/2006/relationships" id="300" ns1:id="RnewsValue2026101845"/>
    <p:sldId xmlns:ns1="http://schemas.openxmlformats.org/officeDocument/2006/relationships" id="302" ns1:id="RnewsValue2026101846"/>
    <p:sldId xmlns:r="http://schemas.openxmlformats.org/officeDocument/2006/relationships" id="273" r:id="R673780366a2a4575"/>
    <p:sldId xmlns:ns1="http://schemas.openxmlformats.org/officeDocument/2006/relationships" id="306" ns1:id="RcomparisonV320261018"/>
    <p:sldId xmlns:r="http://schemas.openxmlformats.org/officeDocument/2006/relationships" id="266" r:id="R04d8096e152146bf"/>
    <p:sldId xmlns:r="http://schemas.openxmlformats.org/officeDocument/2006/relationships" id="267" r:id="R1af55b3c55e74e08"/>
    <p:sldId xmlns:r="http://schemas.openxmlformats.org/officeDocument/2006/relationships" id="268" r:id="R3f8658fc38d540d7"/>
    <p:sldId xmlns:r="http://schemas.openxmlformats.org/officeDocument/2006/relationships" id="269" r:id="Rc722a42986144934"/>
    <p:sldId xmlns:r="http://schemas.openxmlformats.org/officeDocument/2006/relationships" id="270" r:id="R3d0e81452f3149d2"/>
    <p:sldId xmlns:r="http://schemas.openxmlformats.org/officeDocument/2006/relationships" id="271" r:id="Ra325a99706d342e8"/>
    <p:sldId xmlns:r="http://schemas.openxmlformats.org/officeDocument/2006/relationships" id="272" r:id="Rbd3fb6c31af843f0"/>
    <p:sldId xmlns:r="http://schemas.openxmlformats.org/officeDocument/2006/relationships" id="274" r:id="R7f794fa4d6064d7b"/>
    <p:sldId xmlns:r="http://schemas.openxmlformats.org/officeDocument/2006/relationships" id="275" r:id="Rb0764e30759948d2"/>
    <p:sldId xmlns:r="http://schemas.openxmlformats.org/officeDocument/2006/relationships" id="276" r:id="Rd3b10b00b31e4b68"/>
    <p:sldId xmlns:r="http://schemas.openxmlformats.org/officeDocument/2006/relationships" id="277" r:id="R465bcff4335d4ab5"/>
    <p:sldId xmlns:r="http://schemas.openxmlformats.org/officeDocument/2006/relationships" id="278" r:id="Rd2efd6da8d624266"/>
    <p:sldId xmlns:r="http://schemas.openxmlformats.org/officeDocument/2006/relationships" id="279" r:id="Rde267e89d6c943ca"/>
    <p:sldId xmlns:r="http://schemas.openxmlformats.org/officeDocument/2006/relationships" id="280" r:id="R9acab94e164f4da1"/>
    <p:sldId xmlns:r="http://schemas.openxmlformats.org/officeDocument/2006/relationships" id="281" r:id="Recc0e94d2a10427a"/>
    <p:sldId xmlns:r="http://schemas.openxmlformats.org/officeDocument/2006/relationships" id="282" r:id="R0233f102262d4a24"/>
    <p:sldId xmlns:r="http://schemas.openxmlformats.org/officeDocument/2006/relationships" id="283" r:id="R008b7dbce0634b98"/>
    <p:sldId xmlns:r="http://schemas.openxmlformats.org/officeDocument/2006/relationships" id="284" r:id="R4f231a2c63d94141"/>
    <p:sldId xmlns:r="http://schemas.openxmlformats.org/officeDocument/2006/relationships" id="285" r:id="Rcc42b5c92ea54239"/>
    <p:sldId xmlns:r="http://schemas.openxmlformats.org/officeDocument/2006/relationships" id="286" r:id="R0333dbb0775c49d9"/>
    <p:sldId xmlns:r="http://schemas.openxmlformats.org/officeDocument/2006/relationships" id="287" r:id="Ra1cbee6f77454ad7"/>
    <p:sldId xmlns:r="http://schemas.openxmlformats.org/officeDocument/2006/relationships" id="288" r:id="R1a972758356a4d4d"/>
    <p:sldId xmlns:r="http://schemas.openxmlformats.org/officeDocument/2006/relationships" id="289" r:id="R2339f35b36f448f4"/>
    <p:sldId xmlns:r="http://schemas.openxmlformats.org/officeDocument/2006/relationships" id="290" r:id="Rb717982b9da84de6"/>
    <p:sldId xmlns:r="http://schemas.openxmlformats.org/officeDocument/2006/relationships" id="291" r:id="Rcd023c6b154c4e29"/>
    <p:sldId xmlns:ns1="http://schemas.openxmlformats.org/officeDocument/2006/relationships" id="296" ns1:id="RmedikuruCompetitor20261017_1"/>
    <p:sldId xmlns:ns1="http://schemas.openxmlformats.org/officeDocument/2006/relationships" id="297" ns1:id="RmedikuruCompetitor20261017_2"/>
    <p:sldId xmlns:ns1="http://schemas.openxmlformats.org/officeDocument/2006/relationships" id="298" ns1:id="RmedikuruCompetitor20261017_3"/>
    <p:sldId xmlns:r="http://schemas.openxmlformats.org/officeDocument/2006/relationships" id="292" r:id="Ra2502b66105149d8"/>
    <p:sldId xmlns:r="http://schemas.openxmlformats.org/officeDocument/2006/relationships" id="293" r:id="Rd1f23d99726e44f2"/>
    <p:sldId xmlns:r="http://schemas.openxmlformats.org/officeDocument/2006/relationships" id="294" r:id="R3d6dcac8661f4a7a"/>
    <p:sldId xmlns:r="http://schemas.openxmlformats.org/officeDocument/2006/relationships" id="295" r:id="R22c5f6534c7644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2654d85f86294532"/><Relationship Type="http://schemas.openxmlformats.org/officeDocument/2006/relationships/slideMaster" Target="/ppt/slideMasters/slideMaster1.xml" Id="R9028ce6d38504487"/><Relationship Type="http://schemas.openxmlformats.org/officeDocument/2006/relationships/notesMaster" Target="/ppt/notesMasters/notesMaster1.xml" Id="Rdabcb392df9044d4"/><Relationship Type="http://schemas.openxmlformats.org/officeDocument/2006/relationships/presProps" Target="/ppt/presProps.xml" Id="Ra8b9bff9f1924796"/><Relationship Type="http://schemas.openxmlformats.org/officeDocument/2006/relationships/tableStyles" Target="/ppt/tableStyles.xml" Id="Rf76bea431bad4cfb"/><Relationship Type="http://schemas.openxmlformats.org/officeDocument/2006/relationships/slide" Target="/ppt/slides/slide1.xml" Id="Rface01b012644078"/><Relationship Type="http://schemas.openxmlformats.org/officeDocument/2006/relationships/slide" Target="/ppt/slides/slide2.xml" Id="R550fd06171d74df9"/><Relationship Type="http://schemas.openxmlformats.org/officeDocument/2006/relationships/slide" Target="/ppt/slides/slide3.xml" Id="R2327f4a32a7a4ff7"/><Relationship Type="http://schemas.openxmlformats.org/officeDocument/2006/relationships/slide" Target="/ppt/slides/slide4.xml" Id="R100932d6660345b6"/><Relationship Type="http://schemas.openxmlformats.org/officeDocument/2006/relationships/slide" Target="/ppt/slides/slide5.xml" Id="R3e9b3f040bc84427"/><Relationship Type="http://schemas.openxmlformats.org/officeDocument/2006/relationships/slide" Target="/ppt/slides/slide6.xml" Id="R1a109d175c044a31"/><Relationship Type="http://schemas.openxmlformats.org/officeDocument/2006/relationships/slide" Target="/ppt/slides/slide7.xml" Id="R5236abfadbf44ed9"/><Relationship Type="http://schemas.openxmlformats.org/officeDocument/2006/relationships/slide" Target="/ppt/slides/slide8.xml" Id="R8ca66254db704fe1"/><Relationship Type="http://schemas.openxmlformats.org/officeDocument/2006/relationships/slide" Target="/ppt/slides/slide9.xml" Id="R0abac0fe4dcb4260"/><Relationship Type="http://schemas.openxmlformats.org/officeDocument/2006/relationships/slide" Target="/ppt/slides/slide10.xml" Id="R972b75c36b90436c"/><Relationship Type="http://schemas.openxmlformats.org/officeDocument/2006/relationships/slide" Target="/ppt/slides/slide11.xml" Id="R04d8096e152146bf"/><Relationship Type="http://schemas.openxmlformats.org/officeDocument/2006/relationships/slide" Target="/ppt/slides/slide12.xml" Id="R1af55b3c55e74e08"/><Relationship Type="http://schemas.openxmlformats.org/officeDocument/2006/relationships/slide" Target="/ppt/slides/slide13.xml" Id="R3f8658fc38d540d7"/><Relationship Type="http://schemas.openxmlformats.org/officeDocument/2006/relationships/slide" Target="/ppt/slides/slide14.xml" Id="Rc722a42986144934"/><Relationship Type="http://schemas.openxmlformats.org/officeDocument/2006/relationships/slide" Target="/ppt/slides/slide15.xml" Id="R3d0e81452f3149d2"/><Relationship Type="http://schemas.openxmlformats.org/officeDocument/2006/relationships/slide" Target="/ppt/slides/slide16.xml" Id="Ra325a99706d342e8"/><Relationship Type="http://schemas.openxmlformats.org/officeDocument/2006/relationships/slide" Target="/ppt/slides/slide17.xml" Id="Rbd3fb6c31af843f0"/><Relationship Type="http://schemas.openxmlformats.org/officeDocument/2006/relationships/slide" Target="/ppt/slides/slide18.xml" Id="R673780366a2a4575"/><Relationship Type="http://schemas.openxmlformats.org/officeDocument/2006/relationships/slide" Target="/ppt/slides/slide19.xml" Id="R7f794fa4d6064d7b"/><Relationship Type="http://schemas.openxmlformats.org/officeDocument/2006/relationships/slide" Target="/ppt/slides/slide20.xml" Id="Rb0764e30759948d2"/><Relationship Type="http://schemas.openxmlformats.org/officeDocument/2006/relationships/slide" Target="/ppt/slides/slide21.xml" Id="Rd3b10b00b31e4b68"/><Relationship Type="http://schemas.openxmlformats.org/officeDocument/2006/relationships/slide" Target="/ppt/slides/slide22.xml" Id="R465bcff4335d4ab5"/><Relationship Type="http://schemas.openxmlformats.org/officeDocument/2006/relationships/slide" Target="/ppt/slides/slide23.xml" Id="Rd2efd6da8d624266"/><Relationship Type="http://schemas.openxmlformats.org/officeDocument/2006/relationships/slide" Target="/ppt/slides/slide24.xml" Id="Rde267e89d6c943ca"/><Relationship Type="http://schemas.openxmlformats.org/officeDocument/2006/relationships/slide" Target="/ppt/slides/slide25.xml" Id="R9acab94e164f4da1"/><Relationship Type="http://schemas.openxmlformats.org/officeDocument/2006/relationships/slide" Target="/ppt/slides/slide26.xml" Id="Recc0e94d2a10427a"/><Relationship Type="http://schemas.openxmlformats.org/officeDocument/2006/relationships/slide" Target="/ppt/slides/slide27.xml" Id="R0233f102262d4a24"/><Relationship Type="http://schemas.openxmlformats.org/officeDocument/2006/relationships/slide" Target="/ppt/slides/slide28.xml" Id="R008b7dbce0634b98"/><Relationship Type="http://schemas.openxmlformats.org/officeDocument/2006/relationships/slide" Target="/ppt/slides/slide29.xml" Id="R4f231a2c63d94141"/><Relationship Type="http://schemas.openxmlformats.org/officeDocument/2006/relationships/slide" Target="/ppt/slides/slide30.xml" Id="Rcc42b5c92ea54239"/><Relationship Type="http://schemas.openxmlformats.org/officeDocument/2006/relationships/slide" Target="/ppt/slides/slide31.xml" Id="R0333dbb0775c49d9"/><Relationship Type="http://schemas.openxmlformats.org/officeDocument/2006/relationships/slide" Target="/ppt/slides/slide32.xml" Id="Ra1cbee6f77454ad7"/><Relationship Type="http://schemas.openxmlformats.org/officeDocument/2006/relationships/slide" Target="/ppt/slides/slide33.xml" Id="R1a972758356a4d4d"/><Relationship Type="http://schemas.openxmlformats.org/officeDocument/2006/relationships/slide" Target="/ppt/slides/slide34.xml" Id="R2339f35b36f448f4"/><Relationship Type="http://schemas.openxmlformats.org/officeDocument/2006/relationships/slide" Target="/ppt/slides/slide35.xml" Id="Rb717982b9da84de6"/><Relationship Type="http://schemas.openxmlformats.org/officeDocument/2006/relationships/slide" Target="/ppt/slides/slide36.xml" Id="Rcd023c6b154c4e29"/><Relationship Type="http://schemas.openxmlformats.org/officeDocument/2006/relationships/slide" Target="/ppt/slides/slide37.xml" Id="Ra2502b66105149d8"/><Relationship Type="http://schemas.openxmlformats.org/officeDocument/2006/relationships/slide" Target="/ppt/slides/slide38.xml" Id="Rd1f23d99726e44f2"/><Relationship Type="http://schemas.openxmlformats.org/officeDocument/2006/relationships/slide" Target="/ppt/slides/slide39.xml" Id="R3d6dcac8661f4a7a"/><Relationship Type="http://schemas.openxmlformats.org/officeDocument/2006/relationships/slide" Target="/ppt/slides/slide40.xml" Id="R22c5f6534c7644f9"/><Relationship Id="RmedikuruCompetitor20261017_1" Type="http://schemas.openxmlformats.org/officeDocument/2006/relationships/slide" Target="/ppt/slides/slide41.xml"/><Relationship Id="RmedikuruCompetitor20261017_2" Type="http://schemas.openxmlformats.org/officeDocument/2006/relationships/slide" Target="/ppt/slides/slide42.xml"/><Relationship Id="RmedikuruCompetitor20261017_3" Type="http://schemas.openxmlformats.org/officeDocument/2006/relationships/slide" Target="/ppt/slides/slide43.xml"/><Relationship Id="RserviceUsage20261017" Type="http://schemas.openxmlformats.org/officeDocument/2006/relationships/slide" Target="/ppt/slides/slide44.xml"/><Relationship Id="RnewsValue2026101845" Type="http://schemas.openxmlformats.org/officeDocument/2006/relationships/slide" Target="/ppt/slides/slide45.xml"/><Relationship Id="RnewsValue2026101846" Type="http://schemas.openxmlformats.org/officeDocument/2006/relationships/slide" Target="/ppt/slides/slide46.xml"/><Relationship Id="RadvalueV22026101847" Type="http://schemas.openxmlformats.org/officeDocument/2006/relationships/slide" Target="/ppt/slides/slide47.xml"/><Relationship Id="RadvalueV22026101848" Type="http://schemas.openxmlformats.org/officeDocument/2006/relationships/slide" Target="/ppt/slides/slide48.xml"/><Relationship Id="RcomparisonV320261018" Type="http://schemas.openxmlformats.org/officeDocument/2006/relationships/slide" Target="/ppt/slides/comparison-new17.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bc359e28e640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advalue-v2-11.xml.rels><?xml version='1.0' encoding='utf-8' standalone='yes'?>
<Relationships xmlns="http://schemas.openxmlformats.org/package/2006/relationships"><Relationship Type="http://schemas.openxmlformats.org/officeDocument/2006/relationships/slide" Target="/ppt/slides/slide10.xml" Id="R089f24b8cd804fe2"/><Relationship Type="http://schemas.openxmlformats.org/officeDocument/2006/relationships/notesMaster" Target="/ppt/notesMasters/notesMaster1.xml" Id="R27daad1b12a942e1"/></Relationships>
</file>

<file path=ppt/notesSlides/_rels/advalue-v2-47.xml.rels><?xml version='1.0' encoding='utf-8' standalone='yes'?>
<Relationships xmlns="http://schemas.openxmlformats.org/package/2006/relationships"><Relationship Type="http://schemas.openxmlformats.org/officeDocument/2006/relationships/slide" Target="/ppt/slides/slide47.xml" Id="R24b21d6a9bc84c5c"/><Relationship Type="http://schemas.openxmlformats.org/officeDocument/2006/relationships/notesMaster" Target="/ppt/notesMasters/notesMaster1.xml" Id="R5c9db02214f64733"/></Relationships>
</file>

<file path=ppt/notesSlides/_rels/advalue-v2-48.xml.rels><?xml version='1.0' encoding='utf-8' standalone='yes'?>
<Relationships xmlns="http://schemas.openxmlformats.org/package/2006/relationships"><Relationship Type="http://schemas.openxmlformats.org/officeDocument/2006/relationships/slide" Target="/ppt/slides/slide48.xml" Id="R961be3b40ce04e30"/><Relationship Type="http://schemas.openxmlformats.org/officeDocument/2006/relationships/notesMaster" Target="/ppt/notesMasters/notesMaster1.xml" Id="Reea8d682ec2e4b18"/></Relationships>
</file>

<file path=ppt/notesSlides/_rels/comparison-v3-13.xml.rels><?xml version='1.0' encoding='utf-8' standalone='yes'?>
<Relationships xmlns="http://schemas.openxmlformats.org/package/2006/relationships"><Relationship Type="http://schemas.openxmlformats.org/officeDocument/2006/relationships/slide" Target="/ppt/slides/slide48.xml" Id="R5a64deed46c04606"/><Relationship Type="http://schemas.openxmlformats.org/officeDocument/2006/relationships/notesMaster" Target="/ppt/notesMasters/notesMaster1.xml" Id="Rdebf81606a0b4f86"/></Relationships>
</file>

<file path=ppt/notesSlides/_rels/comparison-v3-14.xml.rels><?xml version='1.0' encoding='utf-8' standalone='yes'?>
<Relationships xmlns="http://schemas.openxmlformats.org/package/2006/relationships"><Relationship Type="http://schemas.openxmlformats.org/officeDocument/2006/relationships/slide" Target="/ppt/slides/slide45.xml" Id="R375636a4d74b441c"/><Relationship Type="http://schemas.openxmlformats.org/officeDocument/2006/relationships/notesMaster" Target="/ppt/notesMasters/notesMaster1.xml" Id="R1c4cb4ee449a487a"/></Relationships>
</file>

<file path=ppt/notesSlides/_rels/comparison-v3-17.xml.rels><?xml version='1.0' encoding='utf-8' standalone='yes'?>
<Relationships xmlns="http://schemas.openxmlformats.org/package/2006/relationships"><Relationship Type="http://schemas.openxmlformats.org/officeDocument/2006/relationships/slide" Target="/ppt/slides/comparison-new17.xml" Id="Rbb7c204ee2914b6b"/><Relationship Type="http://schemas.openxmlformats.org/officeDocument/2006/relationships/notesMaster" Target="/ppt/notesMasters/notesMaster1.xml" Id="R1d9343dcabdd4368"/></Relationships>
</file>

<file path=ppt/notesSlides/_rels/comparison-v3-49.xml.rels><?xml version='1.0' encoding='utf-8' standalone='yes'?>
<Relationships xmlns="http://schemas.openxmlformats.org/package/2006/relationships"><Relationship Type="http://schemas.openxmlformats.org/officeDocument/2006/relationships/slide" Target="/ppt/slides/comparison-new17.xml" Id="R07def606907d45e6"/><Relationship Type="http://schemas.openxmlformats.org/officeDocument/2006/relationships/notesMaster" Target="/ppt/notesMasters/notesMaster1.xml" Id="Rb249c033e2a8499e"/></Relationships>
</file>

<file path=ppt/notesSlides/_rels/news-value-8.xml.rels><?xml version='1.0' encoding='utf-8' standalone='yes'?>
<Relationships xmlns="http://schemas.openxmlformats.org/package/2006/relationships"><Relationship Type="http://schemas.openxmlformats.org/officeDocument/2006/relationships/slide" Target="/ppt/slides/slide7.xml" Id="R8843684403654b8c"/><Relationship Type="http://schemas.openxmlformats.org/officeDocument/2006/relationships/notesMaster" Target="/ppt/notesMasters/notesMaster1.xml" Id="Ra77d718c18e640df"/></Relationships>
</file>

<file path=ppt/notesSlides/_rels/news-value-11.xml.rels><?xml version='1.0' encoding='utf-8' standalone='yes'?>
<Relationships xmlns="http://schemas.openxmlformats.org/package/2006/relationships"><Relationship Type="http://schemas.openxmlformats.org/officeDocument/2006/relationships/slide" Target="/ppt/slides/slide10.xml" Id="Rf781bfb50fe143d9"/><Relationship Type="http://schemas.openxmlformats.org/officeDocument/2006/relationships/notesMaster" Target="/ppt/notesMasters/notesMaster1.xml" Id="R5605964f75d74e1d"/></Relationships>
</file>

<file path=ppt/notesSlides/_rels/news-value-12.xml.rels><?xml version='1.0' encoding='utf-8' standalone='yes'?>
<Relationships xmlns="http://schemas.openxmlformats.org/package/2006/relationships"><Relationship Type="http://schemas.openxmlformats.org/officeDocument/2006/relationships/slide" Target="/ppt/slides/slide11.xml" Id="R2f4af2e28fea438d"/><Relationship Type="http://schemas.openxmlformats.org/officeDocument/2006/relationships/notesMaster" Target="/ppt/notesMasters/notesMaster1.xml" Id="Rd1264bcb00d746a3"/></Relationships>
</file>

<file path=ppt/notesSlides/_rels/news-value-19.xml.rels><?xml version='1.0' encoding='utf-8' standalone='yes'?>
<Relationships xmlns="http://schemas.openxmlformats.org/package/2006/relationships"><Relationship Type="http://schemas.openxmlformats.org/officeDocument/2006/relationships/slide" Target="/ppt/slides/slide18.xml" Id="R46d57c97b041449a"/><Relationship Type="http://schemas.openxmlformats.org/officeDocument/2006/relationships/notesMaster" Target="/ppt/notesMasters/notesMaster1.xml" Id="R26e7b27d04f44a45"/></Relationships>
</file>

<file path=ppt/notesSlides/_rels/news-value-45.xml.rels><?xml version='1.0' encoding='utf-8' standalone='yes'?>
<Relationships xmlns="http://schemas.openxmlformats.org/package/2006/relationships"><Relationship Type="http://schemas.openxmlformats.org/officeDocument/2006/relationships/slide" Target="/ppt/slides/slide45.xml" Id="R95ff6cfb55294ad7"/><Relationship Type="http://schemas.openxmlformats.org/officeDocument/2006/relationships/notesMaster" Target="/ppt/notesMasters/notesMaster1.xml" Id="R9a3021ec26a34b3d"/></Relationships>
</file>

<file path=ppt/notesSlides/_rels/news-value-46.xml.rels><?xml version='1.0' encoding='utf-8' standalone='yes'?>
<Relationships xmlns="http://schemas.openxmlformats.org/package/2006/relationships"><Relationship Type="http://schemas.openxmlformats.org/officeDocument/2006/relationships/slide" Target="/ppt/slides/slide46.xml" Id="Re8fb02f9ea6e4585"/><Relationship Type="http://schemas.openxmlformats.org/officeDocument/2006/relationships/notesMaster" Target="/ppt/notesMasters/notesMaster1.xml" Id="R0b7609d7997e428f"/></Relationships>
</file>

<file path=ppt/notesSlides/_rels/notesSlide1.xml.rels>&#65279;<?xml version="1.0" encoding="utf-8"?><Relationships xmlns="http://schemas.openxmlformats.org/package/2006/relationships"><Relationship Type="http://schemas.openxmlformats.org/officeDocument/2006/relationships/slide" Target="/ppt/slides/slide1.xml" Id="R504b882d272743b5" /><Relationship Type="http://schemas.openxmlformats.org/officeDocument/2006/relationships/notesMaster" Target="/ppt/notesMasters/notesMaster1.xml" Id="R0510d9daea4b4b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51de13ec1948b6" /><Relationship Type="http://schemas.openxmlformats.org/officeDocument/2006/relationships/notesMaster" Target="/ppt/notesMasters/notesMaster1.xml" Id="R01fadd6fde4d41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4471a8f961410f" /><Relationship Type="http://schemas.openxmlformats.org/officeDocument/2006/relationships/notesMaster" Target="/ppt/notesMasters/notesMaster1.xml" Id="R301b6ffd7e2c42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cd289c90d5454a" /><Relationship Type="http://schemas.openxmlformats.org/officeDocument/2006/relationships/notesMaster" Target="/ppt/notesMasters/notesMaster1.xml" Id="R16ce437d366348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d4505479b94c58" /><Relationship Type="http://schemas.openxmlformats.org/officeDocument/2006/relationships/notesMaster" Target="/ppt/notesMasters/notesMaster1.xml" Id="Rda1b9abd04d84f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8506f45b2c4ea2" /><Relationship Type="http://schemas.openxmlformats.org/officeDocument/2006/relationships/notesMaster" Target="/ppt/notesMasters/notesMaster1.xml" Id="R5d3daca6ab6b40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dd8203d82748d7" /><Relationship Type="http://schemas.openxmlformats.org/officeDocument/2006/relationships/notesMaster" Target="/ppt/notesMasters/notesMaster1.xml" Id="R087bf2dba98d4f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c39df61db24c4b" /><Relationship Type="http://schemas.openxmlformats.org/officeDocument/2006/relationships/notesMaster" Target="/ppt/notesMasters/notesMaster1.xml" Id="R377463aca7a745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9d4935f63d43e1" /><Relationship Type="http://schemas.openxmlformats.org/officeDocument/2006/relationships/notesMaster" Target="/ppt/notesMasters/notesMaster1.xml" Id="Ra747c72701354d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309a84c00946ae" /><Relationship Type="http://schemas.openxmlformats.org/officeDocument/2006/relationships/notesMaster" Target="/ppt/notesMasters/notesMaster1.xml" Id="Ra2ed4136e7b940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d4df619c8949db" /><Relationship Type="http://schemas.openxmlformats.org/officeDocument/2006/relationships/notesMaster" Target="/ppt/notesMasters/notesMaster1.xml" Id="R12e340871d4041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11063954f434c38" /><Relationship Type="http://schemas.openxmlformats.org/officeDocument/2006/relationships/notesMaster" Target="/ppt/notesMasters/notesMaster1.xml" Id="R05d00d5da9264f2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b8330d0ff27404c" /><Relationship Type="http://schemas.openxmlformats.org/officeDocument/2006/relationships/notesMaster" Target="/ppt/notesMasters/notesMaster1.xml" Id="R834ddaf3adf541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aadde930964d60" /><Relationship Type="http://schemas.openxmlformats.org/officeDocument/2006/relationships/notesMaster" Target="/ppt/notesMasters/notesMaster1.xml" Id="Rf44fa0dd69144c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753667d21f49ad" /><Relationship Type="http://schemas.openxmlformats.org/officeDocument/2006/relationships/notesMaster" Target="/ppt/notesMasters/notesMaster1.xml" Id="R08df59152c0344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cf45b7d0be94373" /><Relationship Type="http://schemas.openxmlformats.org/officeDocument/2006/relationships/notesMaster" Target="/ppt/notesMasters/notesMaster1.xml" Id="Rc9d8d5b568a949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88f88e76d074965" /><Relationship Type="http://schemas.openxmlformats.org/officeDocument/2006/relationships/notesMaster" Target="/ppt/notesMasters/notesMaster1.xml" Id="R6db03e91854c4e2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ec2ae099e24b1f" /><Relationship Type="http://schemas.openxmlformats.org/officeDocument/2006/relationships/notesMaster" Target="/ppt/notesMasters/notesMaster1.xml" Id="R4fa935555d614c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1386e25166f4ee1" /><Relationship Type="http://schemas.openxmlformats.org/officeDocument/2006/relationships/notesMaster" Target="/ppt/notesMasters/notesMaster1.xml" Id="R05435bfd36fb40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28d40bc2ecf4e30" /><Relationship Type="http://schemas.openxmlformats.org/officeDocument/2006/relationships/notesMaster" Target="/ppt/notesMasters/notesMaster1.xml" Id="R4ea88a41d509439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4a7de06eab4388" /><Relationship Type="http://schemas.openxmlformats.org/officeDocument/2006/relationships/notesMaster" Target="/ppt/notesMasters/notesMaster1.xml" Id="R9f1f877191484ee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65a28d4a16c4704" /><Relationship Type="http://schemas.openxmlformats.org/officeDocument/2006/relationships/notesMaster" Target="/ppt/notesMasters/notesMaster1.xml" Id="R5afd65113a604d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832db5e49d64439" /><Relationship Type="http://schemas.openxmlformats.org/officeDocument/2006/relationships/notesMaster" Target="/ppt/notesMasters/notesMaster1.xml" Id="R84b58d9264f04f4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a83bc70dfee4c5d" /><Relationship Type="http://schemas.openxmlformats.org/officeDocument/2006/relationships/notesMaster" Target="/ppt/notesMasters/notesMaster1.xml" Id="R518cf6ba50c441d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60a106819ed42fe" /><Relationship Type="http://schemas.openxmlformats.org/officeDocument/2006/relationships/notesMaster" Target="/ppt/notesMasters/notesMaster1.xml" Id="R0f9e29c589354f4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b44bb5c66c4453f" /><Relationship Type="http://schemas.openxmlformats.org/officeDocument/2006/relationships/notesMaster" Target="/ppt/notesMasters/notesMaster1.xml" Id="Rcbdf53f25b634df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a166e45e3d84e6e" /><Relationship Type="http://schemas.openxmlformats.org/officeDocument/2006/relationships/notesMaster" Target="/ppt/notesMasters/notesMaster1.xml" Id="R530a76e860954e4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3dbf89ce5074201" /><Relationship Type="http://schemas.openxmlformats.org/officeDocument/2006/relationships/notesMaster" Target="/ppt/notesMasters/notesMaster1.xml" Id="R59bb8d8a1d944ae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f59517c82e64d6d" /><Relationship Type="http://schemas.openxmlformats.org/officeDocument/2006/relationships/notesMaster" Target="/ppt/notesMasters/notesMaster1.xml" Id="R84a138b79bf1485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b09bbe4c558441c" /><Relationship Type="http://schemas.openxmlformats.org/officeDocument/2006/relationships/notesMaster" Target="/ppt/notesMasters/notesMaster1.xml" Id="R30f6d5ee4c26406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4d28c6487714293" /><Relationship Type="http://schemas.openxmlformats.org/officeDocument/2006/relationships/notesMaster" Target="/ppt/notesMasters/notesMaster1.xml" Id="R8afb73f81f08403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27cbf2de6d2422d" /><Relationship Type="http://schemas.openxmlformats.org/officeDocument/2006/relationships/notesMaster" Target="/ppt/notesMasters/notesMaster1.xml" Id="Rb8bd935b463e4a1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179dc59011443c1" /><Relationship Type="http://schemas.openxmlformats.org/officeDocument/2006/relationships/notesMaster" Target="/ppt/notesMasters/notesMaster1.xml" Id="R1a24f41ced9e44a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ac14e59a9e34bcc" /><Relationship Type="http://schemas.openxmlformats.org/officeDocument/2006/relationships/notesMaster" Target="/ppt/notesMasters/notesMaster1.xml" Id="R326c78066b6843a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b73cdd3b2d54c3c" /><Relationship Type="http://schemas.openxmlformats.org/officeDocument/2006/relationships/notesMaster" Target="/ppt/notesMasters/notesMaster1.xml" Id="R151866feacd84c2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79c5f5e70ab4c8d" /><Relationship Type="http://schemas.openxmlformats.org/officeDocument/2006/relationships/notesMaster" Target="/ppt/notesMasters/notesMaster1.xml" Id="R7c36a2158a534f8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dac72a689dd4cd6" /><Relationship Type="http://schemas.openxmlformats.org/officeDocument/2006/relationships/notesMaster" Target="/ppt/notesMasters/notesMaster1.xml" Id="Rff30b3864c8f4ff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a923e7924304279" /><Relationship Type="http://schemas.openxmlformats.org/officeDocument/2006/relationships/notesMaster" Target="/ppt/notesMasters/notesMaster1.xml" Id="Ree124b3a5a90471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a3237b999f64f7d" /><Relationship Type="http://schemas.openxmlformats.org/officeDocument/2006/relationships/notesMaster" Target="/ppt/notesMasters/notesMaster1.xml" Id="Rde3a40efc5da4e2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a0a99fd9c974eb5" /><Relationship Type="http://schemas.openxmlformats.org/officeDocument/2006/relationships/notesMaster" Target="/ppt/notesMasters/notesMaster1.xml" Id="R5fc62534d5514333" /></Relationships>
</file>

<file path=ppt/notesSlides/_rels/notesSlide41.xml.rels><?xml version='1.0' encoding='utf-8' standalone='yes'?>
<Relationships xmlns="http://schemas.openxmlformats.org/package/2006/relationships"><Relationship Type="http://schemas.openxmlformats.org/officeDocument/2006/relationships/slide" Target="/ppt/slides/slide41.xml" Id="R69be9a88cf9d4b9d"/><Relationship Type="http://schemas.openxmlformats.org/officeDocument/2006/relationships/notesMaster" Target="/ppt/notesMasters/notesMaster1.xml" Id="Re0d1d925d5624bf7"/></Relationships>
</file>

<file path=ppt/notesSlides/_rels/notesSlide42.xml.rels><?xml version='1.0' encoding='utf-8' standalone='yes'?>
<Relationships xmlns="http://schemas.openxmlformats.org/package/2006/relationships"><Relationship Type="http://schemas.openxmlformats.org/officeDocument/2006/relationships/slide" Target="/ppt/slides/slide42.xml" Id="R29a8e0f2a81e47af"/><Relationship Type="http://schemas.openxmlformats.org/officeDocument/2006/relationships/notesMaster" Target="/ppt/notesMasters/notesMaster1.xml" Id="R312d9a5cbaab4420"/></Relationships>
</file>

<file path=ppt/notesSlides/_rels/notesSlide43.xml.rels><?xml version='1.0' encoding='utf-8' standalone='yes'?>
<Relationships xmlns="http://schemas.openxmlformats.org/package/2006/relationships"><Relationship Type="http://schemas.openxmlformats.org/officeDocument/2006/relationships/slide" Target="/ppt/slides/slide43.xml" Id="Rdeefaa664854436b"/><Relationship Type="http://schemas.openxmlformats.org/officeDocument/2006/relationships/notesMaster" Target="/ppt/notesMasters/notesMaster1.xml" Id="R8edd07b56c464587"/></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2cd30838bfe4055" /><Relationship Type="http://schemas.openxmlformats.org/officeDocument/2006/relationships/notesMaster" Target="/ppt/notesMasters/notesMaster1.xml" Id="R3d5c84929b8d4540" /></Relationships>
</file>

<file path=ppt/notesSlides/advalue-v2-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比較の参考：PR TIMES公式サービス説明 https://prtimes.jp/service/ およびメディア説明 https://prtimes.jp/user_info/media/ プレスリリースから媒体の取材につながる場合もあります。</a:t>
            </a:r>
          </a:p>
          <a:p xmlns:a="http://schemas.openxmlformats.org/drawingml/2006/main">
            <a:r>
              <a:t/>
            </a:r>
          </a:p>
          <a:p xmlns:a="http://schemas.openxmlformats.org/drawingml/2006/main">
            <a:r>
              <a:t>【2026-10-18改訂・営業説明】</a:t>
            </a:r>
          </a:p>
          <a:p xmlns:a="http://schemas.openxmlformats.org/drawingml/2006/main">
            <a:r>
              <a:t>PR TIMES全体や全プレスリリースを「広告だけ」「生活者には届かない」と扱わず、原文転載と取材記事を区別。原文転載の存在だけで取材・紹介を受けたとは説明しない。原文転載の掲載事実を告知する行為まで一律禁止とは記載しない（全媒体共通の禁止根拠は未確認）。メディくるの正式取材記事について、記事・編集主体・掲載先が明確な実績を提示する。プロの取材や掲載先だけで「広告表記不要」とは断言しない。</a:t>
            </a:r>
          </a:p>
          <a:p xmlns:a="http://schemas.openxmlformats.org/drawingml/2006/main">
            <a:r>
              <a:t>出典（2026-10-18確認）：https://tayori.com/q/prtimes-faq/detail/235179/ ; https://prtimes.com/magazine/prtimes-partner-media/ ; https://www.caa.go.jp/policies/policy/representation/fair_labeling/faq/stealth_marketing</a:t>
            </a:r>
          </a:p>
          <a:p xmlns:a="http://schemas.openxmlformats.org/drawingml/2006/main">
            <a:r>
              <a:t/>
            </a:r>
          </a:p>
          <a:p xmlns:a="http://schemas.openxmlformats.org/drawingml/2006/main">
            <a:r>
              <a:t>【2026-10-18改訂・営業説明】</a:t>
            </a:r>
          </a:p>
          <a:p xmlns:a="http://schemas.openxmlformats.org/drawingml/2006/main">
            <a:r>
              <a:t>企業発表のPR・プレスリリース欄と、取材ニュース欄での掲載を明確に区別し、広告換算も原文転載の区分を取材ニュースへ流用しない。実掲載例 https://news.infoseek.co.jp/article/globalnewsasia_11607/ は2026-10-18のアプリ内ブラウザ確認で新着ニュース＞国際＞アジア、配信元Global News Asia、2026年8月7日9時。これを全記事・全媒体の個別法的判定へ一般化しない。PR TIMES全体がすべて広告という説明や、PR表示が見当たらないだけで広告非該当とする断定は避け、編集主体と記事・取引の実態で判断する。広告換算という語は、対象記事が広告であるという分類を意味しない。</a:t>
            </a:r>
          </a:p>
          <a:p xmlns:a="http://schemas.openxmlformats.org/drawingml/2006/main">
            <a:r>
              <a:t>分類根拠：PR TIMES Web Clippingサービス資料11ページ https://s3-ap-northeast-1.amazonaws.com/clip-statics/webclipping_serviceguide.pdf ; https://prtimes.jp/common/file/webclipping_serviceguide.pdf 。表示の根拠：https://www.caa.go.jp/policies/policy/representation/fair_labeling/faq/stealth_marketing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advalue-v2-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【営業トーク】同じニュース媒体でも、企業発表の原文転載と編集ニュースの掲載は別区分。PR TIMES公式サンプルでもエキサイトの原文掲載8,900円に対しニュース記事転載160,700円。取材ニュースを原文転載の単価だけで測らない。</a:t>
            </a:r>
          </a:p>
          <a:p xmlns:a="http://schemas.openxmlformats.org/drawingml/2006/main">
            <a:r>
              <a:t>【範囲】2017年1月24日のサンプル11・12行。異なる記事で、同じ記事の対照実験やメディくるの実測ではない。18倍等の汎用効果倍率は表示しない。現在単価でもなく、広告換算は実際の広告購入額・売上・利益とも異なる。</a:t>
            </a:r>
          </a:p>
          <a:p xmlns:a="http://schemas.openxmlformats.org/drawingml/2006/main">
            <a:r>
              <a:t>出典：https://s3-ap-northeast-1.amazonaws.com/clip-statics/webclipping_serviceguide.pdf （11ページ）; https://prtimes.jp/common/file/webclipping_serviceguide.pdf ; https://prtimes.jp/common/file/ad_kijun.pdf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advalue-v2-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営業トーク】ニュース掲載の価値には広告換算で把握する考え方もある。対象3媒体の過去の公開例を当てはめると16万700円＋10万3,200円＋25万9,900円＝52万3,800円。現在のメディくるの実測ではなく参考計算。そのうえで、取材記事と掲載実績をLP・営業資料へ使えること、第三者情報をAI検索へつなげることが続く。</a:t>
            </a:r>
          </a:p>
          <a:p xmlns:a="http://schemas.openxmlformats.org/drawingml/2006/main">
            <a:r>
              <a:t>【算式】160700+103200+259900=523800。1記事を3媒体へ各1回掲載する仮定。3社が独立取材したという意味ではない。広告換算は実際の広告出稿額・売上・費用回収ではない。</a:t>
            </a:r>
          </a:p>
          <a:p xmlns:a="http://schemas.openxmlformats.org/drawingml/2006/main">
            <a:r>
              <a:t>【出典1】PR TIMES Web Clippingサービス資料11ページ。2017年1月24日エキサイト160,700円、同月23日ニコニコ103,200円。いずれもパブリシティ転載。https://s3-ap-northeast-1.amazonaws.com/clip-statics/webclipping_serviceguide.pdf</a:t>
            </a:r>
          </a:p>
          <a:p xmlns:a="http://schemas.openxmlformats.org/drawingml/2006/main">
            <a:r>
              <a:t>【出典2】大阪府・令和7年度食のイベント最終報告書PDF108ページ（紙面107）、WEB掲載7/25行。2025年10月27日Infoseek259,900円、日刊スポーツ/スポニチのニュース転載。https://www.pref.osaka.lg.jp/documents/99876/r7shokunoibento_saishuhokoku.pdf</a:t>
            </a:r>
          </a:p>
          <a:p xmlns:a="http://schemas.openxmlformats.org/drawingml/2006/main">
            <a:r>
              <a:t>【留意】異なる時点・記事・発行主体の数値で、現行の統一PR TIMES方式による認定額ではない。税区分も未統一。原文転載22,200円に18倍等の係数を乗じる方法は採用していない。現行評価には実掲載URL・日付・分類の同時点のクリッピング評価が必要。No.1調査支援80万円や本人の100万円仮定は加算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comparison-v3-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3媒体に各1掲載する場合の過去の公開例の比較。左列は同一の順天堂リリース「ICTを利用した脳血管内治療における遠隔指導システムDxDoor Neuroを共同開発」の2022年6月2〜3日の原文転載。エキサイト8,928円＋ニコニコ5,734円＋Infoseek9,123円＝23,785円。https://research-center.juntendo.ac.jp/ntrc/wp_ntrc/wp-content/uploads/2022/06/pr_2022_jun.pdf （1ページ、行333・289・335）。右列は取材ニュースに対応する過去掲載例：2017年PR TIMES公式サンプルのエキサイト160,700円・ニコニコ103,200円、2025年大阪府報告書のInfoseek259,900円。合計523,800円。https://s3-ap-northeast-1.amazonaws.com/clip-statics/webclipping_serviceguide.pdf （11ページ）; https://www.pref.osaka.lg.jp/documents/99876/r7shokunoibento_saishuhokoku.pdf （PDF108ページ）。年と記事と算定主体が異なるため、22倍等の効果倍率・現在の最低価値・費用削減は主張しない。現在のメディくるの3掲載の実測額ではない。元PRから独立取材が生じる場合もあり、PR TIMES全体を原文転載だけと同一視しない。掲載の区分が異なることを示す例。No.1料金を広告換算額へ足さない。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comparison-v3-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営業説明：ニュース掲載には、ニュースとして読まれる露出の価値と、掲載実績をLP・営業資料で伝えられる価値がある。露出の参考値52万3,800円に、信用を示す他社施策の料金例80万円を単純合算すると132万3,800円。これは異なる公開値を使った比較用の算術モデルであって、メディくるに132万円以上の経済価値があると実証した評価ではない。ニュース掲載実績とNo.1調査・表示支援の役務は異なるため、同等役務の代替費用・節約額・市場価格とは説明しない。既存料金の下限80万円を計算に用い、料金の上振れをニュース価値の下限に転換しない。参考広告換算額の算出は前ページの出典。No.1料金は https://teikoku-no1.jp/price ：スタンダード3フレーズまで、税別80万円〜、税込88万円〜。2026-10-18の公式ページ直接確認記録を使用。広告換算の税区分は未統一なので税込・税別を揃えた請求額ではない。金額面の重複排除や同等役務の検証は未実施。この合計を広告換算額と呼ばない。ロゴ・記事・画像の二次利用は媒体ごとの許諾に従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comparison-v3-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追加修正】本人の要望により原文転載を取材・紹介実績として表示できない点、メディくるの正式取材記事は掲載実績として活用できる点を本文に明記。2026-10-18調査では原文転載の掲載事実告知を全媒体が原則禁止する一次規定は確認できず、一律禁止とは記載しない。PR記事の掲載URLを営業資料等で利用できると明示する媒体も存在（https://pr.news-vision.jp/）。媒体ごとの条件と、取材を受けたという表示の正確性は別の論点。</a:t>
            </a:r>
          </a:p>
          <a:p xmlns:a="http://schemas.openxmlformats.org/drawingml/2006/main">
            <a:r>
              <a:t>【2026-10-18 本人修正】他社2社の実サイト並列紹介ではなく、No.1表示への根拠確認の必要性から、メディくるの正式取材ニュース掲載実績を自社LPに活用する提案へ差し替え。左の3バッジは架空の表示例。前版で引用した弥生が怪しい又は違法であると示唆しないため実在企業の画面は使わない。右は顧客のLPに掲載後、楽天Infoseek・ニコニコニュース・エキサイトニュースの媒体ロゴと掲載実績を配置するデザイン見本。実在顧客の実績画面でも公開済みLPでもない。</a:t>
            </a:r>
          </a:p>
          <a:p xmlns:a="http://schemas.openxmlformats.org/drawingml/2006/main">
            <a:r>
              <a:t>【No.1の正確な説明】消費者庁2024年9月26日「No.1表示に関する実態調査報告書」と2026年3月26日長官会見により、客観的・合理的根拠がなく事実と異なるNo.1等の表示が景品表示法上問題になること、第三者調査でも広告主が表示責任を負うことを確認。No.1表示そのものが一律禁止された、新しい禁止法ができた、利用企業一般が怪しい、とは言わない。https://www.caa.go.jp/policies/policy/representation/fair_labeling/survey/assets/representation_cms216_240926_02.pdf ; https://www.caa.go.jp/notice/statement/horii/045673.html</a:t>
            </a:r>
          </a:p>
          <a:p xmlns:a="http://schemas.openxmlformats.org/drawingml/2006/main">
            <a:r>
              <a:t>【プレスリリースとの違い】PR TIMES公式FAQは原文転載を、企業が登録したリリース情報を原文のままパートナーメディアに掲載する機能と説明している。原文転載の事実のみを媒体が独自に取材・紹介・推薦した実績へ言い換えない。全プレスリリースの掲載事実告知や二次利用が一律禁止されているとは断言しない。プレスリリースから独立取材につながった場合は別途区別する。https://tayori.com/q/prtimes-faq/detail/235179/ ; https://prtimes.com/magazine/prtimes-partner-media/</a:t>
            </a:r>
          </a:p>
          <a:p xmlns:a="http://schemas.openxmlformats.org/drawingml/2006/main">
            <a:r>
              <a:t>【メディくるの使い方】正式取材記事がニュースとして掲載された事実を、記事URL・掲載日・取材編集配信元とともに示す。今回の3媒体は掲載先であり、3社が各々独立取材又は商品を認定・推薦したという意味ではない。ロゴ利用の権利が自動で付くという説明はせず、許諾の範囲と期間を確認。今回ロゴは既存メディくるLP制作素材の原画像を再使用し、画像内容を変えていない。右の見本は実績を根拠として伝える営業イメージであり、効果・掲載・法令適合の保証ではない。掲載済み実例は同資料p8参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comparison-v3-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実際の公式ページを2026-10-18にアプリ内ブラウザで表示し、スクリーンショットを保存したもの。左：https://www.yayoi-kk.co.jp/shinkoku/aoiroshinkoku/ 。No.1バッジはMM総研2026年3月末のクラウド会計ソフト利用状況調査との注記をサイト内で確認。この企業が80万円の調査料金例を利用したという意味ではなく、No.1表示を採用することの適否を評価したものでもない。右：https://naisen.jp/ の「メディア掲載実績」。テレビ・新聞・ネットニュースを含む複数媒体ロゴと https://naisen.jp/media/ への導線を確認。掲載一覧には日経・INTERNET Watch・ねとらぼ等の外部記事へのリンクがある。全ロゴについて掲載条件・利用許諾・編集独立性を個別検証したという意味ではない。両社ともメディくるの制作実績・導入事例とは扱わない。Web上の表示構成の参考例として引用し、原サイトのテキスト・人物・ロゴは加工しない。商談ではメディくる自身の実掲載URLと許諾済み素材へ置き換えて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ws-valu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実掲載例：Global News Asia配信・Infoseek掲載、2026年8月7日。https://news.infoseek.co.jp/article/globalnewsasia_11607/ 掲載先と取材・編集・配信元は区別します。</a:t>
            </a:r>
          </a:p>
          <a:p xmlns:a="http://schemas.openxmlformats.org/drawingml/2006/main">
            <a:r>
              <a:t/>
            </a:r>
          </a:p>
          <a:p xmlns:a="http://schemas.openxmlformats.org/drawingml/2006/main">
            <a:r>
              <a:t>【2026-10-18改訂・営業説明】</a:t>
            </a:r>
          </a:p>
          <a:p xmlns:a="http://schemas.openxmlformats.org/drawingml/2006/main">
            <a:r>
              <a:t>まずAI引用の効果から離れ、取材記事を読めること、取材記事の掲載を外部URLで示せることを説明。「大手3社がそれぞれ独立取材・評価した」とは言わない。元の実掲載画面を加工せず継承。ニュース掲載自体の価値を示した後に、既存p9-10でプロによる聞き取り・背景・根拠の価値を説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ws-valu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比較の参考：PR TIMES公式サービス説明 https://prtimes.jp/service/ およびメディア説明 https://prtimes.jp/user_info/media/ プレスリリースから媒体の取材につながる場合もあります。</a:t>
            </a:r>
          </a:p>
          <a:p xmlns:a="http://schemas.openxmlformats.org/drawingml/2006/main">
            <a:r>
              <a:t/>
            </a:r>
          </a:p>
          <a:p xmlns:a="http://schemas.openxmlformats.org/drawingml/2006/main">
            <a:r>
              <a:t>【2026-10-18改訂・営業説明】</a:t>
            </a:r>
          </a:p>
          <a:p xmlns:a="http://schemas.openxmlformats.org/drawingml/2006/main">
            <a:r>
              <a:t>PR TIMES全体や全プレスリリースを「広告だけ」「生活者には届かない」と扱わず、原文転載と取材記事を区別。原文転載の存在だけで取材・紹介を受けたとは説明しない。原文転載の掲載事実を告知する行為まで一律禁止とは記載しない（全媒体共通の禁止根拠は未確認）。メディくるの正式取材記事について、記事・編集主体・掲載先が明確な実績を提示する。プロの取材や掲載先だけで「広告表記不要」とは断言しない。</a:t>
            </a:r>
          </a:p>
          <a:p xmlns:a="http://schemas.openxmlformats.org/drawingml/2006/main">
            <a:r>
              <a:t>出典（2026-10-18確認）：https://tayori.com/q/prtimes-faq/detail/235179/ ; https://prtimes.com/magazine/prtimes-partner-media/ ; https://www.caa.go.jp/policies/policy/representation/fair_labeling/faq/stealth_marketing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ws-valu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メディくるのサービス設計。ニュース、企業情報、経営者情報を一貫させ、AIの引用と参照を測定します。掲載から成果への因果を保証する説明ではありません。</a:t>
            </a:r>
          </a:p>
          <a:p xmlns:a="http://schemas.openxmlformats.org/drawingml/2006/main">
            <a:r>
              <a:t/>
            </a:r>
          </a:p>
          <a:p xmlns:a="http://schemas.openxmlformats.org/drawingml/2006/main">
            <a:r>
              <a:t>【2026-10-18改訂・営業説明】</a:t>
            </a:r>
          </a:p>
          <a:p xmlns:a="http://schemas.openxmlformats.org/drawingml/2006/main">
            <a:r>
              <a:t>【つなぎのトーク】「ここまでが、ニュース掲載だけでも活用できる価値です。メディくるはここで終わらず、第三者メディアで会社への理解を深め、AI検索でどのように紹介・引用されるかを確認しながら整えます。これを一つにつなぐのが、AI検索ブランディングです。」</a:t>
            </a:r>
          </a:p>
          <a:p xmlns:a="http://schemas.openxmlformats.org/drawingml/2006/main">
            <a:r>
              <a:t>媒体運営関係は続く既存の各媒体紹介ページで開示を維持。個人運営の関連媒体まで独立した第三者評価と一括しない。AI引用・成約の自動保証や他社に不可能との排他性は主張しない。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ws-valu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取材記事の二次利用の説明例。転載・画像・ロゴ等は各媒体の利用条件と許諾に従います。</a:t>
            </a:r>
          </a:p>
          <a:p xmlns:a="http://schemas.openxmlformats.org/drawingml/2006/main">
            <a:r>
              <a:t/>
            </a:r>
          </a:p>
          <a:p xmlns:a="http://schemas.openxmlformats.org/drawingml/2006/main">
            <a:r>
              <a:t>【2026-10-18改訂・営業説明】</a:t>
            </a:r>
          </a:p>
          <a:p xmlns:a="http://schemas.openxmlformats.org/drawingml/2006/main">
            <a:r>
              <a:t>No.1比較の直後へ移動。露出価値と二次利用価値を結ぶページ。「実際の取材掲載実績」を媒体名・日付・記事URL付きで提示する。LPでは記事を読む導線、商談では顧客の検討ポイント、採用では仕事への姿勢を紹介。ロゴ・キャプチャ・全文転載は別々に許諾範囲を確認する。媒体による商品推薦や品質認証には見せない。出典：https://prtimes.com/magazine/clipping/ （二次利用手続きの一般的説明）。実際の利用権は各掲載媒体の許諾が優先。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ws-valu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営業トーク】「信用を伝えるための調査・表示支援にも、3フレーズで税別80万円からという公開料金例があります。メディくるでは、強みを説明する取材記事と、実際にニュースに掲載されたという確かめられる材料が残ります。AI検索の前に、この取材と掲載実績そのものを活用できます。」</a:t>
            </a:r>
          </a:p>
          <a:p xmlns:a="http://schemas.openxmlformats.org/drawingml/2006/main">
            <a:r>
              <a:t>料金：2026-10-18 IABで公式ページ本文を直接確認。ページ更新2026-10-16。スタンダード80万円〜税別、3フレーズまで。税込額は80万円×1.10=88万円。No.1取得や3冠を保証した金額とは扱わない。出典：https://teikoku-no1.jp/price</a:t>
            </a:r>
          </a:p>
          <a:p xmlns:a="http://schemas.openxmlformats.org/drawingml/2006/main">
            <a:r>
              <a:t>旧資料の「約100万円〜」はWeb担当者ForumのJMRA取材記事2024-12-06に基づく参考費用。今回、一次情報の現行公開料金例へ置換。今回追加の広告換算ページでは、出典年と条件を明示した参考計算を掲載。No.1費用は広告換算に合算しない。</a:t>
            </a:r>
          </a:p>
          <a:p xmlns:a="http://schemas.openxmlformats.org/drawingml/2006/main">
            <a:r>
              <a:t>3媒体への掲載を行う場合の活用比較。掲載先・本数・取材編集と配信範囲は事前に合意する。メディくるの取材・掲載・二次利用は合意した媒体と利用条件に基づく。ニュース掲載が金額面・信用効果で一律にNo.1表示を上回るとの実測主張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ews-valu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営業トーク】「No.1表示では、どの調査で何を比べたのかが根拠になります。取材掲載実績では、どの媒体に、いつ、どんな記事が掲載されたのかを、お客様自身が確かめられます。会社の背景まで読める材料をLPや商談に活用できることが、メディくるの価値です。」</a:t>
            </a:r>
          </a:p>
          <a:p xmlns:a="http://schemas.openxmlformats.org/drawingml/2006/main">
            <a:r>
              <a:t>No.1表示の一律違法・無価値という比較ではない。2024年報告書は合理的根拠の条件を整理。2026-03-12エクスコムグローバルへの課徴金納付命令は、利用経験を確かめずにサイトの印象を尋ねた調査と表示の不対応などの個別事例。今回の料金例の調査事業者に問題があるという意味ではない。</a:t>
            </a:r>
          </a:p>
          <a:p xmlns:a="http://schemas.openxmlformats.org/drawingml/2006/main">
            <a:r>
              <a:t>一次資料：https://www.caa.go.jp/policies/policy/representation/fair_labeling/survey/assets/representation_cms216_240926_02.pdf ; https://www.caa.go.jp/notice/assets/representation_cms207_260312_01.pdf</a:t>
            </a:r>
          </a:p>
          <a:p xmlns:a="http://schemas.openxmlformats.org/drawingml/2006/main">
            <a:r>
              <a:t>同じ取材記事が3媒体へ配信された場合、3回の独立取材・3社の独立評価とは扱わない。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人承認済み冒頭：広告費をかけたくないという課題から、AI検索ブランディングへの投資と、24時間365日会社の魅力を伝えるAI営業マンの便益へ。正式な大手ネットニュース記事を信頼の土台とする。広告費ゼロや成果を保証する意味ではない。料金・契約・保証条件は後段の現行3プランを維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 AI検索ブランディング診断レポートの表示見本。独自スコア・引用率・問い合わせは別の指標です。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利用者の検索行動を示す説明図です。実際の顧客ログではありません。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出典：https://www.cyberagent.co.jp/news/detail/id=33787 サイバーエージェント GEOラボ2026年8月期調査。公表2026-09-04、調査2026-08-07〜10、全国15〜69歳9,278名、インターネット調査。公式最新図の2025/5=21.3、2025/10=31.1、2026/2=44.8、2026/5=48.5、2026/8=52.3の5時点を棒グラフで表示。2025年2点はAI Modeを除き、2026年2月以降はAI Modeを含む集計範囲変更を図に近接表示。定義をまたぐ連続線や21.3→52.3の同一定義2.5倍という表現は使わない。 利用者の割合と検索回数シェアは異なります。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メディくるの提供範囲。5万円は指名検索、10万円は指名検索と一般検索。質問は説明例であり表示を保証するものではありません。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 サービス構想 p4・9。正式な取材記事、第三者メディア、AI引用の特許技術を組み合わせる設計。大手ネットニュース年2回は20万円プラン。制作量と媒体条件は個別提示します。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実掲載例：Global News Asia配信・Infoseek掲載、2026年8月7日。https://news.infoseek.co.jp/article/globalnewsasia_11607/ 掲載先と取材・編集・配信元は区別します。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メディくるの取材・記事制作工程。イラストは説明用です。数字・事実・写真の公開範囲と根拠を確認します。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予約管理サービスを題材にした架空の説明例。顧客事例や実績ではありません。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比較の参考：PR TIMES公式サービス説明 https://prtimes.jp/service/ およびメディア説明 https://prtimes.jp/user_info/media/ プレスリリースから媒体の取材につながる場合もあります。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メディくるのサービス設計。ニュース、企業情報、経営者情報を一貫させ、AIの引用と参照を測定します。掲載から成果への因果を保証する説明ではありません。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各媒体の役割と編集方針。個人運営媒体は掲載料無料と編集判断を維持します。媒体条件と制作量は個別合意です。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みんなの評判.comの実画面とメディくる掲載例。編集責任者は漆沢祐樹、掲載料無料の個人運営媒体です。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社長の取材.comの実画面と漆沢祐樹の掲載例。漆沢祐樹個人の運営・編集であり、独立した第三者評価としての表示ではありません。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 サービス構想 p4・9。一般的なAI検索の参考：Google検索セントラル https://developers.google.com/search/docs/fundamentals/ai-optimization-guide 技術の利用と、AIの引用・順位・事業成果の保証は別です。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各サービスの提供範囲を確認する比較項目です。AEO・GEO・LLMOの用語・契約範囲は各社で異なり、競合全社に正式ニュースの機能がないという断定ではありません。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メディくるの取材、記事・ニュース制作、継続運用の体制を説明しています。競合の参入不可能性や独占範囲を示すものではありません。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取材記事の二次利用の説明例。転載・画像・ロゴ等は各媒体の利用条件と許諾に従います。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AI引用率の計算方法の説明例。対象AI、質問、URL、期間、回数、有効回答条件を事前に合意し、AIごとに算出します。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メディくる診断レポートの表示例。独自スコア、AI引用率、問い合わせ・成約等の成果は別々に扱います。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引用、訪問、問い合わせ、成約の計測設計。確認できない経路は未計測として扱います。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計測の参考：Google Analytics公式説明 https://support.google.com/analytics/answer/15258820 記事からの流入を、そのままAI経由と断定することはできません。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月次報告の確認項目。対象AI・質問群・報告日・書式・改善範囲は事前合意します。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メディくるの従来サービスの導入事例5業種。導入前比、初月と4〜6か月の指標。既存の広告・営業等との併用結果でAI単独の寄与は未計測です。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従来サービスの導入事例。対象指標と導入前比の数値は当社提供資料に基づきます。既存の広告・営業等との併用結果で、AI単独の寄与は未計測です。新3プラン単独の実績ではありません。将来の記述は条件付きの期待であり、成果や時期を保証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従来サービスの導入事例。対象指標と導入前比の数値は当社提供資料に基づきます。既存の広告・営業等との併用結果で、AI単独の寄与は未計測です。新3プラン単独の実績ではありません。将来の記述は条件付きの期待であり、成果や時期を保証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従来サービスの導入事例。対象指標と導入前比の数値は当社提供資料に基づきます。既存の広告・営業等との併用結果で、AI単独の寄与は未計測です。新3プラン単独の実績ではありません。将来の記述は条件付きの期待であり、成果や時期を保証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従来サービスの導入事例。対象指標と導入前比の数値は当社提供資料に基づきます。既存の広告・営業等との併用結果で、AI単独の寄与は未計測です。新3プラン単独の実績ではありません。将来の記述は条件付きの期待であり、成果や時期を保証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の従来サービスの導入事例。対象指標と導入前比の数値は当社提供資料に基づきます。既存の広告・営業等との併用結果で、AI単独の寄与は未計測です。新3プラン単独の実績ではありません。将来の記述は条件付きの期待であり、成果や時期を保証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52.3％の出典：サイバーエージェント GEOラボ 2026年8月期調査 https://www.cyberagent.co.jp/news/detail/id=33787 2026年8月の実測52.3%と、2030年90%のメディくる当社想定を区別。90%は本人指定のシナリオで公的予測ではない。52.3→90は利用者割合の約1.72倍だが、個社の引用・売上の比例増加は主張しない。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当社の条件付き試算。24％の増加率を1.5〜2倍と仮定すると36〜48％増です。導入前100に対し124が136〜148になる計算例で、総数が1.5〜2倍になる意味ではありません。成果や時期の保証ではありません。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ユーザー指示2026-10-18。料金は月額を基準に、12か月分通常総額→年間一括→月額の順で提示。税別：5万円×12=60万円、年間50万円（税込55万円）。10万円×12=120万円、年間100万円（税込110万円）。20万円×12=240万円、年間200万円（税込220万円）。各年間一括は10か月分の金額で12か月利用、2か月分無料（16.6667%割引）。年間一括の返金・自動更新条件は新たに確約していない。月額払いの契約条件は既存のものを維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2026-10-18ユーザー指定：12か月分総額→年間一括（2か月分無料）→月額払い。全価格の税別税込を併記。既存の月額払い最低契約期間と自動更新は維持。年間一括の税別金額は月額×10、税込は1.1倍。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2026-10-18ユーザー指定：12か月分総額→年間一括（2か月分無料）→月額払い。全価格の税別税込を併記。既存の月額払い最低契約期間と自動更新は維持。年間一括の税別金額は月額×10、税込は1.1倍。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2026-10-18ユーザー指定：12か月分総額→年間一括（2か月分無料）→月額払い。全価格の税別税込を併記。既存の月額払い最低契約期間と自動更新は維持。年間一括の税別金額は月額×10、税込は1.1倍。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2026-10-18ユーザー指定：12か月分総額→年間一括（2か月分無料）→月額払い。全価格の税別税込を併記。既存の月額払い最低契約期間と自動更新は維持。年間一括の税別金額は月額×10、税込は1.1倍。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メディくるとお客様の役割分担。制作前に契約・料金・制作日程を確認し、掲載後は媒体名・掲載日・URLを共有します。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取材準備の確認項目。イラストは説明用で実際の顧客画面ではありません。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株式会社メディくる役員紹介。氏名・役職は2026年10月15日の営業資料に基づき、人物写真は原本を使用しています。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無料診断窓口 https://medikuru.com/ 無料AI検索ブランディング診断で、御社の見え方と改善点をご案内します。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-17、各社公式ページをfresh確認。LLMOチェキはグロースプラン、CINCはツール5万円＋BPO14.8万円の合計税別19.8万円。ナイルはLLMO単体30万円〜、SEO併用60万円〜だが当該公式ページで税区分・初期・最低期間は確認できないため未確認と明記。メディくるはCURRENT_STRATEGYの5/10/20万円累積、基本10万円、初期0円キャンペーン、最低期間/自動更新をそのまま継承。価格だけで同等成果や安価さを断定しない。</a:t>
            </a:r>
          </a:p>
          <a:p xmlns:a="http://schemas.openxmlformats.org/drawingml/2006/main">
            <a:r>
              <a:t>関連LLMOチェキ公式：https://llmocheki.com/pricing https://llmocheki.com/features https://llmocheki.com/terms</a:t>
            </a:r>
          </a:p>
          <a:p xmlns:a="http://schemas.openxmlformats.org/drawingml/2006/main">
            <a:r>
              <a:t>CINC公式：https://aisearchmap.jp/bpo/</a:t>
            </a:r>
          </a:p>
          <a:p xmlns:a="http://schemas.openxmlformats.org/drawingml/2006/main">
            <a:r>
              <a:t>ナイル公式：https://www.seohacks.net/service/llmo-consulting/</a:t>
            </a:r>
          </a:p>
          <a:p xmlns:a="http://schemas.openxmlformats.org/drawingml/2006/main">
            <a:r>
              <a:t/>
            </a:r>
          </a:p>
          <a:p xmlns:a="http://schemas.openxmlformats.org/drawingml/2006/main">
            <a:r>
              <a:t>v13：料金比較の表示を簡潔化。比較対象や料金・税区分は変更しない。初期費用/契約期間の詳細はこのノートで保持。メディくるは基本10万円のみ表示し、5/20万円は既存プラン頁および比較38頁で提示。</a:t>
            </a:r>
          </a:p>
          <a:p xmlns:a="http://schemas.openxmlformats.org/drawingml/2006/main">
            <a:r>
              <a:t/>
            </a:r>
          </a:p>
          <a:p xmlns:a="http://schemas.openxmlformats.org/drawingml/2006/main">
            <a:r>
              <a:t>旧料金表の詳細（表示を簡潔化したためノートで保持）：</a:t>
            </a:r>
          </a:p>
          <a:p xmlns:a="http://schemas.openxmlformats.org/drawingml/2006/main">
            <a:r>
              <a:t>LLMOチェキ / グロース（ツール）｜5万円（税別） / 税込55,000円｜0円｜6か月 または12か月契約</a:t>
            </a:r>
          </a:p>
          <a:p xmlns:a="http://schemas.openxmlformats.org/drawingml/2006/main">
            <a:r>
              <a:t>CINC AIsearchmap / BPO（実行代行）｜19.8万円（税別） / 税込217,800円｜0円｜最低6か月 / ツール5万円＋BPO14.8万円の2契約</a:t>
            </a:r>
          </a:p>
          <a:p xmlns:a="http://schemas.openxmlformats.org/drawingml/2006/main">
            <a:r>
              <a:t>ナイル / LLMOコンサル｜30万円〜 / 税区分は未確認｜未確認｜最低契約期間は未確認 / SEO併用は月60万円〜</a:t>
            </a:r>
          </a:p>
          <a:p xmlns:a="http://schemas.openxmlformats.org/drawingml/2006/main">
            <a:r>
              <a:t>メディくる / 基本・おすすめは10万円｜5万円 ／ 税込55,000円 / 10万円 ／ 税込110,000円 / 20万円 ／ 税込220,000円｜今なら0円 / キャンペーン｜5万円：最低1年・1年ごと自動更新 / 10・20万円：最低6か月 / 6か月ごと自動更新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LLMOチェキは可視化・記事生成ツール、CINC BPOはPMと実行担当が制作/改修/第三者媒体への掲載や情報修正依頼/PR・note原稿を支援、ナイルはコンサルティングの比較。公式に指名/一般の契約区分が示されていないものは要確認と表記。対象の設定自由度だけで両区分がすべて料金に含まれると推定しない。他3社について大手ネットニュースへの正式取材掲載をこの価格で確約する公開記載は確認できないが、サービスが存在しないとは断定しない。メディくるは上位プランが下位の内容を含む。</a:t>
            </a:r>
          </a:p>
          <a:p xmlns:a="http://schemas.openxmlformats.org/drawingml/2006/main">
            <a:r>
              <a:t>関連LLMOチェキ公式：https://llmocheki.com/pricing https://llmocheki.com/features https://llmocheki.com/terms</a:t>
            </a:r>
          </a:p>
          <a:p xmlns:a="http://schemas.openxmlformats.org/drawingml/2006/main">
            <a:r>
              <a:t>CINC公式：https://aisearchmap.jp/bpo/</a:t>
            </a:r>
          </a:p>
          <a:p xmlns:a="http://schemas.openxmlformats.org/drawingml/2006/main">
            <a:r>
              <a:t>ナイル公式：https://www.seohacks.net/service/llmo-consulting/</a:t>
            </a:r>
          </a:p>
          <a:p xmlns:a="http://schemas.openxmlformats.org/drawingml/2006/main">
            <a:r>
              <a:t>公式公開情報の確認日：2026年10月17日。</a:t>
            </a:r>
          </a:p>
          <a:p xmlns:a="http://schemas.openxmlformats.org/drawingml/2006/main">
            <a:r>
              <a:t>LLMOチェキ: https://llmocheki.com/features</a:t>
            </a:r>
          </a:p>
          <a:p xmlns:a="http://schemas.openxmlformats.org/drawingml/2006/main">
            <a:r>
              <a:t>CINC AIsearchmap: https://aisearchmap.jp/bpo/</a:t>
            </a:r>
          </a:p>
          <a:p xmlns:a="http://schemas.openxmlformats.org/drawingml/2006/main">
            <a:r>
              <a:t>ナイル: https://www.seohacks.net/service/llmo-consulting/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LLMOチェキ規約は特定効果/指標向上の非保証を明記。CINC BPO/ナイルは数値成果保証や料金免除の具体条件の公開記載を確認できず。CINCの4モデル×各200プロンプトを月間800回答とは解釈しない。LLMOチェキの約7,200回/月は同社公表のプラン値で、メディくるのAI引用率や他社の測定値と同一定義ではない。自社の指名50%保証構想・一般30%目標は現行v11資料/CURRENT_STRATEGYの未確定条件を維持し、新たな達成保証・未達月料金免除をここで確約しない。</a:t>
            </a:r>
          </a:p>
          <a:p xmlns:a="http://schemas.openxmlformats.org/drawingml/2006/main">
            <a:r>
              <a:t>関連LLMOチェキ公式：https://llmocheki.com/pricing https://llmocheki.com/features https://llmocheki.com/terms</a:t>
            </a:r>
          </a:p>
          <a:p xmlns:a="http://schemas.openxmlformats.org/drawingml/2006/main">
            <a:r>
              <a:t>CINC公式：https://aisearchmap.jp/bpo/</a:t>
            </a:r>
          </a:p>
          <a:p xmlns:a="http://schemas.openxmlformats.org/drawingml/2006/main">
            <a:r>
              <a:t>ナイル公式：https://www.seohacks.net/service/llmo-consulting/</a:t>
            </a:r>
          </a:p>
          <a:p xmlns:a="http://schemas.openxmlformats.org/drawingml/2006/main">
            <a:r>
              <a:t>公式公開情報の確認日：2026年10月17日。</a:t>
            </a:r>
          </a:p>
          <a:p xmlns:a="http://schemas.openxmlformats.org/drawingml/2006/main">
            <a:r>
              <a:t>LLMOチェキ: https://llmocheki.com/terms</a:t>
            </a:r>
          </a:p>
          <a:p xmlns:a="http://schemas.openxmlformats.org/drawingml/2006/main">
            <a:r>
              <a:t>CINC AIsearchmap: https://aisearchmap.jp/bpo/</a:t>
            </a:r>
          </a:p>
          <a:p xmlns:a="http://schemas.openxmlformats.org/drawingml/2006/main">
            <a:r>
              <a:t>ナイル: https://www.seohacks.net/service/llmo-consulting/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ユーザー提供「メディくる_サービス構想.pdf」2ページ目のサービス利用イメージを原画像のまま再利用。会社の魅力をAIが届けるという構想の説明図。実在の顧客・店舗・成果の証跡ではない。元画像SHA256:7b9a23fa21bf3ba5840b1f3be4ab3941572f5e3f29cd43c251eb1414600a6e64。2026-10-17ユーザーの営業資料追加依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a3601240584b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bb52a497fc4b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5d819c4321640d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c0c0142641140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b457c893434e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be6dfa00a949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EF77E7-C0FB-46A4-B2EE-8C262A6A2C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CB4E17-56B5-4ADF-8457-A724AA730AB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6E1A30-472F-4B6A-A849-C53EB48A19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011D36-46F3-4EA7-81A0-DE93892B5D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8660C63-D2DA-4F54-936B-962334DF2D6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15843F0-5B81-4BEE-AECB-D5D4C7B959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97853D-9CF1-45EC-9E80-036588162F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DDB046-4F64-4771-891E-69091724C8D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5C4706-3D4A-4A93-8DE7-12AC00B7EF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D348DC-D205-4309-8AB4-47E0610DA09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a7c8a8a2e04c9f" /><Relationship Type="http://schemas.openxmlformats.org/officeDocument/2006/relationships/slideLayout" Target="/ppt/slideLayouts/slideLayout1.xml" Id="R43a85fcd898d487b" /><Relationship Type="http://schemas.openxmlformats.org/officeDocument/2006/relationships/slideLayout" Target="/ppt/slideLayouts/slideLayout2.xml" Id="R9908861472bb457d" /><Relationship Type="http://schemas.openxmlformats.org/officeDocument/2006/relationships/slideLayout" Target="/ppt/slideLayouts/slideLayout3.xml" Id="Rc3407df97d314172" /><Relationship Type="http://schemas.openxmlformats.org/officeDocument/2006/relationships/slideLayout" Target="/ppt/slideLayouts/slideLayout4.xml" Id="R799ed8c601814fc0" /><Relationship Type="http://schemas.openxmlformats.org/officeDocument/2006/relationships/slideLayout" Target="/ppt/slideLayouts/slideLayout5.xml" Id="R622831707b0e4c86" /><Relationship Type="http://schemas.openxmlformats.org/officeDocument/2006/relationships/slideLayout" Target="/ppt/slideLayouts/slideLayout6.xml" Id="R91fc2855825941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a85fcd898d487b"/>
    <p:sldLayoutId xmlns:r="http://schemas.openxmlformats.org/officeDocument/2006/relationships" id="2147483650" r:id="R9908861472bb457d"/>
    <p:sldLayoutId xmlns:r="http://schemas.openxmlformats.org/officeDocument/2006/relationships" id="2147483651" r:id="Rc3407df97d314172"/>
    <p:sldLayoutId xmlns:r="http://schemas.openxmlformats.org/officeDocument/2006/relationships" id="2147483652" r:id="R799ed8c601814fc0"/>
    <p:sldLayoutId xmlns:r="http://schemas.openxmlformats.org/officeDocument/2006/relationships" id="2147483653" r:id="R622831707b0e4c86"/>
    <p:sldLayoutId xmlns:r="http://schemas.openxmlformats.org/officeDocument/2006/relationships" id="2147483654" r:id="R91fc2855825941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comparison-new17.xml.rels><?xml version='1.0' encoding='utf-8' standalone='yes'?>
<Relationships xmlns="http://schemas.openxmlformats.org/package/2006/relationships"><Relationship Type="http://schemas.openxmlformats.org/officeDocument/2006/relationships/slideLayout" Target="/ppt/slideLayouts/slideLayout6.xml" Id="R47732eb1f54846b4"/><Relationship Type="http://schemas.openxmlformats.org/officeDocument/2006/relationships/image" Target="/ppt/media/comparison-v3-17-image10.jpeg" Id="R239a1cabd0554ebd"/><Relationship Type="http://schemas.openxmlformats.org/officeDocument/2006/relationships/image" Target="/ppt/media/comparison-v3-17-image11.jpeg" Id="Rd840ae9f6cd04730"/><Relationship Type="http://schemas.openxmlformats.org/officeDocument/2006/relationships/image" Target="/ppt/media/comparison-v3-17-image12.jpeg" Id="Rba953dbb2a82415e"/><Relationship Type="http://schemas.openxmlformats.org/officeDocument/2006/relationships/notesSlide" Target="/ppt/notesSlides/comparison-v3-17.xml" Id="Rb9c3f4acd0b6440e"/></Relationships>
</file>

<file path=ppt/slides/_rels/slide1.xml.rels>&#65279;<?xml version="1.0" encoding="utf-8"?><Relationships xmlns="http://schemas.openxmlformats.org/package/2006/relationships"><Relationship Type="http://schemas.openxmlformats.org/officeDocument/2006/relationships/slideLayout" Target="/ppt/slideLayouts/slideLayout6.xml" Id="R69d7e8d60c7a4b14" /><Relationship Type="http://schemas.openxmlformats.org/officeDocument/2006/relationships/image" Target="/ppt/media/image.png" Id="R5acdf43b0586415e" /><Relationship Type="http://schemas.openxmlformats.org/officeDocument/2006/relationships/notesSlide" Target="/ppt/notesSlides/notesSlide1.xml" Id="R3f261892158a4e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e596f11dea464d" /><Relationship Type="http://schemas.openxmlformats.org/officeDocument/2006/relationships/image" Target="/ppt/media/image2.png" Id="R270ac823d40e40c1" /><Relationship Type="http://schemas.openxmlformats.org/officeDocument/2006/relationships/image" Target="/ppt/media/image3.png" Id="R8034b7388aa04d1f" /><Relationship Type="http://schemas.openxmlformats.org/officeDocument/2006/relationships/notesSlide" Target="/ppt/notesSlides/notesSlide2.xml" Id="Rf545e88b980148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236144399740ba" /><Relationship Type="http://schemas.openxmlformats.org/officeDocument/2006/relationships/image" Target="/ppt/media/image4.png" Id="Rb2d82ab508144e7a" /><Relationship Type="http://schemas.openxmlformats.org/officeDocument/2006/relationships/notesSlide" Target="/ppt/notesSlides/notesSlide3.xml" Id="Re2482f5d90b44a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b48e49b784e463c" /><Relationship Type="http://schemas.openxmlformats.org/officeDocument/2006/relationships/chart" Target="/ppt/slides/charts/chart1.xml" Id="Rb295eb6cee284775" /><Relationship Type="http://schemas.openxmlformats.org/officeDocument/2006/relationships/notesSlide" Target="/ppt/notesSlides/notesSlide4.xml" Id="R85809bf51ac04f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b33c461759e49b6" /><Relationship Type="http://schemas.openxmlformats.org/officeDocument/2006/relationships/notesSlide" Target="/ppt/notesSlides/notesSlide5.xml" Id="Rcd92d290a5e541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cfc603dc39462d" /><Relationship Type="http://schemas.openxmlformats.org/officeDocument/2006/relationships/notesSlide" Target="/ppt/notesSlides/notesSlide6.xml" Id="R61132baff3d34030" /></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5b7113c303114bb1"/><Relationship Type="http://schemas.openxmlformats.org/officeDocument/2006/relationships/image" Target="/ppt/media/image.bin" Id="Rf24c5b834dd84843"/><Relationship Type="http://schemas.openxmlformats.org/officeDocument/2006/relationships/notesSlide" Target="/ppt/notesSlides/news-value-8.xml" Id="R79283f46e86e448f"/></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b801acad4ea4a41" /><Relationship Type="http://schemas.openxmlformats.org/officeDocument/2006/relationships/image" Target="/ppt/media/image5.png" Id="Rf4941c1425474ada" /><Relationship Type="http://schemas.openxmlformats.org/officeDocument/2006/relationships/notesSlide" Target="/ppt/notesSlides/notesSlide8.xml" Id="R27c8567a559843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d4c6fcc9fd408a" /><Relationship Type="http://schemas.openxmlformats.org/officeDocument/2006/relationships/notesSlide" Target="/ppt/notesSlides/notesSlide9.xml" Id="Re02b8b72ffda4754" /></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665b6c25f77c45ac"/><Relationship Type="http://schemas.openxmlformats.org/officeDocument/2006/relationships/notesSlide" Target="/ppt/notesSlides/advalue-v2-11.xml" Id="R88cc349d7a364d4d"/></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c2a4f9ac48eb4dea"/><Relationship Type="http://schemas.openxmlformats.org/officeDocument/2006/relationships/notesSlide" Target="/ppt/notesSlides/news-value-12.xml" Id="Reface6aa935b42d3"/></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9dac586552f4137" /><Relationship Type="http://schemas.openxmlformats.org/officeDocument/2006/relationships/notesSlide" Target="/ppt/notesSlides/notesSlide12.xml" Id="R8135d50e84124d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98630dc05214c49" /><Relationship Type="http://schemas.openxmlformats.org/officeDocument/2006/relationships/image" Target="/ppt/media/image.jpeg" Id="R4889bdd835c84415" /><Relationship Type="http://schemas.openxmlformats.org/officeDocument/2006/relationships/image" Target="/ppt/media/image2.jpeg" Id="Rae1c4b7411fb4873" /><Relationship Type="http://schemas.openxmlformats.org/officeDocument/2006/relationships/notesSlide" Target="/ppt/notesSlides/notesSlide13.xml" Id="R9a6af32ebfa94ce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91346b3430347cf" /><Relationship Type="http://schemas.openxmlformats.org/officeDocument/2006/relationships/image" Target="/ppt/media/image3.jpeg" Id="Ra8dae37321be4706" /><Relationship Type="http://schemas.openxmlformats.org/officeDocument/2006/relationships/image" Target="/ppt/media/image4.jpeg" Id="R91df344336e64c94" /><Relationship Type="http://schemas.openxmlformats.org/officeDocument/2006/relationships/notesSlide" Target="/ppt/notesSlides/notesSlide14.xml" Id="R67733b436f2c43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4bf9664effb401b" /><Relationship Type="http://schemas.openxmlformats.org/officeDocument/2006/relationships/notesSlide" Target="/ppt/notesSlides/notesSlide15.xml" Id="Rb3d356b1685b41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f2f24c59c09410c" /><Relationship Type="http://schemas.openxmlformats.org/officeDocument/2006/relationships/notesSlide" Target="/ppt/notesSlides/notesSlide16.xml" Id="R09111b39133a485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8fc910817e24846" /><Relationship Type="http://schemas.openxmlformats.org/officeDocument/2006/relationships/notesSlide" Target="/ppt/notesSlides/notesSlide17.xml" Id="Rfe5b3b975f9449ca" /></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1d48835f9abc462a"/><Relationship Type="http://schemas.openxmlformats.org/officeDocument/2006/relationships/image" Target="/ppt/media/image6.png" Id="Rbd5a0acdbc164c7a"/><Relationship Type="http://schemas.openxmlformats.org/officeDocument/2006/relationships/notesSlide" Target="/ppt/notesSlides/news-value-19.xml" Id="Rae26d5cbfe344afc"/></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34a8df2d71945d0" /><Relationship Type="http://schemas.openxmlformats.org/officeDocument/2006/relationships/notesSlide" Target="/ppt/notesSlides/notesSlide19.xml" Id="R7ad108d25d2c40e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7dc5536fd404f88" /><Relationship Type="http://schemas.openxmlformats.org/officeDocument/2006/relationships/image" Target="/ppt/media/image7.png" Id="R6d63cdedbbbc446a" /><Relationship Type="http://schemas.openxmlformats.org/officeDocument/2006/relationships/notesSlide" Target="/ppt/notesSlides/notesSlide20.xml" Id="R961ee56108f041a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edcb49cf5854230" /><Relationship Type="http://schemas.openxmlformats.org/officeDocument/2006/relationships/notesSlide" Target="/ppt/notesSlides/notesSlide21.xml" Id="Ra9e953c93e2e438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c5e4d6daf444a06" /><Relationship Type="http://schemas.openxmlformats.org/officeDocument/2006/relationships/notesSlide" Target="/ppt/notesSlides/notesSlide22.xml" Id="Ra1440c6f20684ef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ec7b48f9c8f4734" /><Relationship Type="http://schemas.openxmlformats.org/officeDocument/2006/relationships/notesSlide" Target="/ppt/notesSlides/notesSlide23.xml" Id="Radb8009631414d4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6435bd072364620" /><Relationship Type="http://schemas.openxmlformats.org/officeDocument/2006/relationships/notesSlide" Target="/ppt/notesSlides/notesSlide24.xml" Id="R45d9b5a2ec6544f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c446e545ac94230" /><Relationship Type="http://schemas.openxmlformats.org/officeDocument/2006/relationships/chart" Target="/ppt/slides/charts/chart2.xml" Id="R40ee1f09afd94ebf" /><Relationship Type="http://schemas.openxmlformats.org/officeDocument/2006/relationships/notesSlide" Target="/ppt/notesSlides/notesSlide25.xml" Id="Re99fe7b6a417429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ef8c89551c74ec8" /><Relationship Type="http://schemas.openxmlformats.org/officeDocument/2006/relationships/chart" Target="/ppt/slides/charts/chart3.xml" Id="R1ccaddbd4bdd4e8c" /><Relationship Type="http://schemas.openxmlformats.org/officeDocument/2006/relationships/notesSlide" Target="/ppt/notesSlides/notesSlide26.xml" Id="R99ffa4d6dcc24ca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c361386cfb4487a" /><Relationship Type="http://schemas.openxmlformats.org/officeDocument/2006/relationships/chart" Target="/ppt/slides/charts/chart4.xml" Id="R866a0a3db83d402d" /><Relationship Type="http://schemas.openxmlformats.org/officeDocument/2006/relationships/notesSlide" Target="/ppt/notesSlides/notesSlide27.xml" Id="Rf0a6277f14bf480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78d34ff825f4495" /><Relationship Type="http://schemas.openxmlformats.org/officeDocument/2006/relationships/chart" Target="/ppt/slides/charts/chart5.xml" Id="R5cbea97dc2424245" /><Relationship Type="http://schemas.openxmlformats.org/officeDocument/2006/relationships/notesSlide" Target="/ppt/notesSlides/notesSlide28.xml" Id="Rabcc32ca129f4b0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71a134b8bb94df1" /><Relationship Type="http://schemas.openxmlformats.org/officeDocument/2006/relationships/chart" Target="/ppt/slides/charts/chart6.xml" Id="R38ad00c8ca4c4b03" /><Relationship Type="http://schemas.openxmlformats.org/officeDocument/2006/relationships/notesSlide" Target="/ppt/notesSlides/notesSlide29.xml" Id="Rf3137f7c1ef04b9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64659415861400f" /><Relationship Type="http://schemas.openxmlformats.org/officeDocument/2006/relationships/notesSlide" Target="/ppt/notesSlides/notesSlide30.xml" Id="Rb1720755dea2485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8a101ca13b74189" /><Relationship Type="http://schemas.openxmlformats.org/officeDocument/2006/relationships/notesSlide" Target="/ppt/notesSlides/notesSlide31.xml" Id="R994ab987ce9f41b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38b0bb3efb54722" /><Relationship Type="http://schemas.openxmlformats.org/officeDocument/2006/relationships/notesSlide" Target="/ppt/notesSlides/notesSlide32.xml" Id="Rcc6f5f5aded14eb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2fb695ce49e4109" /><Relationship Type="http://schemas.openxmlformats.org/officeDocument/2006/relationships/notesSlide" Target="/ppt/notesSlides/notesSlide33.xml" Id="Rc27f5f2ac099442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a318ca5e17d4e4e" /><Relationship Type="http://schemas.openxmlformats.org/officeDocument/2006/relationships/notesSlide" Target="/ppt/notesSlides/notesSlide34.xml" Id="R987cedbc2d7e427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cc9fa5ede29435e" /><Relationship Type="http://schemas.openxmlformats.org/officeDocument/2006/relationships/notesSlide" Target="/ppt/notesSlides/notesSlide35.xml" Id="R327a6925e453423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def18e85ed94bba" /><Relationship Type="http://schemas.openxmlformats.org/officeDocument/2006/relationships/notesSlide" Target="/ppt/notesSlides/notesSlide36.xml" Id="R983fb110f91f4fc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88f693548db4bca" /><Relationship Type="http://schemas.openxmlformats.org/officeDocument/2006/relationships/notesSlide" Target="/ppt/notesSlides/notesSlide37.xml" Id="Rb82a0b0aba06435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31b49f989b94483" /><Relationship Type="http://schemas.openxmlformats.org/officeDocument/2006/relationships/image" Target="/ppt/media/image8.png" Id="R62afffb84c0441b8" /><Relationship Type="http://schemas.openxmlformats.org/officeDocument/2006/relationships/notesSlide" Target="/ppt/notesSlides/notesSlide38.xml" Id="R0a6086af134c4c8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10a70160f0345f7" /><Relationship Type="http://schemas.openxmlformats.org/officeDocument/2006/relationships/image" Target="/ppt/media/image5.jpeg" Id="Re939485821a64134" /><Relationship Type="http://schemas.openxmlformats.org/officeDocument/2006/relationships/image" Target="/ppt/media/image6.jpeg" Id="R3ad864761741462d" /><Relationship Type="http://schemas.openxmlformats.org/officeDocument/2006/relationships/image" Target="/ppt/media/image7.jpeg" Id="R44c4922bb92046cb" /><Relationship Type="http://schemas.openxmlformats.org/officeDocument/2006/relationships/notesSlide" Target="/ppt/notesSlides/notesSlide39.xml" Id="Re5fbaaa10b5347e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26250791dc4349a0" /><Relationship Type="http://schemas.openxmlformats.org/officeDocument/2006/relationships/notesSlide" Target="/ppt/notesSlides/notesSlide40.xml" Id="R7712a4b6deeb4893" /></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270961e8e64040db"/><Relationship Type="http://schemas.openxmlformats.org/officeDocument/2006/relationships/hyperlink" Target="https://llmocheki.com/pricing" TargetMode="External" Id="R48b85810115f485d"/><Relationship Type="http://schemas.openxmlformats.org/officeDocument/2006/relationships/hyperlink" Target="https://aisearchmap.jp/bpo/" TargetMode="External" Id="R05197c5cdbf44878"/><Relationship Type="http://schemas.openxmlformats.org/officeDocument/2006/relationships/hyperlink" Target="https://www.seohacks.net/service/llmo-consulting/" TargetMode="External" Id="Rddd6aac9dc65455f"/><Relationship Type="http://schemas.openxmlformats.org/officeDocument/2006/relationships/notesSlide" Target="/ppt/notesSlides/notesSlide41.xml" Id="R7796b8d2add0410b"/></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6.xml" Id="Re7f88b6039cf47ce"/><Relationship Type="http://schemas.openxmlformats.org/officeDocument/2006/relationships/hyperlink" Target="https://llmocheki.com/features" TargetMode="External" Id="R83dd24784e864e49"/><Relationship Type="http://schemas.openxmlformats.org/officeDocument/2006/relationships/hyperlink" Target="https://aisearchmap.jp/bpo/" TargetMode="External" Id="R93c5d5da7387408d"/><Relationship Type="http://schemas.openxmlformats.org/officeDocument/2006/relationships/hyperlink" Target="https://www.seohacks.net/service/llmo-consulting/" TargetMode="External" Id="Rdfe631feb20b46b3"/><Relationship Type="http://schemas.openxmlformats.org/officeDocument/2006/relationships/notesSlide" Target="/ppt/notesSlides/notesSlide42.xml" Id="R28afba07b8fc4fe2"/></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6.xml" Id="Rde00067f76c3457b"/><Relationship Type="http://schemas.openxmlformats.org/officeDocument/2006/relationships/hyperlink" Target="https://llmocheki.com/terms" TargetMode="External" Id="Ra70c4000ac784f5b"/><Relationship Type="http://schemas.openxmlformats.org/officeDocument/2006/relationships/hyperlink" Target="https://aisearchmap.jp/bpo/" TargetMode="External" Id="R8f81decc08774df2"/><Relationship Type="http://schemas.openxmlformats.org/officeDocument/2006/relationships/hyperlink" Target="https://www.seohacks.net/service/llmo-consulting/" TargetMode="External" Id="Reb7cda131ef349ca"/><Relationship Type="http://schemas.openxmlformats.org/officeDocument/2006/relationships/notesSlide" Target="/ppt/notesSlides/notesSlide43.xml" Id="R986d4cad762f43fb"/></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6.xml" Id="Rb7786d854cc144f1"/><Relationship Type="http://schemas.openxmlformats.org/officeDocument/2006/relationships/image" Target="/ppt/media/service-usage-original-20261017.png" Id="Rfdc2a07072694c68"/><Relationship Type="http://schemas.openxmlformats.org/officeDocument/2006/relationships/notesSlide" Target="/ppt/notesSlides/notesSlide44.xml" Id="Rdcb7101edcd144fe"/></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6.xml" Id="Ra5af0d26154c4775"/><Relationship Type="http://schemas.openxmlformats.org/officeDocument/2006/relationships/notesSlide" Target="/ppt/notesSlides/comparison-v3-14.xml" Id="Rbb0991fdce064a26"/></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6.xml" Id="Racc66c2ecde144b8"/><Relationship Type="http://schemas.openxmlformats.org/officeDocument/2006/relationships/notesSlide" Target="/ppt/notesSlides/news-value-46.xml" Id="Rf43e8037a07144cd"/></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6.xml" Id="Rd80482b4e1834978"/><Relationship Type="http://schemas.openxmlformats.org/officeDocument/2006/relationships/notesSlide" Target="/ppt/notesSlides/advalue-v2-47.xml" Id="R1bc5ce71bf8f46cb"/></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6.xml" Id="Rfe6fbe2235ef46f8"/><Relationship Type="http://schemas.openxmlformats.org/officeDocument/2006/relationships/notesSlide" Target="/ppt/notesSlides/comparison-v3-13.xml" Id="R788e1d0d2a8442bb"/></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生成AIを検索に使う人の割合</c:v>
          </c:tx>
          <c:spPr>
            <ns0:solidFill xmlns:ns0="http://schemas.openxmlformats.org/drawingml/2006/main">
              <ns0:srgbClr val="182E65"/>
            </ns0:solidFill>
          </c:spPr>
          <c:cat>
            <c:strRef>
              <c:f>'Chart Data'!$A$2:$A$6</c:f>
              <c:strCache>
                <c:ptCount val="5"/>
                <c:pt idx="0">
                  <c:v>2025/5</c:v>
                </c:pt>
                <c:pt idx="1">
                  <c:v>2025/10</c:v>
                </c:pt>
                <c:pt idx="2">
                  <c:v>2026/2</c:v>
                </c:pt>
                <c:pt idx="3">
                  <c:v>2026/5</c:v>
                </c:pt>
                <c:pt idx="4">
                  <c:v>2026/8</c:v>
                </c:pt>
              </c:strCache>
            </c:strRef>
          </c:cat>
          <c:val>
            <c:numRef>
              <c:f>'Chart Data'!$B$2:$B$6</c:f>
              <c:numCache>
                <c:formatCode>0"%"</c:formatCode>
                <c:ptCount val="5"/>
                <c:pt idx="0">
                  <c:v>21.3</c:v>
                </c:pt>
                <c:pt idx="1">
                  <c:v>31.1</c:v>
                </c:pt>
                <c:pt idx="2">
                  <c:v>44.8</c:v>
                </c:pt>
                <c:pt idx="3">
                  <c:v>48.5</c:v>
                </c:pt>
                <c:pt idx="4">
                  <c:v>52.3</c:v>
                </c:pt>
              </c:numCache>
            </c:numRef>
          </c:val>
        </c:ser>
        <c:dLbls>
          <c:dLblPos val="outEnd"/>
          <c:numFmt formatCode="0.0&quot;%&quot;" sourceLinked="0"/>
          <c:txPr>
            <a:bodyPr xmlns:a="http://schemas.openxmlformats.org/drawingml/2006/main" anchorCtr="1"/>
            <a:lstStyle xmlns:a="http://schemas.openxmlformats.org/drawingml/2006/main"/>
            <a:p xmlns:a="http://schemas.openxmlformats.org/drawingml/2006/main">
              <a:pPr>
                <a:defRPr sz="1425" b="1">
                  <a:solidFill>
                    <a:srgbClr val="182E65"/>
                  </a:solidFill>
                  <a:latin typeface="Noto Sans JP"/>
                  <a:ea typeface="Noto Sans JP"/>
                  <a:cs typeface="Noto Sans JP"/>
                </a:defRPr>
              </a:pPr>
            </a:p>
          </c:txPr>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DE5"/>
            </a:solidFill>
          </a:ln>
        </c:spPr>
        <c:txPr>
          <a:bodyPr xmlns:a="http://schemas.openxmlformats.org/drawingml/2006/main" anchorCtr="1"/>
          <a:lstStyle xmlns:a="http://schemas.openxmlformats.org/drawingml/2006/main"/>
          <a:p xmlns:a="http://schemas.openxmlformats.org/drawingml/2006/main">
            <a:pPr>
              <a:defRPr sz="1350">
                <a:solidFill>
                  <a:srgbClr val="526078"/>
                </a:solidFill>
                <a:latin typeface="Noto Sans JP"/>
                <a:ea typeface="Noto Sans JP"/>
                <a:cs typeface="Noto Sans JP"/>
              </a:defRPr>
            </a:pPr>
          </a:p>
        </c:txPr>
        <c:crossAx val="48672768"/>
      </c:catAx>
      <c:valAx>
        <c:axId val="48672768"/>
        <c:scaling>
          <c:orientation val="minMax"/>
          <c:max val="60"/>
          <c:min val="0"/>
        </c:scaling>
        <c:delete val="0"/>
        <c:axPos val="l"/>
        <c:majorGridlines>
          <c:spPr>
            <a:ln xmlns:a="http://schemas.openxmlformats.org/drawingml/2006/main" w="9525">
              <a:solidFill>
                <a:srgbClr val="D8DDE5"/>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078"/>
                </a:solidFill>
                <a:latin typeface="Noto Sans JP"/>
                <a:ea typeface="Noto Sans JP"/>
                <a:cs typeface="Noto Sans JP"/>
              </a:defRPr>
            </a:pPr>
          </a:p>
        </c:txPr>
        <c:crossAx val="48650112"/>
        <c:crossBetween val="between"/>
        <c:majorUnit val="2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導入前比の増加率</c:v>
          </c:tx>
          <c:spPr>
            <a:solidFill xmlns:a="http://schemas.openxmlformats.org/drawingml/2006/main">
              <a:srgbClr val="182E65"/>
            </a:solidFill>
          </c:spPr>
          <c:invertIfNegative val="0"/>
          <c:cat>
            <c:strRef>
              <c:f>'Chart Data'!$A$2:$A$3</c:f>
              <c:strCache>
                <c:ptCount val="2"/>
                <c:pt idx="0">
                  <c:v>初月</c:v>
                </c:pt>
                <c:pt idx="1">
                  <c:v>4〜6か月</c:v>
                </c:pt>
              </c:strCache>
            </c:strRef>
          </c:cat>
          <c:val>
            <c:numRef>
              <c:f>'Chart Data'!$B$2:$B$3</c:f>
              <c:numCache>
                <c:formatCode>0"%"</c:formatCode>
                <c:ptCount val="2"/>
                <c:pt idx="0">
                  <c:v>12</c:v>
                </c:pt>
                <c:pt idx="1">
                  <c:v>24</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725" b="1">
                  <a:solidFill>
                    <a:srgbClr val="182E65"/>
                  </a:solidFill>
                  <a:latin typeface="Noto Sans JP"/>
                  <a:ea typeface="Noto Sans JP"/>
                  <a:cs typeface="Noto Sans JP"/>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DE5"/>
            </a:solidFill>
          </a:ln>
        </c:spPr>
        <c:txPr>
          <a:bodyPr xmlns:a="http://schemas.openxmlformats.org/drawingml/2006/main" anchorCtr="1"/>
          <a:lstStyle xmlns:a="http://schemas.openxmlformats.org/drawingml/2006/main"/>
          <a:p xmlns:a="http://schemas.openxmlformats.org/drawingml/2006/main">
            <a:pPr>
              <a:defRPr sz="1425">
                <a:solidFill>
                  <a:srgbClr val="526078"/>
                </a:solidFill>
                <a:latin typeface="Noto Sans JP"/>
                <a:ea typeface="Noto Sans JP"/>
                <a:cs typeface="Noto Sans JP"/>
              </a:defRPr>
            </a:pPr>
          </a:p>
        </c:txPr>
        <c:crossAx val="48672768"/>
      </c:catAx>
      <c:valAx>
        <c:axId val="48672768"/>
        <c:scaling>
          <c:orientation val="minMax"/>
          <c:max val="30"/>
          <c:min val="0"/>
        </c:scaling>
        <c:delete val="0"/>
        <c:axPos val="l"/>
        <c:majorGridlines>
          <c:spPr>
            <a:ln xmlns:a="http://schemas.openxmlformats.org/drawingml/2006/main" w="9525">
              <a:solidFill>
                <a:srgbClr val="D8DDE5"/>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078"/>
                </a:solidFill>
                <a:latin typeface="Noto Sans JP"/>
                <a:ea typeface="Noto Sans JP"/>
                <a:cs typeface="Noto Sans JP"/>
              </a:defRPr>
            </a:pPr>
          </a:p>
        </c:txPr>
        <c:crossAx val="48650112"/>
        <c:crossBetween val="between"/>
        <c:majorUnit val="1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導入前比の増加率</c:v>
          </c:tx>
          <c:spPr>
            <a:solidFill xmlns:a="http://schemas.openxmlformats.org/drawingml/2006/main">
              <a:srgbClr val="182E65"/>
            </a:solidFill>
          </c:spPr>
          <c:invertIfNegative val="0"/>
          <c:cat>
            <c:strRef>
              <c:f>'Chart Data'!$A$2:$A$3</c:f>
              <c:strCache>
                <c:ptCount val="2"/>
                <c:pt idx="0">
                  <c:v>初月</c:v>
                </c:pt>
                <c:pt idx="1">
                  <c:v>4〜6か月</c:v>
                </c:pt>
              </c:strCache>
            </c:strRef>
          </c:cat>
          <c:val>
            <c:numRef>
              <c:f>'Chart Data'!$B$2:$B$3</c:f>
              <c:numCache>
                <c:formatCode>0"%"</c:formatCode>
                <c:ptCount val="2"/>
                <c:pt idx="0">
                  <c:v>9</c:v>
                </c:pt>
                <c:pt idx="1">
                  <c:v>19</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725" b="1">
                  <a:solidFill>
                    <a:srgbClr val="182E65"/>
                  </a:solidFill>
                  <a:latin typeface="Noto Sans JP"/>
                  <a:ea typeface="Noto Sans JP"/>
                  <a:cs typeface="Noto Sans JP"/>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DE5"/>
            </a:solidFill>
          </a:ln>
        </c:spPr>
        <c:txPr>
          <a:bodyPr xmlns:a="http://schemas.openxmlformats.org/drawingml/2006/main" anchorCtr="1"/>
          <a:lstStyle xmlns:a="http://schemas.openxmlformats.org/drawingml/2006/main"/>
          <a:p xmlns:a="http://schemas.openxmlformats.org/drawingml/2006/main">
            <a:pPr>
              <a:defRPr sz="1425">
                <a:solidFill>
                  <a:srgbClr val="526078"/>
                </a:solidFill>
                <a:latin typeface="Noto Sans JP"/>
                <a:ea typeface="Noto Sans JP"/>
                <a:cs typeface="Noto Sans JP"/>
              </a:defRPr>
            </a:pPr>
          </a:p>
        </c:txPr>
        <c:crossAx val="48672768"/>
      </c:catAx>
      <c:valAx>
        <c:axId val="48672768"/>
        <c:scaling>
          <c:orientation val="minMax"/>
          <c:max val="30"/>
          <c:min val="0"/>
        </c:scaling>
        <c:delete val="0"/>
        <c:axPos val="l"/>
        <c:majorGridlines>
          <c:spPr>
            <a:ln xmlns:a="http://schemas.openxmlformats.org/drawingml/2006/main" w="9525">
              <a:solidFill>
                <a:srgbClr val="D8DDE5"/>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078"/>
                </a:solidFill>
                <a:latin typeface="Noto Sans JP"/>
                <a:ea typeface="Noto Sans JP"/>
                <a:cs typeface="Noto Sans JP"/>
              </a:defRPr>
            </a:pPr>
          </a:p>
        </c:txPr>
        <c:crossAx val="48650112"/>
        <c:crossBetween val="between"/>
        <c:majorUnit val="1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導入前比の増加率</c:v>
          </c:tx>
          <c:spPr>
            <a:solidFill xmlns:a="http://schemas.openxmlformats.org/drawingml/2006/main">
              <a:srgbClr val="182E65"/>
            </a:solidFill>
          </c:spPr>
          <c:invertIfNegative val="0"/>
          <c:cat>
            <c:strRef>
              <c:f>'Chart Data'!$A$2:$A$3</c:f>
              <c:strCache>
                <c:ptCount val="2"/>
                <c:pt idx="0">
                  <c:v>初月</c:v>
                </c:pt>
                <c:pt idx="1">
                  <c:v>4〜6か月</c:v>
                </c:pt>
              </c:strCache>
            </c:strRef>
          </c:cat>
          <c:val>
            <c:numRef>
              <c:f>'Chart Data'!$B$2:$B$3</c:f>
              <c:numCache>
                <c:formatCode>0"%"</c:formatCode>
                <c:ptCount val="2"/>
                <c:pt idx="0">
                  <c:v>11</c:v>
                </c:pt>
                <c:pt idx="1">
                  <c:v>21</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725" b="1">
                  <a:solidFill>
                    <a:srgbClr val="182E65"/>
                  </a:solidFill>
                  <a:latin typeface="Noto Sans JP"/>
                  <a:ea typeface="Noto Sans JP"/>
                  <a:cs typeface="Noto Sans JP"/>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DE5"/>
            </a:solidFill>
          </a:ln>
        </c:spPr>
        <c:txPr>
          <a:bodyPr xmlns:a="http://schemas.openxmlformats.org/drawingml/2006/main" anchorCtr="1"/>
          <a:lstStyle xmlns:a="http://schemas.openxmlformats.org/drawingml/2006/main"/>
          <a:p xmlns:a="http://schemas.openxmlformats.org/drawingml/2006/main">
            <a:pPr>
              <a:defRPr sz="1425">
                <a:solidFill>
                  <a:srgbClr val="526078"/>
                </a:solidFill>
                <a:latin typeface="Noto Sans JP"/>
                <a:ea typeface="Noto Sans JP"/>
                <a:cs typeface="Noto Sans JP"/>
              </a:defRPr>
            </a:pPr>
          </a:p>
        </c:txPr>
        <c:crossAx val="48672768"/>
      </c:catAx>
      <c:valAx>
        <c:axId val="48672768"/>
        <c:scaling>
          <c:orientation val="minMax"/>
          <c:max val="30"/>
          <c:min val="0"/>
        </c:scaling>
        <c:delete val="0"/>
        <c:axPos val="l"/>
        <c:majorGridlines>
          <c:spPr>
            <a:ln xmlns:a="http://schemas.openxmlformats.org/drawingml/2006/main" w="9525">
              <a:solidFill>
                <a:srgbClr val="D8DDE5"/>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078"/>
                </a:solidFill>
                <a:latin typeface="Noto Sans JP"/>
                <a:ea typeface="Noto Sans JP"/>
                <a:cs typeface="Noto Sans JP"/>
              </a:defRPr>
            </a:pPr>
          </a:p>
        </c:txPr>
        <c:crossAx val="48650112"/>
        <c:crossBetween val="between"/>
        <c:majorUnit val="1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導入前比の増加率</c:v>
          </c:tx>
          <c:spPr>
            <a:solidFill xmlns:a="http://schemas.openxmlformats.org/drawingml/2006/main">
              <a:srgbClr val="182E65"/>
            </a:solidFill>
          </c:spPr>
          <c:invertIfNegative val="0"/>
          <c:cat>
            <c:strRef>
              <c:f>'Chart Data'!$A$2:$A$3</c:f>
              <c:strCache>
                <c:ptCount val="2"/>
                <c:pt idx="0">
                  <c:v>初月</c:v>
                </c:pt>
                <c:pt idx="1">
                  <c:v>4〜6か月</c:v>
                </c:pt>
              </c:strCache>
            </c:strRef>
          </c:cat>
          <c:val>
            <c:numRef>
              <c:f>'Chart Data'!$B$2:$B$3</c:f>
              <c:numCache>
                <c:formatCode>0"%"</c:formatCode>
                <c:ptCount val="2"/>
                <c:pt idx="0">
                  <c:v>11</c:v>
                </c:pt>
                <c:pt idx="1">
                  <c:v>22</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725" b="1">
                  <a:solidFill>
                    <a:srgbClr val="182E65"/>
                  </a:solidFill>
                  <a:latin typeface="Noto Sans JP"/>
                  <a:ea typeface="Noto Sans JP"/>
                  <a:cs typeface="Noto Sans JP"/>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DE5"/>
            </a:solidFill>
          </a:ln>
        </c:spPr>
        <c:txPr>
          <a:bodyPr xmlns:a="http://schemas.openxmlformats.org/drawingml/2006/main" anchorCtr="1"/>
          <a:lstStyle xmlns:a="http://schemas.openxmlformats.org/drawingml/2006/main"/>
          <a:p xmlns:a="http://schemas.openxmlformats.org/drawingml/2006/main">
            <a:pPr>
              <a:defRPr sz="1425">
                <a:solidFill>
                  <a:srgbClr val="526078"/>
                </a:solidFill>
                <a:latin typeface="Noto Sans JP"/>
                <a:ea typeface="Noto Sans JP"/>
                <a:cs typeface="Noto Sans JP"/>
              </a:defRPr>
            </a:pPr>
          </a:p>
        </c:txPr>
        <c:crossAx val="48672768"/>
      </c:catAx>
      <c:valAx>
        <c:axId val="48672768"/>
        <c:scaling>
          <c:orientation val="minMax"/>
          <c:max val="30"/>
          <c:min val="0"/>
        </c:scaling>
        <c:delete val="0"/>
        <c:axPos val="l"/>
        <c:majorGridlines>
          <c:spPr>
            <a:ln xmlns:a="http://schemas.openxmlformats.org/drawingml/2006/main" w="9525">
              <a:solidFill>
                <a:srgbClr val="D8DDE5"/>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078"/>
                </a:solidFill>
                <a:latin typeface="Noto Sans JP"/>
                <a:ea typeface="Noto Sans JP"/>
                <a:cs typeface="Noto Sans JP"/>
              </a:defRPr>
            </a:pPr>
          </a:p>
        </c:txPr>
        <c:crossAx val="48650112"/>
        <c:crossBetween val="between"/>
        <c:majorUnit val="1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導入前比の増加率</c:v>
          </c:tx>
          <c:spPr>
            <a:solidFill xmlns:a="http://schemas.openxmlformats.org/drawingml/2006/main">
              <a:srgbClr val="182E65"/>
            </a:solidFill>
          </c:spPr>
          <c:invertIfNegative val="0"/>
          <c:cat>
            <c:strRef>
              <c:f>'Chart Data'!$A$2:$A$3</c:f>
              <c:strCache>
                <c:ptCount val="2"/>
                <c:pt idx="0">
                  <c:v>初月</c:v>
                </c:pt>
                <c:pt idx="1">
                  <c:v>4〜6か月</c:v>
                </c:pt>
              </c:strCache>
            </c:strRef>
          </c:cat>
          <c:val>
            <c:numRef>
              <c:f>'Chart Data'!$B$2:$B$3</c:f>
              <c:numCache>
                <c:formatCode>0"%"</c:formatCode>
                <c:ptCount val="2"/>
                <c:pt idx="0">
                  <c:v>12</c:v>
                </c:pt>
                <c:pt idx="1">
                  <c:v>23</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1725" b="1">
                  <a:solidFill>
                    <a:srgbClr val="182E65"/>
                  </a:solidFill>
                  <a:latin typeface="Noto Sans JP"/>
                  <a:ea typeface="Noto Sans JP"/>
                  <a:cs typeface="Noto Sans JP"/>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DE5"/>
            </a:solidFill>
          </a:ln>
        </c:spPr>
        <c:txPr>
          <a:bodyPr xmlns:a="http://schemas.openxmlformats.org/drawingml/2006/main" anchorCtr="1"/>
          <a:lstStyle xmlns:a="http://schemas.openxmlformats.org/drawingml/2006/main"/>
          <a:p xmlns:a="http://schemas.openxmlformats.org/drawingml/2006/main">
            <a:pPr>
              <a:defRPr sz="1425">
                <a:solidFill>
                  <a:srgbClr val="526078"/>
                </a:solidFill>
                <a:latin typeface="Noto Sans JP"/>
                <a:ea typeface="Noto Sans JP"/>
                <a:cs typeface="Noto Sans JP"/>
              </a:defRPr>
            </a:pPr>
          </a:p>
        </c:txPr>
        <c:crossAx val="48672768"/>
      </c:catAx>
      <c:valAx>
        <c:axId val="48672768"/>
        <c:scaling>
          <c:orientation val="minMax"/>
          <c:max val="30"/>
          <c:min val="0"/>
        </c:scaling>
        <c:delete val="0"/>
        <c:axPos val="l"/>
        <c:majorGridlines>
          <c:spPr>
            <a:ln xmlns:a="http://schemas.openxmlformats.org/drawingml/2006/main" w="9525">
              <a:solidFill>
                <a:srgbClr val="D8DDE5"/>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26078"/>
                </a:solidFill>
                <a:latin typeface="Noto Sans JP"/>
                <a:ea typeface="Noto Sans JP"/>
                <a:cs typeface="Noto Sans JP"/>
              </a:defRPr>
            </a:pPr>
          </a:p>
        </c:txPr>
        <c:crossAx val="48650112"/>
        <c:crossBetween val="between"/>
        <c:majorUnit val="1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omparison-new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section">
            <a:extLst xmlns:a="http://schemas.openxmlformats.org/drawingml/2006/main">
              <a:ext uri="{FF2B5EF4-FFF2-40B4-BE49-F238E27FC236}">
                <a16:creationId xmlns:a16="http://schemas.microsoft.com/office/drawing/2014/main" id="{AD516E6B-23B8-4800-8F38-D423F5D461C9}"/>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ニュース掲載実績の活用</a:t>
            </a:r>
          </a:p>
        </p:txBody>
      </p:sp>
      <p:sp>
        <p:nvSpPr>
          <p:cNvPr id="2" name="title">
            <a:extLst xmlns:a="http://schemas.openxmlformats.org/drawingml/2006/main">
              <a:ext uri="{FF2B5EF4-FFF2-40B4-BE49-F238E27FC236}">
                <a16:creationId xmlns:a16="http://schemas.microsoft.com/office/drawing/2014/main" id="{B6B06988-90AB-4037-A082-B5ADEB968D0D}"/>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2E65"/>
                </a:solidFill>
                <a:latin typeface="Noto Sans JP"/>
                <a:ea typeface="Noto Sans JP"/>
                <a:cs typeface="Noto Sans JP"/>
              </a:defRPr>
            </a:defPPr>
            <a:lvl1pPr algn="l">
              <a:defRPr sz="3000" b="1">
                <a:solidFill>
                  <a:srgbClr val="182E65"/>
                </a:solidFill>
                <a:latin typeface="Noto Sans JP"/>
                <a:ea typeface="Noto Sans JP"/>
                <a:cs typeface="Noto Sans JP"/>
              </a:defRPr>
            </a:lvl1pPr>
            <a:lvl2pPr algn="l">
              <a:defRPr sz="3000" b="1">
                <a:solidFill>
                  <a:srgbClr val="182E65"/>
                </a:solidFill>
                <a:latin typeface="Noto Sans JP"/>
                <a:ea typeface="Noto Sans JP"/>
                <a:cs typeface="Noto Sans JP"/>
              </a:defRPr>
            </a:lvl2pPr>
            <a:lvl3pPr algn="l">
              <a:defRPr sz="3000" b="1">
                <a:solidFill>
                  <a:srgbClr val="182E65"/>
                </a:solidFill>
                <a:latin typeface="Noto Sans JP"/>
                <a:ea typeface="Noto Sans JP"/>
                <a:cs typeface="Noto Sans JP"/>
              </a:defRPr>
            </a:lvl3pPr>
            <a:lvl4pPr algn="l">
              <a:defRPr sz="3000" b="1">
                <a:solidFill>
                  <a:srgbClr val="182E65"/>
                </a:solidFill>
                <a:latin typeface="Noto Sans JP"/>
                <a:ea typeface="Noto Sans JP"/>
                <a:cs typeface="Noto Sans JP"/>
              </a:defRPr>
            </a:lvl4pPr>
            <a:lvl5pPr algn="l">
              <a:defRPr sz="3000" b="1">
                <a:solidFill>
                  <a:srgbClr val="182E65"/>
                </a:solidFill>
                <a:latin typeface="Noto Sans JP"/>
                <a:ea typeface="Noto Sans JP"/>
                <a:cs typeface="Noto Sans JP"/>
              </a:defRPr>
            </a:lvl5pPr>
            <a:lvl6pPr algn="l">
              <a:defRPr sz="3000" b="1">
                <a:solidFill>
                  <a:srgbClr val="182E65"/>
                </a:solidFill>
                <a:latin typeface="Noto Sans JP"/>
                <a:ea typeface="Noto Sans JP"/>
                <a:cs typeface="Noto Sans JP"/>
              </a:defRPr>
            </a:lvl6pPr>
            <a:lvl7pPr algn="l">
              <a:defRPr sz="3000" b="1">
                <a:solidFill>
                  <a:srgbClr val="182E65"/>
                </a:solidFill>
                <a:latin typeface="Noto Sans JP"/>
                <a:ea typeface="Noto Sans JP"/>
                <a:cs typeface="Noto Sans JP"/>
              </a:defRPr>
            </a:lvl7pPr>
            <a:lvl8pPr algn="l">
              <a:defRPr sz="3000" b="1">
                <a:solidFill>
                  <a:srgbClr val="182E65"/>
                </a:solidFill>
                <a:latin typeface="Noto Sans JP"/>
                <a:ea typeface="Noto Sans JP"/>
                <a:cs typeface="Noto Sans JP"/>
              </a:defRPr>
            </a:lvl8pPr>
            <a:lvl9pPr algn="l">
              <a:defRPr sz="3000" b="1">
                <a:solidFill>
                  <a:srgbClr val="182E65"/>
                </a:solidFill>
                <a:latin typeface="Noto Sans JP"/>
                <a:ea typeface="Noto Sans JP"/>
                <a:cs typeface="Noto Sans JP"/>
              </a:defRPr>
            </a:lvl9pPr>
          </a:lstStyle>
          <a:p xmlns:a="http://schemas.openxmlformats.org/drawingml/2006/main">
            <a:pPr algn="l">
              <a:defRPr sz="3000" b="1">
                <a:solidFill>
                  <a:srgbClr val="182E65"/>
                </a:solidFill>
                <a:latin typeface="Noto Sans JP"/>
                <a:ea typeface="Noto Sans JP"/>
                <a:cs typeface="Noto Sans JP"/>
              </a:defRPr>
            </a:pPr>
            <a:r>
              <a:rPr sz="3000" b="1">
                <a:solidFill>
                  <a:srgbClr val="182E65"/>
                </a:solidFill>
                <a:latin typeface="Noto Sans JP"/>
                <a:ea typeface="Noto Sans JP"/>
                <a:cs typeface="Noto Sans JP"/>
              </a:rPr>
              <a:t>No.1表記に代わる、ニュース掲載実績をLPへ</a:t>
            </a:r>
          </a:p>
        </p:txBody>
      </p:sp>
      <p:sp>
        <p:nvSpPr>
          <p:cNvPr id="3" name="">
            <a:extLst xmlns:a="http://schemas.openxmlformats.org/drawingml/2006/main">
              <a:ext uri="{FF2B5EF4-FFF2-40B4-BE49-F238E27FC236}">
                <a16:creationId xmlns:a16="http://schemas.microsoft.com/office/drawing/2014/main" id="{436081D4-D968-48A6-8522-7EDB1AE83A2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A3E88A8E-51B6-4F26-ADF4-3C3E429FB899}"/>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D3EE7328-E95D-4850-872B-7C0EF55CC3FA}"/>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17</a:t>
            </a:r>
          </a:p>
        </p:txBody>
      </p:sp>
      <p:sp>
        <p:nvSpPr>
          <p:cNvPr id="6" name="left-heading">
            <a:extLst xmlns:a="http://schemas.openxmlformats.org/drawingml/2006/main">
              <a:ext uri="{FF2B5EF4-FFF2-40B4-BE49-F238E27FC236}">
                <a16:creationId xmlns:a16="http://schemas.microsoft.com/office/drawing/2014/main" id="{386164AC-26C1-4B4D-B978-B3D1F78C2C71}"/>
              </a:ext>
            </a:extLst>
          </p:cNvPr>
          <p:cNvSpPr>
            <a:spLocks xmlns:a="http://schemas.openxmlformats.org/drawingml/2006/main" noGrp="1"/>
          </p:cNvSpPr>
          <p:nvPr/>
        </p:nvSpPr>
        <p:spPr>
          <a:xfrm xmlns:a="http://schemas.openxmlformats.org/drawingml/2006/main">
            <a:off x="609600" y="1752600"/>
            <a:ext cx="352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82E65"/>
                </a:solidFill>
                <a:latin typeface="Noto Sans JP"/>
                <a:ea typeface="Noto Sans JP"/>
                <a:cs typeface="Noto Sans JP"/>
              </a:defRPr>
            </a:defPPr>
            <a:lvl1pPr algn="l">
              <a:defRPr sz="2025" b="1">
                <a:solidFill>
                  <a:srgbClr val="182E65"/>
                </a:solidFill>
                <a:latin typeface="Noto Sans JP"/>
                <a:ea typeface="Noto Sans JP"/>
                <a:cs typeface="Noto Sans JP"/>
              </a:defRPr>
            </a:lvl1pPr>
            <a:lvl2pPr algn="l">
              <a:defRPr sz="2025" b="1">
                <a:solidFill>
                  <a:srgbClr val="182E65"/>
                </a:solidFill>
                <a:latin typeface="Noto Sans JP"/>
                <a:ea typeface="Noto Sans JP"/>
                <a:cs typeface="Noto Sans JP"/>
              </a:defRPr>
            </a:lvl2pPr>
            <a:lvl3pPr algn="l">
              <a:defRPr sz="2025" b="1">
                <a:solidFill>
                  <a:srgbClr val="182E65"/>
                </a:solidFill>
                <a:latin typeface="Noto Sans JP"/>
                <a:ea typeface="Noto Sans JP"/>
                <a:cs typeface="Noto Sans JP"/>
              </a:defRPr>
            </a:lvl3pPr>
            <a:lvl4pPr algn="l">
              <a:defRPr sz="2025" b="1">
                <a:solidFill>
                  <a:srgbClr val="182E65"/>
                </a:solidFill>
                <a:latin typeface="Noto Sans JP"/>
                <a:ea typeface="Noto Sans JP"/>
                <a:cs typeface="Noto Sans JP"/>
              </a:defRPr>
            </a:lvl4pPr>
            <a:lvl5pPr algn="l">
              <a:defRPr sz="2025" b="1">
                <a:solidFill>
                  <a:srgbClr val="182E65"/>
                </a:solidFill>
                <a:latin typeface="Noto Sans JP"/>
                <a:ea typeface="Noto Sans JP"/>
                <a:cs typeface="Noto Sans JP"/>
              </a:defRPr>
            </a:lvl5pPr>
            <a:lvl6pPr algn="l">
              <a:defRPr sz="2025" b="1">
                <a:solidFill>
                  <a:srgbClr val="182E65"/>
                </a:solidFill>
                <a:latin typeface="Noto Sans JP"/>
                <a:ea typeface="Noto Sans JP"/>
                <a:cs typeface="Noto Sans JP"/>
              </a:defRPr>
            </a:lvl6pPr>
            <a:lvl7pPr algn="l">
              <a:defRPr sz="2025" b="1">
                <a:solidFill>
                  <a:srgbClr val="182E65"/>
                </a:solidFill>
                <a:latin typeface="Noto Sans JP"/>
                <a:ea typeface="Noto Sans JP"/>
                <a:cs typeface="Noto Sans JP"/>
              </a:defRPr>
            </a:lvl7pPr>
            <a:lvl8pPr algn="l">
              <a:defRPr sz="2025" b="1">
                <a:solidFill>
                  <a:srgbClr val="182E65"/>
                </a:solidFill>
                <a:latin typeface="Noto Sans JP"/>
                <a:ea typeface="Noto Sans JP"/>
                <a:cs typeface="Noto Sans JP"/>
              </a:defRPr>
            </a:lvl8pPr>
            <a:lvl9pPr algn="l">
              <a:defRPr sz="2025" b="1">
                <a:solidFill>
                  <a:srgbClr val="182E65"/>
                </a:solidFill>
                <a:latin typeface="Noto Sans JP"/>
                <a:ea typeface="Noto Sans JP"/>
                <a:cs typeface="Noto Sans JP"/>
              </a:defRPr>
            </a:lvl9pPr>
          </a:lstStyle>
          <a:p xmlns:a="http://schemas.openxmlformats.org/drawingml/2006/main">
            <a:pPr algn="l">
              <a:defRPr sz="2025" b="1">
                <a:solidFill>
                  <a:srgbClr val="182E65"/>
                </a:solidFill>
                <a:latin typeface="Noto Sans JP"/>
                <a:ea typeface="Noto Sans JP"/>
                <a:cs typeface="Noto Sans JP"/>
              </a:defRPr>
            </a:pPr>
            <a:r>
              <a:rPr sz="2025" b="1">
                <a:solidFill>
                  <a:srgbClr val="182E65"/>
                </a:solidFill>
                <a:latin typeface="Noto Sans JP"/>
                <a:ea typeface="Noto Sans JP"/>
                <a:cs typeface="Noto Sans JP"/>
              </a:rPr>
              <a:t>よく見る「No.1」表記</a:t>
            </a:r>
          </a:p>
        </p:txBody>
      </p:sp>
      <p:sp>
        <p:nvSpPr>
          <p:cNvPr id="7" name="badge-0">
            <a:extLst xmlns:a="http://schemas.openxmlformats.org/drawingml/2006/main">
              <a:ext uri="{FF2B5EF4-FFF2-40B4-BE49-F238E27FC236}">
                <a16:creationId xmlns:a16="http://schemas.microsoft.com/office/drawing/2014/main" id="{C2EDFCDA-A1D5-4E38-9846-03092527E7F2}"/>
              </a:ext>
            </a:extLst>
          </p:cNvPr>
          <p:cNvSpPr>
            <a:spLocks xmlns:a="http://schemas.openxmlformats.org/drawingml/2006/main" noGrp="1"/>
          </p:cNvSpPr>
          <p:nvPr/>
        </p:nvSpPr>
        <p:spPr>
          <a:xfrm xmlns:a="http://schemas.openxmlformats.org/drawingml/2006/main">
            <a:off x="695325" y="2276475"/>
            <a:ext cx="990600" cy="990600"/>
          </a:xfrm>
          <a:prstGeom xmlns:a="http://schemas.openxmlformats.org/drawingml/2006/main" prst="ellipse">
            <a:avLst/>
          </a:prstGeom>
          <a:solidFill xmlns:a="http://schemas.openxmlformats.org/drawingml/2006/main">
            <a:srgbClr val="FBF7EC"/>
          </a:solidFill>
          <a:ln xmlns:a="http://schemas.openxmlformats.org/drawingml/2006/main" w="19050">
            <a:solidFill>
              <a:srgbClr val="B89548"/>
            </a:solidFill>
          </a:ln>
        </p:spPr>
      </p:sp>
      <p:sp>
        <p:nvSpPr>
          <p:cNvPr id="8" name="badge-inner-0">
            <a:extLst xmlns:a="http://schemas.openxmlformats.org/drawingml/2006/main">
              <a:ext uri="{FF2B5EF4-FFF2-40B4-BE49-F238E27FC236}">
                <a16:creationId xmlns:a16="http://schemas.microsoft.com/office/drawing/2014/main" id="{59026B60-332F-429A-BD23-F68F2E7A335B}"/>
              </a:ext>
            </a:extLst>
          </p:cNvPr>
          <p:cNvSpPr>
            <a:spLocks xmlns:a="http://schemas.openxmlformats.org/drawingml/2006/main" noGrp="1"/>
          </p:cNvSpPr>
          <p:nvPr/>
        </p:nvSpPr>
        <p:spPr>
          <a:xfrm xmlns:a="http://schemas.openxmlformats.org/drawingml/2006/main">
            <a:off x="762000" y="2343150"/>
            <a:ext cx="857250" cy="857250"/>
          </a:xfrm>
          <a:prstGeom xmlns:a="http://schemas.openxmlformats.org/drawingml/2006/main" prst="ellipse">
            <a:avLst/>
          </a:prstGeom>
          <a:noFill xmlns:a="http://schemas.openxmlformats.org/drawingml/2006/main"/>
          <a:ln xmlns:a="http://schemas.openxmlformats.org/drawingml/2006/main" w="9525">
            <a:solidFill>
              <a:srgbClr val="C9B27D"/>
            </a:solidFill>
          </a:ln>
        </p:spPr>
      </p:sp>
      <p:sp>
        <p:nvSpPr>
          <p:cNvPr id="9" name="badge-label-0">
            <a:extLst xmlns:a="http://schemas.openxmlformats.org/drawingml/2006/main">
              <a:ext uri="{FF2B5EF4-FFF2-40B4-BE49-F238E27FC236}">
                <a16:creationId xmlns:a16="http://schemas.microsoft.com/office/drawing/2014/main" id="{CBED996C-36AA-4056-8263-798193A267D1}"/>
              </a:ext>
            </a:extLst>
          </p:cNvPr>
          <p:cNvSpPr>
            <a:spLocks xmlns:a="http://schemas.openxmlformats.org/drawingml/2006/main" noGrp="1"/>
          </p:cNvSpPr>
          <p:nvPr/>
        </p:nvSpPr>
        <p:spPr>
          <a:xfrm xmlns:a="http://schemas.openxmlformats.org/drawingml/2006/main">
            <a:off x="733425" y="2447925"/>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050" b="1">
                <a:solidFill>
                  <a:srgbClr val="A78025"/>
                </a:solidFill>
                <a:latin typeface="Noto Sans JP"/>
                <a:ea typeface="Noto Sans JP"/>
                <a:cs typeface="Noto Sans JP"/>
              </a:defRPr>
            </a:defPPr>
            <a:lvl1pPr algn="ctr">
              <a:defRPr sz="1050" b="1">
                <a:solidFill>
                  <a:srgbClr val="A78025"/>
                </a:solidFill>
                <a:latin typeface="Noto Sans JP"/>
                <a:ea typeface="Noto Sans JP"/>
                <a:cs typeface="Noto Sans JP"/>
              </a:defRPr>
            </a:lvl1pPr>
            <a:lvl2pPr algn="ctr">
              <a:defRPr sz="1050" b="1">
                <a:solidFill>
                  <a:srgbClr val="A78025"/>
                </a:solidFill>
                <a:latin typeface="Noto Sans JP"/>
                <a:ea typeface="Noto Sans JP"/>
                <a:cs typeface="Noto Sans JP"/>
              </a:defRPr>
            </a:lvl2pPr>
            <a:lvl3pPr algn="ctr">
              <a:defRPr sz="1050" b="1">
                <a:solidFill>
                  <a:srgbClr val="A78025"/>
                </a:solidFill>
                <a:latin typeface="Noto Sans JP"/>
                <a:ea typeface="Noto Sans JP"/>
                <a:cs typeface="Noto Sans JP"/>
              </a:defRPr>
            </a:lvl3pPr>
            <a:lvl4pPr algn="ctr">
              <a:defRPr sz="1050" b="1">
                <a:solidFill>
                  <a:srgbClr val="A78025"/>
                </a:solidFill>
                <a:latin typeface="Noto Sans JP"/>
                <a:ea typeface="Noto Sans JP"/>
                <a:cs typeface="Noto Sans JP"/>
              </a:defRPr>
            </a:lvl4pPr>
            <a:lvl5pPr algn="ctr">
              <a:defRPr sz="1050" b="1">
                <a:solidFill>
                  <a:srgbClr val="A78025"/>
                </a:solidFill>
                <a:latin typeface="Noto Sans JP"/>
                <a:ea typeface="Noto Sans JP"/>
                <a:cs typeface="Noto Sans JP"/>
              </a:defRPr>
            </a:lvl5pPr>
            <a:lvl6pPr algn="ctr">
              <a:defRPr sz="1050" b="1">
                <a:solidFill>
                  <a:srgbClr val="A78025"/>
                </a:solidFill>
                <a:latin typeface="Noto Sans JP"/>
                <a:ea typeface="Noto Sans JP"/>
                <a:cs typeface="Noto Sans JP"/>
              </a:defRPr>
            </a:lvl6pPr>
            <a:lvl7pPr algn="ctr">
              <a:defRPr sz="1050" b="1">
                <a:solidFill>
                  <a:srgbClr val="A78025"/>
                </a:solidFill>
                <a:latin typeface="Noto Sans JP"/>
                <a:ea typeface="Noto Sans JP"/>
                <a:cs typeface="Noto Sans JP"/>
              </a:defRPr>
            </a:lvl7pPr>
            <a:lvl8pPr algn="ctr">
              <a:defRPr sz="1050" b="1">
                <a:solidFill>
                  <a:srgbClr val="A78025"/>
                </a:solidFill>
                <a:latin typeface="Noto Sans JP"/>
                <a:ea typeface="Noto Sans JP"/>
                <a:cs typeface="Noto Sans JP"/>
              </a:defRPr>
            </a:lvl8pPr>
            <a:lvl9pPr algn="ctr">
              <a:defRPr sz="1050" b="1">
                <a:solidFill>
                  <a:srgbClr val="A78025"/>
                </a:solidFill>
                <a:latin typeface="Noto Sans JP"/>
                <a:ea typeface="Noto Sans JP"/>
                <a:cs typeface="Noto Sans JP"/>
              </a:defRPr>
            </a:lvl9pPr>
          </a:lstStyle>
          <a:p xmlns:a="http://schemas.openxmlformats.org/drawingml/2006/main">
            <a:pPr algn="ctr">
              <a:defRPr sz="1050" b="1">
                <a:solidFill>
                  <a:srgbClr val="A78025"/>
                </a:solidFill>
                <a:latin typeface="Noto Sans JP"/>
                <a:ea typeface="Noto Sans JP"/>
                <a:cs typeface="Noto Sans JP"/>
              </a:defRPr>
            </a:pPr>
            <a:r>
              <a:rPr sz="1050" b="1">
                <a:solidFill>
                  <a:srgbClr val="A78025"/>
                </a:solidFill>
                <a:latin typeface="Noto Sans JP"/>
                <a:ea typeface="Noto Sans JP"/>
                <a:cs typeface="Noto Sans JP"/>
              </a:rPr>
              <a:t>満足度</a:t>
            </a:r>
          </a:p>
        </p:txBody>
      </p:sp>
      <p:sp>
        <p:nvSpPr>
          <p:cNvPr id="10" name="badge-number-0">
            <a:extLst xmlns:a="http://schemas.openxmlformats.org/drawingml/2006/main">
              <a:ext uri="{FF2B5EF4-FFF2-40B4-BE49-F238E27FC236}">
                <a16:creationId xmlns:a16="http://schemas.microsoft.com/office/drawing/2014/main" id="{78754F52-0D26-4DDE-9392-D53A1EA72645}"/>
              </a:ext>
            </a:extLst>
          </p:cNvPr>
          <p:cNvSpPr>
            <a:spLocks xmlns:a="http://schemas.openxmlformats.org/drawingml/2006/main" noGrp="1"/>
          </p:cNvSpPr>
          <p:nvPr/>
        </p:nvSpPr>
        <p:spPr>
          <a:xfrm xmlns:a="http://schemas.openxmlformats.org/drawingml/2006/main">
            <a:off x="733425" y="2657475"/>
            <a:ext cx="914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A78025"/>
                </a:solidFill>
                <a:latin typeface="Noto Sans JP"/>
                <a:ea typeface="Noto Sans JP"/>
                <a:cs typeface="Noto Sans JP"/>
              </a:defRPr>
            </a:defPPr>
            <a:lvl1pPr algn="ctr">
              <a:defRPr sz="2325" b="1">
                <a:solidFill>
                  <a:srgbClr val="A78025"/>
                </a:solidFill>
                <a:latin typeface="Noto Sans JP"/>
                <a:ea typeface="Noto Sans JP"/>
                <a:cs typeface="Noto Sans JP"/>
              </a:defRPr>
            </a:lvl1pPr>
            <a:lvl2pPr algn="ctr">
              <a:defRPr sz="2325" b="1">
                <a:solidFill>
                  <a:srgbClr val="A78025"/>
                </a:solidFill>
                <a:latin typeface="Noto Sans JP"/>
                <a:ea typeface="Noto Sans JP"/>
                <a:cs typeface="Noto Sans JP"/>
              </a:defRPr>
            </a:lvl2pPr>
            <a:lvl3pPr algn="ctr">
              <a:defRPr sz="2325" b="1">
                <a:solidFill>
                  <a:srgbClr val="A78025"/>
                </a:solidFill>
                <a:latin typeface="Noto Sans JP"/>
                <a:ea typeface="Noto Sans JP"/>
                <a:cs typeface="Noto Sans JP"/>
              </a:defRPr>
            </a:lvl3pPr>
            <a:lvl4pPr algn="ctr">
              <a:defRPr sz="2325" b="1">
                <a:solidFill>
                  <a:srgbClr val="A78025"/>
                </a:solidFill>
                <a:latin typeface="Noto Sans JP"/>
                <a:ea typeface="Noto Sans JP"/>
                <a:cs typeface="Noto Sans JP"/>
              </a:defRPr>
            </a:lvl4pPr>
            <a:lvl5pPr algn="ctr">
              <a:defRPr sz="2325" b="1">
                <a:solidFill>
                  <a:srgbClr val="A78025"/>
                </a:solidFill>
                <a:latin typeface="Noto Sans JP"/>
                <a:ea typeface="Noto Sans JP"/>
                <a:cs typeface="Noto Sans JP"/>
              </a:defRPr>
            </a:lvl5pPr>
            <a:lvl6pPr algn="ctr">
              <a:defRPr sz="2325" b="1">
                <a:solidFill>
                  <a:srgbClr val="A78025"/>
                </a:solidFill>
                <a:latin typeface="Noto Sans JP"/>
                <a:ea typeface="Noto Sans JP"/>
                <a:cs typeface="Noto Sans JP"/>
              </a:defRPr>
            </a:lvl6pPr>
            <a:lvl7pPr algn="ctr">
              <a:defRPr sz="2325" b="1">
                <a:solidFill>
                  <a:srgbClr val="A78025"/>
                </a:solidFill>
                <a:latin typeface="Noto Sans JP"/>
                <a:ea typeface="Noto Sans JP"/>
                <a:cs typeface="Noto Sans JP"/>
              </a:defRPr>
            </a:lvl7pPr>
            <a:lvl8pPr algn="ctr">
              <a:defRPr sz="2325" b="1">
                <a:solidFill>
                  <a:srgbClr val="A78025"/>
                </a:solidFill>
                <a:latin typeface="Noto Sans JP"/>
                <a:ea typeface="Noto Sans JP"/>
                <a:cs typeface="Noto Sans JP"/>
              </a:defRPr>
            </a:lvl8pPr>
            <a:lvl9pPr algn="ctr">
              <a:defRPr sz="2325" b="1">
                <a:solidFill>
                  <a:srgbClr val="A78025"/>
                </a:solidFill>
                <a:latin typeface="Noto Sans JP"/>
                <a:ea typeface="Noto Sans JP"/>
                <a:cs typeface="Noto Sans JP"/>
              </a:defRPr>
            </a:lvl9pPr>
          </a:lstStyle>
          <a:p xmlns:a="http://schemas.openxmlformats.org/drawingml/2006/main">
            <a:pPr algn="ctr">
              <a:defRPr sz="2325" b="1">
                <a:solidFill>
                  <a:srgbClr val="A78025"/>
                </a:solidFill>
                <a:latin typeface="Noto Sans JP"/>
                <a:ea typeface="Noto Sans JP"/>
                <a:cs typeface="Noto Sans JP"/>
              </a:defRPr>
            </a:pPr>
            <a:r>
              <a:rPr sz="2325" b="1">
                <a:solidFill>
                  <a:srgbClr val="A78025"/>
                </a:solidFill>
                <a:latin typeface="Noto Sans JP"/>
                <a:ea typeface="Noto Sans JP"/>
                <a:cs typeface="Noto Sans JP"/>
              </a:rPr>
              <a:t>No.1</a:t>
            </a:r>
          </a:p>
        </p:txBody>
      </p:sp>
      <p:sp>
        <p:nvSpPr>
          <p:cNvPr id="11" name="badge-1">
            <a:extLst xmlns:a="http://schemas.openxmlformats.org/drawingml/2006/main">
              <a:ext uri="{FF2B5EF4-FFF2-40B4-BE49-F238E27FC236}">
                <a16:creationId xmlns:a16="http://schemas.microsoft.com/office/drawing/2014/main" id="{81EAFDDF-0105-4752-A988-A005327A550B}"/>
              </a:ext>
            </a:extLst>
          </p:cNvPr>
          <p:cNvSpPr>
            <a:spLocks xmlns:a="http://schemas.openxmlformats.org/drawingml/2006/main" noGrp="1"/>
          </p:cNvSpPr>
          <p:nvPr/>
        </p:nvSpPr>
        <p:spPr>
          <a:xfrm xmlns:a="http://schemas.openxmlformats.org/drawingml/2006/main">
            <a:off x="1828800" y="2276475"/>
            <a:ext cx="990600" cy="990600"/>
          </a:xfrm>
          <a:prstGeom xmlns:a="http://schemas.openxmlformats.org/drawingml/2006/main" prst="ellipse">
            <a:avLst/>
          </a:prstGeom>
          <a:solidFill xmlns:a="http://schemas.openxmlformats.org/drawingml/2006/main">
            <a:srgbClr val="FBF7EC"/>
          </a:solidFill>
          <a:ln xmlns:a="http://schemas.openxmlformats.org/drawingml/2006/main" w="19050">
            <a:solidFill>
              <a:srgbClr val="B89548"/>
            </a:solidFill>
          </a:ln>
        </p:spPr>
      </p:sp>
      <p:sp>
        <p:nvSpPr>
          <p:cNvPr id="12" name="badge-inner-1">
            <a:extLst xmlns:a="http://schemas.openxmlformats.org/drawingml/2006/main">
              <a:ext uri="{FF2B5EF4-FFF2-40B4-BE49-F238E27FC236}">
                <a16:creationId xmlns:a16="http://schemas.microsoft.com/office/drawing/2014/main" id="{7494C3B5-C1A3-43C7-A87B-4BD787BB7F79}"/>
              </a:ext>
            </a:extLst>
          </p:cNvPr>
          <p:cNvSpPr>
            <a:spLocks xmlns:a="http://schemas.openxmlformats.org/drawingml/2006/main" noGrp="1"/>
          </p:cNvSpPr>
          <p:nvPr/>
        </p:nvSpPr>
        <p:spPr>
          <a:xfrm xmlns:a="http://schemas.openxmlformats.org/drawingml/2006/main">
            <a:off x="1895475" y="2343150"/>
            <a:ext cx="857250" cy="857250"/>
          </a:xfrm>
          <a:prstGeom xmlns:a="http://schemas.openxmlformats.org/drawingml/2006/main" prst="ellipse">
            <a:avLst/>
          </a:prstGeom>
          <a:noFill xmlns:a="http://schemas.openxmlformats.org/drawingml/2006/main"/>
          <a:ln xmlns:a="http://schemas.openxmlformats.org/drawingml/2006/main" w="9525">
            <a:solidFill>
              <a:srgbClr val="C9B27D"/>
            </a:solidFill>
          </a:ln>
        </p:spPr>
      </p:sp>
      <p:sp>
        <p:nvSpPr>
          <p:cNvPr id="13" name="badge-label-1">
            <a:extLst xmlns:a="http://schemas.openxmlformats.org/drawingml/2006/main">
              <a:ext uri="{FF2B5EF4-FFF2-40B4-BE49-F238E27FC236}">
                <a16:creationId xmlns:a16="http://schemas.microsoft.com/office/drawing/2014/main" id="{1AD9F544-5C29-4B1B-9B1C-01A58F34CC74}"/>
              </a:ext>
            </a:extLst>
          </p:cNvPr>
          <p:cNvSpPr>
            <a:spLocks xmlns:a="http://schemas.openxmlformats.org/drawingml/2006/main" noGrp="1"/>
          </p:cNvSpPr>
          <p:nvPr/>
        </p:nvSpPr>
        <p:spPr>
          <a:xfrm xmlns:a="http://schemas.openxmlformats.org/drawingml/2006/main">
            <a:off x="1866900" y="2447925"/>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050" b="1">
                <a:solidFill>
                  <a:srgbClr val="A78025"/>
                </a:solidFill>
                <a:latin typeface="Noto Sans JP"/>
                <a:ea typeface="Noto Sans JP"/>
                <a:cs typeface="Noto Sans JP"/>
              </a:defRPr>
            </a:defPPr>
            <a:lvl1pPr algn="ctr">
              <a:defRPr sz="1050" b="1">
                <a:solidFill>
                  <a:srgbClr val="A78025"/>
                </a:solidFill>
                <a:latin typeface="Noto Sans JP"/>
                <a:ea typeface="Noto Sans JP"/>
                <a:cs typeface="Noto Sans JP"/>
              </a:defRPr>
            </a:lvl1pPr>
            <a:lvl2pPr algn="ctr">
              <a:defRPr sz="1050" b="1">
                <a:solidFill>
                  <a:srgbClr val="A78025"/>
                </a:solidFill>
                <a:latin typeface="Noto Sans JP"/>
                <a:ea typeface="Noto Sans JP"/>
                <a:cs typeface="Noto Sans JP"/>
              </a:defRPr>
            </a:lvl2pPr>
            <a:lvl3pPr algn="ctr">
              <a:defRPr sz="1050" b="1">
                <a:solidFill>
                  <a:srgbClr val="A78025"/>
                </a:solidFill>
                <a:latin typeface="Noto Sans JP"/>
                <a:ea typeface="Noto Sans JP"/>
                <a:cs typeface="Noto Sans JP"/>
              </a:defRPr>
            </a:lvl3pPr>
            <a:lvl4pPr algn="ctr">
              <a:defRPr sz="1050" b="1">
                <a:solidFill>
                  <a:srgbClr val="A78025"/>
                </a:solidFill>
                <a:latin typeface="Noto Sans JP"/>
                <a:ea typeface="Noto Sans JP"/>
                <a:cs typeface="Noto Sans JP"/>
              </a:defRPr>
            </a:lvl4pPr>
            <a:lvl5pPr algn="ctr">
              <a:defRPr sz="1050" b="1">
                <a:solidFill>
                  <a:srgbClr val="A78025"/>
                </a:solidFill>
                <a:latin typeface="Noto Sans JP"/>
                <a:ea typeface="Noto Sans JP"/>
                <a:cs typeface="Noto Sans JP"/>
              </a:defRPr>
            </a:lvl5pPr>
            <a:lvl6pPr algn="ctr">
              <a:defRPr sz="1050" b="1">
                <a:solidFill>
                  <a:srgbClr val="A78025"/>
                </a:solidFill>
                <a:latin typeface="Noto Sans JP"/>
                <a:ea typeface="Noto Sans JP"/>
                <a:cs typeface="Noto Sans JP"/>
              </a:defRPr>
            </a:lvl6pPr>
            <a:lvl7pPr algn="ctr">
              <a:defRPr sz="1050" b="1">
                <a:solidFill>
                  <a:srgbClr val="A78025"/>
                </a:solidFill>
                <a:latin typeface="Noto Sans JP"/>
                <a:ea typeface="Noto Sans JP"/>
                <a:cs typeface="Noto Sans JP"/>
              </a:defRPr>
            </a:lvl7pPr>
            <a:lvl8pPr algn="ctr">
              <a:defRPr sz="1050" b="1">
                <a:solidFill>
                  <a:srgbClr val="A78025"/>
                </a:solidFill>
                <a:latin typeface="Noto Sans JP"/>
                <a:ea typeface="Noto Sans JP"/>
                <a:cs typeface="Noto Sans JP"/>
              </a:defRPr>
            </a:lvl8pPr>
            <a:lvl9pPr algn="ctr">
              <a:defRPr sz="1050" b="1">
                <a:solidFill>
                  <a:srgbClr val="A78025"/>
                </a:solidFill>
                <a:latin typeface="Noto Sans JP"/>
                <a:ea typeface="Noto Sans JP"/>
                <a:cs typeface="Noto Sans JP"/>
              </a:defRPr>
            </a:lvl9pPr>
          </a:lstStyle>
          <a:p xmlns:a="http://schemas.openxmlformats.org/drawingml/2006/main">
            <a:pPr algn="ctr">
              <a:defRPr sz="1050" b="1">
                <a:solidFill>
                  <a:srgbClr val="A78025"/>
                </a:solidFill>
                <a:latin typeface="Noto Sans JP"/>
                <a:ea typeface="Noto Sans JP"/>
                <a:cs typeface="Noto Sans JP"/>
              </a:defRPr>
            </a:pPr>
            <a:r>
              <a:rPr sz="1050" b="1">
                <a:solidFill>
                  <a:srgbClr val="A78025"/>
                </a:solidFill>
                <a:latin typeface="Noto Sans JP"/>
                <a:ea typeface="Noto Sans JP"/>
                <a:cs typeface="Noto Sans JP"/>
              </a:rPr>
              <a:t>信頼度</a:t>
            </a:r>
          </a:p>
        </p:txBody>
      </p:sp>
      <p:sp>
        <p:nvSpPr>
          <p:cNvPr id="14" name="badge-number-1">
            <a:extLst xmlns:a="http://schemas.openxmlformats.org/drawingml/2006/main">
              <a:ext uri="{FF2B5EF4-FFF2-40B4-BE49-F238E27FC236}">
                <a16:creationId xmlns:a16="http://schemas.microsoft.com/office/drawing/2014/main" id="{32BB7D31-0744-4527-A9F6-161833573C34}"/>
              </a:ext>
            </a:extLst>
          </p:cNvPr>
          <p:cNvSpPr>
            <a:spLocks xmlns:a="http://schemas.openxmlformats.org/drawingml/2006/main" noGrp="1"/>
          </p:cNvSpPr>
          <p:nvPr/>
        </p:nvSpPr>
        <p:spPr>
          <a:xfrm xmlns:a="http://schemas.openxmlformats.org/drawingml/2006/main">
            <a:off x="1866900" y="2657475"/>
            <a:ext cx="914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A78025"/>
                </a:solidFill>
                <a:latin typeface="Noto Sans JP"/>
                <a:ea typeface="Noto Sans JP"/>
                <a:cs typeface="Noto Sans JP"/>
              </a:defRPr>
            </a:defPPr>
            <a:lvl1pPr algn="ctr">
              <a:defRPr sz="2325" b="1">
                <a:solidFill>
                  <a:srgbClr val="A78025"/>
                </a:solidFill>
                <a:latin typeface="Noto Sans JP"/>
                <a:ea typeface="Noto Sans JP"/>
                <a:cs typeface="Noto Sans JP"/>
              </a:defRPr>
            </a:lvl1pPr>
            <a:lvl2pPr algn="ctr">
              <a:defRPr sz="2325" b="1">
                <a:solidFill>
                  <a:srgbClr val="A78025"/>
                </a:solidFill>
                <a:latin typeface="Noto Sans JP"/>
                <a:ea typeface="Noto Sans JP"/>
                <a:cs typeface="Noto Sans JP"/>
              </a:defRPr>
            </a:lvl2pPr>
            <a:lvl3pPr algn="ctr">
              <a:defRPr sz="2325" b="1">
                <a:solidFill>
                  <a:srgbClr val="A78025"/>
                </a:solidFill>
                <a:latin typeface="Noto Sans JP"/>
                <a:ea typeface="Noto Sans JP"/>
                <a:cs typeface="Noto Sans JP"/>
              </a:defRPr>
            </a:lvl3pPr>
            <a:lvl4pPr algn="ctr">
              <a:defRPr sz="2325" b="1">
                <a:solidFill>
                  <a:srgbClr val="A78025"/>
                </a:solidFill>
                <a:latin typeface="Noto Sans JP"/>
                <a:ea typeface="Noto Sans JP"/>
                <a:cs typeface="Noto Sans JP"/>
              </a:defRPr>
            </a:lvl4pPr>
            <a:lvl5pPr algn="ctr">
              <a:defRPr sz="2325" b="1">
                <a:solidFill>
                  <a:srgbClr val="A78025"/>
                </a:solidFill>
                <a:latin typeface="Noto Sans JP"/>
                <a:ea typeface="Noto Sans JP"/>
                <a:cs typeface="Noto Sans JP"/>
              </a:defRPr>
            </a:lvl5pPr>
            <a:lvl6pPr algn="ctr">
              <a:defRPr sz="2325" b="1">
                <a:solidFill>
                  <a:srgbClr val="A78025"/>
                </a:solidFill>
                <a:latin typeface="Noto Sans JP"/>
                <a:ea typeface="Noto Sans JP"/>
                <a:cs typeface="Noto Sans JP"/>
              </a:defRPr>
            </a:lvl6pPr>
            <a:lvl7pPr algn="ctr">
              <a:defRPr sz="2325" b="1">
                <a:solidFill>
                  <a:srgbClr val="A78025"/>
                </a:solidFill>
                <a:latin typeface="Noto Sans JP"/>
                <a:ea typeface="Noto Sans JP"/>
                <a:cs typeface="Noto Sans JP"/>
              </a:defRPr>
            </a:lvl7pPr>
            <a:lvl8pPr algn="ctr">
              <a:defRPr sz="2325" b="1">
                <a:solidFill>
                  <a:srgbClr val="A78025"/>
                </a:solidFill>
                <a:latin typeface="Noto Sans JP"/>
                <a:ea typeface="Noto Sans JP"/>
                <a:cs typeface="Noto Sans JP"/>
              </a:defRPr>
            </a:lvl8pPr>
            <a:lvl9pPr algn="ctr">
              <a:defRPr sz="2325" b="1">
                <a:solidFill>
                  <a:srgbClr val="A78025"/>
                </a:solidFill>
                <a:latin typeface="Noto Sans JP"/>
                <a:ea typeface="Noto Sans JP"/>
                <a:cs typeface="Noto Sans JP"/>
              </a:defRPr>
            </a:lvl9pPr>
          </a:lstStyle>
          <a:p xmlns:a="http://schemas.openxmlformats.org/drawingml/2006/main">
            <a:pPr algn="ctr">
              <a:defRPr sz="2325" b="1">
                <a:solidFill>
                  <a:srgbClr val="A78025"/>
                </a:solidFill>
                <a:latin typeface="Noto Sans JP"/>
                <a:ea typeface="Noto Sans JP"/>
                <a:cs typeface="Noto Sans JP"/>
              </a:defRPr>
            </a:pPr>
            <a:r>
              <a:rPr sz="2325" b="1">
                <a:solidFill>
                  <a:srgbClr val="A78025"/>
                </a:solidFill>
                <a:latin typeface="Noto Sans JP"/>
                <a:ea typeface="Noto Sans JP"/>
                <a:cs typeface="Noto Sans JP"/>
              </a:rPr>
              <a:t>No.1</a:t>
            </a:r>
          </a:p>
        </p:txBody>
      </p:sp>
      <p:sp>
        <p:nvSpPr>
          <p:cNvPr id="15" name="badge-2">
            <a:extLst xmlns:a="http://schemas.openxmlformats.org/drawingml/2006/main">
              <a:ext uri="{FF2B5EF4-FFF2-40B4-BE49-F238E27FC236}">
                <a16:creationId xmlns:a16="http://schemas.microsoft.com/office/drawing/2014/main" id="{CD890FBB-0C26-48A4-93C1-9FEF16DBFAB3}"/>
              </a:ext>
            </a:extLst>
          </p:cNvPr>
          <p:cNvSpPr>
            <a:spLocks xmlns:a="http://schemas.openxmlformats.org/drawingml/2006/main" noGrp="1"/>
          </p:cNvSpPr>
          <p:nvPr/>
        </p:nvSpPr>
        <p:spPr>
          <a:xfrm xmlns:a="http://schemas.openxmlformats.org/drawingml/2006/main">
            <a:off x="2962275" y="2276475"/>
            <a:ext cx="990600" cy="990600"/>
          </a:xfrm>
          <a:prstGeom xmlns:a="http://schemas.openxmlformats.org/drawingml/2006/main" prst="ellipse">
            <a:avLst/>
          </a:prstGeom>
          <a:solidFill xmlns:a="http://schemas.openxmlformats.org/drawingml/2006/main">
            <a:srgbClr val="FBF7EC"/>
          </a:solidFill>
          <a:ln xmlns:a="http://schemas.openxmlformats.org/drawingml/2006/main" w="19050">
            <a:solidFill>
              <a:srgbClr val="B89548"/>
            </a:solidFill>
          </a:ln>
        </p:spPr>
      </p:sp>
      <p:sp>
        <p:nvSpPr>
          <p:cNvPr id="16" name="badge-inner-2">
            <a:extLst xmlns:a="http://schemas.openxmlformats.org/drawingml/2006/main">
              <a:ext uri="{FF2B5EF4-FFF2-40B4-BE49-F238E27FC236}">
                <a16:creationId xmlns:a16="http://schemas.microsoft.com/office/drawing/2014/main" id="{115F9052-2D0A-4A4B-A1F8-6896F4CD4AF9}"/>
              </a:ext>
            </a:extLst>
          </p:cNvPr>
          <p:cNvSpPr>
            <a:spLocks xmlns:a="http://schemas.openxmlformats.org/drawingml/2006/main" noGrp="1"/>
          </p:cNvSpPr>
          <p:nvPr/>
        </p:nvSpPr>
        <p:spPr>
          <a:xfrm xmlns:a="http://schemas.openxmlformats.org/drawingml/2006/main">
            <a:off x="3028950" y="2343150"/>
            <a:ext cx="857250" cy="857250"/>
          </a:xfrm>
          <a:prstGeom xmlns:a="http://schemas.openxmlformats.org/drawingml/2006/main" prst="ellipse">
            <a:avLst/>
          </a:prstGeom>
          <a:noFill xmlns:a="http://schemas.openxmlformats.org/drawingml/2006/main"/>
          <a:ln xmlns:a="http://schemas.openxmlformats.org/drawingml/2006/main" w="9525">
            <a:solidFill>
              <a:srgbClr val="C9B27D"/>
            </a:solidFill>
          </a:ln>
        </p:spPr>
      </p:sp>
      <p:sp>
        <p:nvSpPr>
          <p:cNvPr id="17" name="badge-label-2">
            <a:extLst xmlns:a="http://schemas.openxmlformats.org/drawingml/2006/main">
              <a:ext uri="{FF2B5EF4-FFF2-40B4-BE49-F238E27FC236}">
                <a16:creationId xmlns:a16="http://schemas.microsoft.com/office/drawing/2014/main" id="{22D34DDD-B238-4F6B-828D-852DB1683FB8}"/>
              </a:ext>
            </a:extLst>
          </p:cNvPr>
          <p:cNvSpPr>
            <a:spLocks xmlns:a="http://schemas.openxmlformats.org/drawingml/2006/main" noGrp="1"/>
          </p:cNvSpPr>
          <p:nvPr/>
        </p:nvSpPr>
        <p:spPr>
          <a:xfrm xmlns:a="http://schemas.openxmlformats.org/drawingml/2006/main">
            <a:off x="3000375" y="2447925"/>
            <a:ext cx="914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050" b="1">
                <a:solidFill>
                  <a:srgbClr val="A78025"/>
                </a:solidFill>
                <a:latin typeface="Noto Sans JP"/>
                <a:ea typeface="Noto Sans JP"/>
                <a:cs typeface="Noto Sans JP"/>
              </a:defRPr>
            </a:defPPr>
            <a:lvl1pPr algn="ctr">
              <a:defRPr sz="1050" b="1">
                <a:solidFill>
                  <a:srgbClr val="A78025"/>
                </a:solidFill>
                <a:latin typeface="Noto Sans JP"/>
                <a:ea typeface="Noto Sans JP"/>
                <a:cs typeface="Noto Sans JP"/>
              </a:defRPr>
            </a:lvl1pPr>
            <a:lvl2pPr algn="ctr">
              <a:defRPr sz="1050" b="1">
                <a:solidFill>
                  <a:srgbClr val="A78025"/>
                </a:solidFill>
                <a:latin typeface="Noto Sans JP"/>
                <a:ea typeface="Noto Sans JP"/>
                <a:cs typeface="Noto Sans JP"/>
              </a:defRPr>
            </a:lvl2pPr>
            <a:lvl3pPr algn="ctr">
              <a:defRPr sz="1050" b="1">
                <a:solidFill>
                  <a:srgbClr val="A78025"/>
                </a:solidFill>
                <a:latin typeface="Noto Sans JP"/>
                <a:ea typeface="Noto Sans JP"/>
                <a:cs typeface="Noto Sans JP"/>
              </a:defRPr>
            </a:lvl3pPr>
            <a:lvl4pPr algn="ctr">
              <a:defRPr sz="1050" b="1">
                <a:solidFill>
                  <a:srgbClr val="A78025"/>
                </a:solidFill>
                <a:latin typeface="Noto Sans JP"/>
                <a:ea typeface="Noto Sans JP"/>
                <a:cs typeface="Noto Sans JP"/>
              </a:defRPr>
            </a:lvl4pPr>
            <a:lvl5pPr algn="ctr">
              <a:defRPr sz="1050" b="1">
                <a:solidFill>
                  <a:srgbClr val="A78025"/>
                </a:solidFill>
                <a:latin typeface="Noto Sans JP"/>
                <a:ea typeface="Noto Sans JP"/>
                <a:cs typeface="Noto Sans JP"/>
              </a:defRPr>
            </a:lvl5pPr>
            <a:lvl6pPr algn="ctr">
              <a:defRPr sz="1050" b="1">
                <a:solidFill>
                  <a:srgbClr val="A78025"/>
                </a:solidFill>
                <a:latin typeface="Noto Sans JP"/>
                <a:ea typeface="Noto Sans JP"/>
                <a:cs typeface="Noto Sans JP"/>
              </a:defRPr>
            </a:lvl6pPr>
            <a:lvl7pPr algn="ctr">
              <a:defRPr sz="1050" b="1">
                <a:solidFill>
                  <a:srgbClr val="A78025"/>
                </a:solidFill>
                <a:latin typeface="Noto Sans JP"/>
                <a:ea typeface="Noto Sans JP"/>
                <a:cs typeface="Noto Sans JP"/>
              </a:defRPr>
            </a:lvl7pPr>
            <a:lvl8pPr algn="ctr">
              <a:defRPr sz="1050" b="1">
                <a:solidFill>
                  <a:srgbClr val="A78025"/>
                </a:solidFill>
                <a:latin typeface="Noto Sans JP"/>
                <a:ea typeface="Noto Sans JP"/>
                <a:cs typeface="Noto Sans JP"/>
              </a:defRPr>
            </a:lvl8pPr>
            <a:lvl9pPr algn="ctr">
              <a:defRPr sz="1050" b="1">
                <a:solidFill>
                  <a:srgbClr val="A78025"/>
                </a:solidFill>
                <a:latin typeface="Noto Sans JP"/>
                <a:ea typeface="Noto Sans JP"/>
                <a:cs typeface="Noto Sans JP"/>
              </a:defRPr>
            </a:lvl9pPr>
          </a:lstStyle>
          <a:p xmlns:a="http://schemas.openxmlformats.org/drawingml/2006/main">
            <a:pPr algn="ctr">
              <a:defRPr sz="1050" b="1">
                <a:solidFill>
                  <a:srgbClr val="A78025"/>
                </a:solidFill>
                <a:latin typeface="Noto Sans JP"/>
                <a:ea typeface="Noto Sans JP"/>
                <a:cs typeface="Noto Sans JP"/>
              </a:defRPr>
            </a:pPr>
            <a:r>
              <a:rPr sz="1050" b="1">
                <a:solidFill>
                  <a:srgbClr val="A78025"/>
                </a:solidFill>
                <a:latin typeface="Noto Sans JP"/>
                <a:ea typeface="Noto Sans JP"/>
                <a:cs typeface="Noto Sans JP"/>
              </a:rPr>
              <a:t>おすすめ</a:t>
            </a:r>
          </a:p>
        </p:txBody>
      </p:sp>
      <p:sp>
        <p:nvSpPr>
          <p:cNvPr id="18" name="badge-number-2">
            <a:extLst xmlns:a="http://schemas.openxmlformats.org/drawingml/2006/main">
              <a:ext uri="{FF2B5EF4-FFF2-40B4-BE49-F238E27FC236}">
                <a16:creationId xmlns:a16="http://schemas.microsoft.com/office/drawing/2014/main" id="{969D14EA-B91C-4C50-B6B6-3E2814DC0832}"/>
              </a:ext>
            </a:extLst>
          </p:cNvPr>
          <p:cNvSpPr>
            <a:spLocks xmlns:a="http://schemas.openxmlformats.org/drawingml/2006/main" noGrp="1"/>
          </p:cNvSpPr>
          <p:nvPr/>
        </p:nvSpPr>
        <p:spPr>
          <a:xfrm xmlns:a="http://schemas.openxmlformats.org/drawingml/2006/main">
            <a:off x="3000375" y="2657475"/>
            <a:ext cx="914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A78025"/>
                </a:solidFill>
                <a:latin typeface="Noto Sans JP"/>
                <a:ea typeface="Noto Sans JP"/>
                <a:cs typeface="Noto Sans JP"/>
              </a:defRPr>
            </a:defPPr>
            <a:lvl1pPr algn="ctr">
              <a:defRPr sz="2325" b="1">
                <a:solidFill>
                  <a:srgbClr val="A78025"/>
                </a:solidFill>
                <a:latin typeface="Noto Sans JP"/>
                <a:ea typeface="Noto Sans JP"/>
                <a:cs typeface="Noto Sans JP"/>
              </a:defRPr>
            </a:lvl1pPr>
            <a:lvl2pPr algn="ctr">
              <a:defRPr sz="2325" b="1">
                <a:solidFill>
                  <a:srgbClr val="A78025"/>
                </a:solidFill>
                <a:latin typeface="Noto Sans JP"/>
                <a:ea typeface="Noto Sans JP"/>
                <a:cs typeface="Noto Sans JP"/>
              </a:defRPr>
            </a:lvl2pPr>
            <a:lvl3pPr algn="ctr">
              <a:defRPr sz="2325" b="1">
                <a:solidFill>
                  <a:srgbClr val="A78025"/>
                </a:solidFill>
                <a:latin typeface="Noto Sans JP"/>
                <a:ea typeface="Noto Sans JP"/>
                <a:cs typeface="Noto Sans JP"/>
              </a:defRPr>
            </a:lvl3pPr>
            <a:lvl4pPr algn="ctr">
              <a:defRPr sz="2325" b="1">
                <a:solidFill>
                  <a:srgbClr val="A78025"/>
                </a:solidFill>
                <a:latin typeface="Noto Sans JP"/>
                <a:ea typeface="Noto Sans JP"/>
                <a:cs typeface="Noto Sans JP"/>
              </a:defRPr>
            </a:lvl4pPr>
            <a:lvl5pPr algn="ctr">
              <a:defRPr sz="2325" b="1">
                <a:solidFill>
                  <a:srgbClr val="A78025"/>
                </a:solidFill>
                <a:latin typeface="Noto Sans JP"/>
                <a:ea typeface="Noto Sans JP"/>
                <a:cs typeface="Noto Sans JP"/>
              </a:defRPr>
            </a:lvl5pPr>
            <a:lvl6pPr algn="ctr">
              <a:defRPr sz="2325" b="1">
                <a:solidFill>
                  <a:srgbClr val="A78025"/>
                </a:solidFill>
                <a:latin typeface="Noto Sans JP"/>
                <a:ea typeface="Noto Sans JP"/>
                <a:cs typeface="Noto Sans JP"/>
              </a:defRPr>
            </a:lvl6pPr>
            <a:lvl7pPr algn="ctr">
              <a:defRPr sz="2325" b="1">
                <a:solidFill>
                  <a:srgbClr val="A78025"/>
                </a:solidFill>
                <a:latin typeface="Noto Sans JP"/>
                <a:ea typeface="Noto Sans JP"/>
                <a:cs typeface="Noto Sans JP"/>
              </a:defRPr>
            </a:lvl7pPr>
            <a:lvl8pPr algn="ctr">
              <a:defRPr sz="2325" b="1">
                <a:solidFill>
                  <a:srgbClr val="A78025"/>
                </a:solidFill>
                <a:latin typeface="Noto Sans JP"/>
                <a:ea typeface="Noto Sans JP"/>
                <a:cs typeface="Noto Sans JP"/>
              </a:defRPr>
            </a:lvl8pPr>
            <a:lvl9pPr algn="ctr">
              <a:defRPr sz="2325" b="1">
                <a:solidFill>
                  <a:srgbClr val="A78025"/>
                </a:solidFill>
                <a:latin typeface="Noto Sans JP"/>
                <a:ea typeface="Noto Sans JP"/>
                <a:cs typeface="Noto Sans JP"/>
              </a:defRPr>
            </a:lvl9pPr>
          </a:lstStyle>
          <a:p xmlns:a="http://schemas.openxmlformats.org/drawingml/2006/main">
            <a:pPr algn="ctr">
              <a:defRPr sz="2325" b="1">
                <a:solidFill>
                  <a:srgbClr val="A78025"/>
                </a:solidFill>
                <a:latin typeface="Noto Sans JP"/>
                <a:ea typeface="Noto Sans JP"/>
                <a:cs typeface="Noto Sans JP"/>
              </a:defRPr>
            </a:pPr>
            <a:r>
              <a:rPr sz="2325" b="1">
                <a:solidFill>
                  <a:srgbClr val="A78025"/>
                </a:solidFill>
                <a:latin typeface="Noto Sans JP"/>
                <a:ea typeface="Noto Sans JP"/>
                <a:cs typeface="Noto Sans JP"/>
              </a:rPr>
              <a:t>No.1</a:t>
            </a:r>
          </a:p>
        </p:txBody>
      </p:sp>
      <p:sp>
        <p:nvSpPr>
          <p:cNvPr id="19" name="badge-disclaimer">
            <a:extLst xmlns:a="http://schemas.openxmlformats.org/drawingml/2006/main">
              <a:ext uri="{FF2B5EF4-FFF2-40B4-BE49-F238E27FC236}">
                <a16:creationId xmlns:a16="http://schemas.microsoft.com/office/drawing/2014/main" id="{DA0CAE3D-E7F3-4CB5-A644-9588C8DC6A1C}"/>
              </a:ext>
            </a:extLst>
          </p:cNvPr>
          <p:cNvSpPr>
            <a:spLocks xmlns:a="http://schemas.openxmlformats.org/drawingml/2006/main" noGrp="1"/>
          </p:cNvSpPr>
          <p:nvPr/>
        </p:nvSpPr>
        <p:spPr>
          <a:xfrm xmlns:a="http://schemas.openxmlformats.org/drawingml/2006/main">
            <a:off x="609600" y="3333750"/>
            <a:ext cx="3381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050" b="0">
                <a:solidFill>
                  <a:srgbClr val="526078"/>
                </a:solidFill>
                <a:latin typeface="Noto Sans JP"/>
                <a:ea typeface="Noto Sans JP"/>
                <a:cs typeface="Noto Sans JP"/>
              </a:defRPr>
            </a:defPPr>
            <a:lvl1pPr algn="ctr">
              <a:defRPr sz="1050" b="0">
                <a:solidFill>
                  <a:srgbClr val="526078"/>
                </a:solidFill>
                <a:latin typeface="Noto Sans JP"/>
                <a:ea typeface="Noto Sans JP"/>
                <a:cs typeface="Noto Sans JP"/>
              </a:defRPr>
            </a:lvl1pPr>
            <a:lvl2pPr algn="ctr">
              <a:defRPr sz="1050" b="0">
                <a:solidFill>
                  <a:srgbClr val="526078"/>
                </a:solidFill>
                <a:latin typeface="Noto Sans JP"/>
                <a:ea typeface="Noto Sans JP"/>
                <a:cs typeface="Noto Sans JP"/>
              </a:defRPr>
            </a:lvl2pPr>
            <a:lvl3pPr algn="ctr">
              <a:defRPr sz="1050" b="0">
                <a:solidFill>
                  <a:srgbClr val="526078"/>
                </a:solidFill>
                <a:latin typeface="Noto Sans JP"/>
                <a:ea typeface="Noto Sans JP"/>
                <a:cs typeface="Noto Sans JP"/>
              </a:defRPr>
            </a:lvl3pPr>
            <a:lvl4pPr algn="ctr">
              <a:defRPr sz="1050" b="0">
                <a:solidFill>
                  <a:srgbClr val="526078"/>
                </a:solidFill>
                <a:latin typeface="Noto Sans JP"/>
                <a:ea typeface="Noto Sans JP"/>
                <a:cs typeface="Noto Sans JP"/>
              </a:defRPr>
            </a:lvl4pPr>
            <a:lvl5pPr algn="ctr">
              <a:defRPr sz="1050" b="0">
                <a:solidFill>
                  <a:srgbClr val="526078"/>
                </a:solidFill>
                <a:latin typeface="Noto Sans JP"/>
                <a:ea typeface="Noto Sans JP"/>
                <a:cs typeface="Noto Sans JP"/>
              </a:defRPr>
            </a:lvl5pPr>
            <a:lvl6pPr algn="ctr">
              <a:defRPr sz="1050" b="0">
                <a:solidFill>
                  <a:srgbClr val="526078"/>
                </a:solidFill>
                <a:latin typeface="Noto Sans JP"/>
                <a:ea typeface="Noto Sans JP"/>
                <a:cs typeface="Noto Sans JP"/>
              </a:defRPr>
            </a:lvl6pPr>
            <a:lvl7pPr algn="ctr">
              <a:defRPr sz="1050" b="0">
                <a:solidFill>
                  <a:srgbClr val="526078"/>
                </a:solidFill>
                <a:latin typeface="Noto Sans JP"/>
                <a:ea typeface="Noto Sans JP"/>
                <a:cs typeface="Noto Sans JP"/>
              </a:defRPr>
            </a:lvl7pPr>
            <a:lvl8pPr algn="ctr">
              <a:defRPr sz="1050" b="0">
                <a:solidFill>
                  <a:srgbClr val="526078"/>
                </a:solidFill>
                <a:latin typeface="Noto Sans JP"/>
                <a:ea typeface="Noto Sans JP"/>
                <a:cs typeface="Noto Sans JP"/>
              </a:defRPr>
            </a:lvl8pPr>
            <a:lvl9pPr algn="ctr">
              <a:defRPr sz="1050" b="0">
                <a:solidFill>
                  <a:srgbClr val="526078"/>
                </a:solidFill>
                <a:latin typeface="Noto Sans JP"/>
                <a:ea typeface="Noto Sans JP"/>
                <a:cs typeface="Noto Sans JP"/>
              </a:defRPr>
            </a:lvl9pPr>
          </a:lstStyle>
          <a:p xmlns:a="http://schemas.openxmlformats.org/drawingml/2006/main">
            <a:pPr algn="ctr">
              <a:defRPr sz="1050" b="0">
                <a:solidFill>
                  <a:srgbClr val="526078"/>
                </a:solidFill>
                <a:latin typeface="Noto Sans JP"/>
                <a:ea typeface="Noto Sans JP"/>
                <a:cs typeface="Noto Sans JP"/>
              </a:defRPr>
            </a:pPr>
            <a:r>
              <a:rPr sz="1050" b="0">
                <a:solidFill>
                  <a:srgbClr val="526078"/>
                </a:solidFill>
                <a:latin typeface="Noto Sans JP"/>
                <a:ea typeface="Noto Sans JP"/>
                <a:cs typeface="Noto Sans JP"/>
              </a:rPr>
              <a:t>表示イメージ（架空）</a:t>
            </a:r>
          </a:p>
        </p:txBody>
      </p:sp>
      <p:sp>
        <p:nvSpPr>
          <p:cNvPr id="20" name="regulation">
            <a:extLst xmlns:a="http://schemas.openxmlformats.org/drawingml/2006/main">
              <a:ext uri="{FF2B5EF4-FFF2-40B4-BE49-F238E27FC236}">
                <a16:creationId xmlns:a16="http://schemas.microsoft.com/office/drawing/2014/main" id="{21A20F00-5B39-403E-BEB4-46E451C0E738}"/>
              </a:ext>
            </a:extLst>
          </p:cNvPr>
          <p:cNvSpPr>
            <a:spLocks xmlns:a="http://schemas.openxmlformats.org/drawingml/2006/main" noGrp="1"/>
          </p:cNvSpPr>
          <p:nvPr/>
        </p:nvSpPr>
        <p:spPr>
          <a:xfrm xmlns:a="http://schemas.openxmlformats.org/drawingml/2006/main">
            <a:off x="609600" y="368617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924B39"/>
                </a:solidFill>
                <a:latin typeface="Noto Sans JP"/>
                <a:ea typeface="Noto Sans JP"/>
                <a:cs typeface="Noto Sans JP"/>
              </a:defRPr>
            </a:defPPr>
            <a:lvl1pPr algn="l">
              <a:defRPr sz="1875" b="1">
                <a:solidFill>
                  <a:srgbClr val="924B39"/>
                </a:solidFill>
                <a:latin typeface="Noto Sans JP"/>
                <a:ea typeface="Noto Sans JP"/>
                <a:cs typeface="Noto Sans JP"/>
              </a:defRPr>
            </a:lvl1pPr>
            <a:lvl2pPr algn="l">
              <a:defRPr sz="1875" b="1">
                <a:solidFill>
                  <a:srgbClr val="924B39"/>
                </a:solidFill>
                <a:latin typeface="Noto Sans JP"/>
                <a:ea typeface="Noto Sans JP"/>
                <a:cs typeface="Noto Sans JP"/>
              </a:defRPr>
            </a:lvl2pPr>
            <a:lvl3pPr algn="l">
              <a:defRPr sz="1875" b="1">
                <a:solidFill>
                  <a:srgbClr val="924B39"/>
                </a:solidFill>
                <a:latin typeface="Noto Sans JP"/>
                <a:ea typeface="Noto Sans JP"/>
                <a:cs typeface="Noto Sans JP"/>
              </a:defRPr>
            </a:lvl3pPr>
            <a:lvl4pPr algn="l">
              <a:defRPr sz="1875" b="1">
                <a:solidFill>
                  <a:srgbClr val="924B39"/>
                </a:solidFill>
                <a:latin typeface="Noto Sans JP"/>
                <a:ea typeface="Noto Sans JP"/>
                <a:cs typeface="Noto Sans JP"/>
              </a:defRPr>
            </a:lvl4pPr>
            <a:lvl5pPr algn="l">
              <a:defRPr sz="1875" b="1">
                <a:solidFill>
                  <a:srgbClr val="924B39"/>
                </a:solidFill>
                <a:latin typeface="Noto Sans JP"/>
                <a:ea typeface="Noto Sans JP"/>
                <a:cs typeface="Noto Sans JP"/>
              </a:defRPr>
            </a:lvl5pPr>
            <a:lvl6pPr algn="l">
              <a:defRPr sz="1875" b="1">
                <a:solidFill>
                  <a:srgbClr val="924B39"/>
                </a:solidFill>
                <a:latin typeface="Noto Sans JP"/>
                <a:ea typeface="Noto Sans JP"/>
                <a:cs typeface="Noto Sans JP"/>
              </a:defRPr>
            </a:lvl6pPr>
            <a:lvl7pPr algn="l">
              <a:defRPr sz="1875" b="1">
                <a:solidFill>
                  <a:srgbClr val="924B39"/>
                </a:solidFill>
                <a:latin typeface="Noto Sans JP"/>
                <a:ea typeface="Noto Sans JP"/>
                <a:cs typeface="Noto Sans JP"/>
              </a:defRPr>
            </a:lvl7pPr>
            <a:lvl8pPr algn="l">
              <a:defRPr sz="1875" b="1">
                <a:solidFill>
                  <a:srgbClr val="924B39"/>
                </a:solidFill>
                <a:latin typeface="Noto Sans JP"/>
                <a:ea typeface="Noto Sans JP"/>
                <a:cs typeface="Noto Sans JP"/>
              </a:defRPr>
            </a:lvl8pPr>
            <a:lvl9pPr algn="l">
              <a:defRPr sz="1875" b="1">
                <a:solidFill>
                  <a:srgbClr val="924B39"/>
                </a:solidFill>
                <a:latin typeface="Noto Sans JP"/>
                <a:ea typeface="Noto Sans JP"/>
                <a:cs typeface="Noto Sans JP"/>
              </a:defRPr>
            </a:lvl9pPr>
          </a:lstStyle>
          <a:p xmlns:a="http://schemas.openxmlformats.org/drawingml/2006/main">
            <a:pPr algn="l">
              <a:defRPr sz="1875" b="1">
                <a:solidFill>
                  <a:srgbClr val="924B39"/>
                </a:solidFill>
                <a:latin typeface="Noto Sans JP"/>
                <a:ea typeface="Noto Sans JP"/>
                <a:cs typeface="Noto Sans JP"/>
              </a:defRPr>
            </a:pPr>
            <a:r>
              <a:rPr sz="1875" b="1">
                <a:solidFill>
                  <a:srgbClr val="182E65"/>
                </a:solidFill>
                <a:latin typeface="Noto Sans JP"/>
                <a:ea typeface="Noto Sans JP"/>
                <a:cs typeface="Noto Sans JP"/>
              </a:rPr>
              <a:t>不適切なNo.1表示には</a:t>
            </a:r>
          </a:p>
          <a:p xmlns:a="http://schemas.openxmlformats.org/drawingml/2006/main">
            <a:pPr algn="l">
              <a:defRPr sz="1875" b="1">
                <a:solidFill>
                  <a:srgbClr val="924B39"/>
                </a:solidFill>
                <a:latin typeface="Noto Sans JP"/>
                <a:ea typeface="Noto Sans JP"/>
                <a:cs typeface="Noto Sans JP"/>
              </a:defRPr>
            </a:pPr>
            <a:r>
              <a:rPr sz="1875" b="1">
                <a:solidFill>
                  <a:srgbClr val="182E65"/>
                </a:solidFill>
                <a:latin typeface="Noto Sans JP"/>
                <a:ea typeface="Noto Sans JP"/>
                <a:cs typeface="Noto Sans JP"/>
              </a:rPr>
              <a:t>景品表示法の措置も</a:t>
            </a:r>
          </a:p>
        </p:txBody>
      </p:sp>
      <p:sp>
        <p:nvSpPr>
          <p:cNvPr id="21" name="regulation-detail">
            <a:extLst xmlns:a="http://schemas.openxmlformats.org/drawingml/2006/main">
              <a:ext uri="{FF2B5EF4-FFF2-40B4-BE49-F238E27FC236}">
                <a16:creationId xmlns:a16="http://schemas.microsoft.com/office/drawing/2014/main" id="{3126C021-875D-4E64-9EAD-C7C63F427685}"/>
              </a:ext>
            </a:extLst>
          </p:cNvPr>
          <p:cNvSpPr>
            <a:spLocks xmlns:a="http://schemas.openxmlformats.org/drawingml/2006/main" noGrp="1"/>
          </p:cNvSpPr>
          <p:nvPr/>
        </p:nvSpPr>
        <p:spPr>
          <a:xfrm xmlns:a="http://schemas.openxmlformats.org/drawingml/2006/main">
            <a:off x="609600" y="4352925"/>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526078"/>
                </a:solidFill>
                <a:latin typeface="Noto Sans JP"/>
                <a:ea typeface="Noto Sans JP"/>
                <a:cs typeface="Noto Sans JP"/>
              </a:defRPr>
            </a:defPPr>
            <a:lvl1pPr algn="l">
              <a:defRPr sz="1350" b="0">
                <a:solidFill>
                  <a:srgbClr val="526078"/>
                </a:solidFill>
                <a:latin typeface="Noto Sans JP"/>
                <a:ea typeface="Noto Sans JP"/>
                <a:cs typeface="Noto Sans JP"/>
              </a:defRPr>
            </a:lvl1pPr>
            <a:lvl2pPr algn="l">
              <a:defRPr sz="1350" b="0">
                <a:solidFill>
                  <a:srgbClr val="526078"/>
                </a:solidFill>
                <a:latin typeface="Noto Sans JP"/>
                <a:ea typeface="Noto Sans JP"/>
                <a:cs typeface="Noto Sans JP"/>
              </a:defRPr>
            </a:lvl2pPr>
            <a:lvl3pPr algn="l">
              <a:defRPr sz="1350" b="0">
                <a:solidFill>
                  <a:srgbClr val="526078"/>
                </a:solidFill>
                <a:latin typeface="Noto Sans JP"/>
                <a:ea typeface="Noto Sans JP"/>
                <a:cs typeface="Noto Sans JP"/>
              </a:defRPr>
            </a:lvl3pPr>
            <a:lvl4pPr algn="l">
              <a:defRPr sz="1350" b="0">
                <a:solidFill>
                  <a:srgbClr val="526078"/>
                </a:solidFill>
                <a:latin typeface="Noto Sans JP"/>
                <a:ea typeface="Noto Sans JP"/>
                <a:cs typeface="Noto Sans JP"/>
              </a:defRPr>
            </a:lvl4pPr>
            <a:lvl5pPr algn="l">
              <a:defRPr sz="1350" b="0">
                <a:solidFill>
                  <a:srgbClr val="526078"/>
                </a:solidFill>
                <a:latin typeface="Noto Sans JP"/>
                <a:ea typeface="Noto Sans JP"/>
                <a:cs typeface="Noto Sans JP"/>
              </a:defRPr>
            </a:lvl5pPr>
            <a:lvl6pPr algn="l">
              <a:defRPr sz="1350" b="0">
                <a:solidFill>
                  <a:srgbClr val="526078"/>
                </a:solidFill>
                <a:latin typeface="Noto Sans JP"/>
                <a:ea typeface="Noto Sans JP"/>
                <a:cs typeface="Noto Sans JP"/>
              </a:defRPr>
            </a:lvl6pPr>
            <a:lvl7pPr algn="l">
              <a:defRPr sz="1350" b="0">
                <a:solidFill>
                  <a:srgbClr val="526078"/>
                </a:solidFill>
                <a:latin typeface="Noto Sans JP"/>
                <a:ea typeface="Noto Sans JP"/>
                <a:cs typeface="Noto Sans JP"/>
              </a:defRPr>
            </a:lvl7pPr>
            <a:lvl8pPr algn="l">
              <a:defRPr sz="1350" b="0">
                <a:solidFill>
                  <a:srgbClr val="526078"/>
                </a:solidFill>
                <a:latin typeface="Noto Sans JP"/>
                <a:ea typeface="Noto Sans JP"/>
                <a:cs typeface="Noto Sans JP"/>
              </a:defRPr>
            </a:lvl8pPr>
            <a:lvl9pPr algn="l">
              <a:defRPr sz="1350" b="0">
                <a:solidFill>
                  <a:srgbClr val="526078"/>
                </a:solidFill>
                <a:latin typeface="Noto Sans JP"/>
                <a:ea typeface="Noto Sans JP"/>
                <a:cs typeface="Noto Sans JP"/>
              </a:defRPr>
            </a:lvl9pPr>
          </a:lstStyle>
          <a:p xmlns:a="http://schemas.openxmlformats.org/drawingml/2006/main">
            <a:pPr algn="l">
              <a:defRPr sz="1350" b="0">
                <a:solidFill>
                  <a:srgbClr val="526078"/>
                </a:solidFill>
                <a:latin typeface="Noto Sans JP"/>
                <a:ea typeface="Noto Sans JP"/>
                <a:cs typeface="Noto Sans JP"/>
              </a:defRPr>
            </a:pPr>
            <a:r>
              <a:rPr sz="1350" b="0">
                <a:solidFill>
                  <a:srgbClr val="526078"/>
                </a:solidFill>
                <a:latin typeface="Noto Sans JP"/>
                <a:ea typeface="Noto Sans JP"/>
                <a:cs typeface="Noto Sans JP"/>
              </a:rPr>
              <a:t>調査の対象・方法など、根拠の確認が必要。</a:t>
            </a:r>
          </a:p>
        </p:txBody>
      </p:sp>
      <p:sp>
        <p:nvSpPr>
          <p:cNvPr id="22" name="left-divider">
            <a:extLst xmlns:a="http://schemas.openxmlformats.org/drawingml/2006/main">
              <a:ext uri="{FF2B5EF4-FFF2-40B4-BE49-F238E27FC236}">
                <a16:creationId xmlns:a16="http://schemas.microsoft.com/office/drawing/2014/main" id="{4359B278-EF2A-4AF4-98A7-3DCDDB5B67CA}"/>
              </a:ext>
            </a:extLst>
          </p:cNvPr>
          <p:cNvSpPr>
            <a:spLocks xmlns:a="http://schemas.openxmlformats.org/drawingml/2006/main" noGrp="1"/>
          </p:cNvSpPr>
          <p:nvPr/>
        </p:nvSpPr>
        <p:spPr>
          <a:xfrm xmlns:a="http://schemas.openxmlformats.org/drawingml/2006/main">
            <a:off x="609600" y="4648200"/>
            <a:ext cx="3381375"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23" name="pr-label">
            <a:extLst xmlns:a="http://schemas.openxmlformats.org/drawingml/2006/main">
              <a:ext uri="{FF2B5EF4-FFF2-40B4-BE49-F238E27FC236}">
                <a16:creationId xmlns:a16="http://schemas.microsoft.com/office/drawing/2014/main" id="{1AAC5D7C-EC0B-42F4-8C4C-C9F76BC06C9C}"/>
              </a:ext>
            </a:extLst>
          </p:cNvPr>
          <p:cNvSpPr>
            <a:spLocks xmlns:a="http://schemas.openxmlformats.org/drawingml/2006/main" noGrp="1"/>
          </p:cNvSpPr>
          <p:nvPr/>
        </p:nvSpPr>
        <p:spPr>
          <a:xfrm xmlns:a="http://schemas.openxmlformats.org/drawingml/2006/main">
            <a:off x="609600" y="4762500"/>
            <a:ext cx="3524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82E65"/>
                </a:solidFill>
                <a:latin typeface="Noto Sans JP"/>
                <a:ea typeface="Noto Sans JP"/>
                <a:cs typeface="Noto Sans JP"/>
              </a:defRPr>
            </a:defPPr>
            <a:lvl1pPr algn="l">
              <a:defRPr sz="1650" b="1">
                <a:solidFill>
                  <a:srgbClr val="182E65"/>
                </a:solidFill>
                <a:latin typeface="Noto Sans JP"/>
                <a:ea typeface="Noto Sans JP"/>
                <a:cs typeface="Noto Sans JP"/>
              </a:defRPr>
            </a:lvl1pPr>
            <a:lvl2pPr algn="l">
              <a:defRPr sz="1650" b="1">
                <a:solidFill>
                  <a:srgbClr val="182E65"/>
                </a:solidFill>
                <a:latin typeface="Noto Sans JP"/>
                <a:ea typeface="Noto Sans JP"/>
                <a:cs typeface="Noto Sans JP"/>
              </a:defRPr>
            </a:lvl2pPr>
            <a:lvl3pPr algn="l">
              <a:defRPr sz="1650" b="1">
                <a:solidFill>
                  <a:srgbClr val="182E65"/>
                </a:solidFill>
                <a:latin typeface="Noto Sans JP"/>
                <a:ea typeface="Noto Sans JP"/>
                <a:cs typeface="Noto Sans JP"/>
              </a:defRPr>
            </a:lvl3pPr>
            <a:lvl4pPr algn="l">
              <a:defRPr sz="1650" b="1">
                <a:solidFill>
                  <a:srgbClr val="182E65"/>
                </a:solidFill>
                <a:latin typeface="Noto Sans JP"/>
                <a:ea typeface="Noto Sans JP"/>
                <a:cs typeface="Noto Sans JP"/>
              </a:defRPr>
            </a:lvl4pPr>
            <a:lvl5pPr algn="l">
              <a:defRPr sz="1650" b="1">
                <a:solidFill>
                  <a:srgbClr val="182E65"/>
                </a:solidFill>
                <a:latin typeface="Noto Sans JP"/>
                <a:ea typeface="Noto Sans JP"/>
                <a:cs typeface="Noto Sans JP"/>
              </a:defRPr>
            </a:lvl5pPr>
            <a:lvl6pPr algn="l">
              <a:defRPr sz="1650" b="1">
                <a:solidFill>
                  <a:srgbClr val="182E65"/>
                </a:solidFill>
                <a:latin typeface="Noto Sans JP"/>
                <a:ea typeface="Noto Sans JP"/>
                <a:cs typeface="Noto Sans JP"/>
              </a:defRPr>
            </a:lvl6pPr>
            <a:lvl7pPr algn="l">
              <a:defRPr sz="1650" b="1">
                <a:solidFill>
                  <a:srgbClr val="182E65"/>
                </a:solidFill>
                <a:latin typeface="Noto Sans JP"/>
                <a:ea typeface="Noto Sans JP"/>
                <a:cs typeface="Noto Sans JP"/>
              </a:defRPr>
            </a:lvl7pPr>
            <a:lvl8pPr algn="l">
              <a:defRPr sz="1650" b="1">
                <a:solidFill>
                  <a:srgbClr val="182E65"/>
                </a:solidFill>
                <a:latin typeface="Noto Sans JP"/>
                <a:ea typeface="Noto Sans JP"/>
                <a:cs typeface="Noto Sans JP"/>
              </a:defRPr>
            </a:lvl8pPr>
            <a:lvl9pPr algn="l">
              <a:defRPr sz="1650" b="1">
                <a:solidFill>
                  <a:srgbClr val="182E65"/>
                </a:solidFill>
                <a:latin typeface="Noto Sans JP"/>
                <a:ea typeface="Noto Sans JP"/>
                <a:cs typeface="Noto Sans JP"/>
              </a:defRPr>
            </a:lvl9pPr>
          </a:lstStyle>
          <a:p xmlns:a="http://schemas.openxmlformats.org/drawingml/2006/main">
            <a:pPr algn="l">
              <a:defRPr sz="1650" b="1">
                <a:solidFill>
                  <a:srgbClr val="182E65"/>
                </a:solidFill>
                <a:latin typeface="Noto Sans JP"/>
                <a:ea typeface="Noto Sans JP"/>
                <a:cs typeface="Noto Sans JP"/>
              </a:defRPr>
            </a:pPr>
            <a:r>
              <a:rPr sz="1650" b="1">
                <a:solidFill>
                  <a:srgbClr val="182E65"/>
                </a:solidFill>
                <a:latin typeface="Noto Sans JP"/>
                <a:ea typeface="Noto Sans JP"/>
                <a:cs typeface="Noto Sans JP"/>
              </a:rPr>
              <a:t>プレスリリースの原文転載</a:t>
            </a:r>
          </a:p>
        </p:txBody>
      </p:sp>
      <p:sp>
        <p:nvSpPr>
          <p:cNvPr id="24" name="pr-description">
            <a:extLst xmlns:a="http://schemas.openxmlformats.org/drawingml/2006/main">
              <a:ext uri="{FF2B5EF4-FFF2-40B4-BE49-F238E27FC236}">
                <a16:creationId xmlns:a16="http://schemas.microsoft.com/office/drawing/2014/main" id="{CD660732-9972-4F1D-9350-2A49B8CFCB0C}"/>
              </a:ext>
            </a:extLst>
          </p:cNvPr>
          <p:cNvSpPr>
            <a:spLocks xmlns:a="http://schemas.openxmlformats.org/drawingml/2006/main" noGrp="1"/>
          </p:cNvSpPr>
          <p:nvPr/>
        </p:nvSpPr>
        <p:spPr>
          <a:xfrm xmlns:a="http://schemas.openxmlformats.org/drawingml/2006/main">
            <a:off x="609600" y="5124450"/>
            <a:ext cx="3524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72943"/>
                </a:solidFill>
                <a:latin typeface="Noto Sans JP"/>
                <a:ea typeface="Noto Sans JP"/>
                <a:cs typeface="Noto Sans JP"/>
              </a:defRPr>
            </a:defPPr>
            <a:lvl1pPr algn="l">
              <a:defRPr sz="1575" b="0">
                <a:solidFill>
                  <a:srgbClr val="172943"/>
                </a:solidFill>
                <a:latin typeface="Noto Sans JP"/>
                <a:ea typeface="Noto Sans JP"/>
                <a:cs typeface="Noto Sans JP"/>
              </a:defRPr>
            </a:lvl1pPr>
            <a:lvl2pPr algn="l">
              <a:defRPr sz="1575" b="0">
                <a:solidFill>
                  <a:srgbClr val="172943"/>
                </a:solidFill>
                <a:latin typeface="Noto Sans JP"/>
                <a:ea typeface="Noto Sans JP"/>
                <a:cs typeface="Noto Sans JP"/>
              </a:defRPr>
            </a:lvl2pPr>
            <a:lvl3pPr algn="l">
              <a:defRPr sz="1575" b="0">
                <a:solidFill>
                  <a:srgbClr val="172943"/>
                </a:solidFill>
                <a:latin typeface="Noto Sans JP"/>
                <a:ea typeface="Noto Sans JP"/>
                <a:cs typeface="Noto Sans JP"/>
              </a:defRPr>
            </a:lvl3pPr>
            <a:lvl4pPr algn="l">
              <a:defRPr sz="1575" b="0">
                <a:solidFill>
                  <a:srgbClr val="172943"/>
                </a:solidFill>
                <a:latin typeface="Noto Sans JP"/>
                <a:ea typeface="Noto Sans JP"/>
                <a:cs typeface="Noto Sans JP"/>
              </a:defRPr>
            </a:lvl4pPr>
            <a:lvl5pPr algn="l">
              <a:defRPr sz="1575" b="0">
                <a:solidFill>
                  <a:srgbClr val="172943"/>
                </a:solidFill>
                <a:latin typeface="Noto Sans JP"/>
                <a:ea typeface="Noto Sans JP"/>
                <a:cs typeface="Noto Sans JP"/>
              </a:defRPr>
            </a:lvl5pPr>
            <a:lvl6pPr algn="l">
              <a:defRPr sz="1575" b="0">
                <a:solidFill>
                  <a:srgbClr val="172943"/>
                </a:solidFill>
                <a:latin typeface="Noto Sans JP"/>
                <a:ea typeface="Noto Sans JP"/>
                <a:cs typeface="Noto Sans JP"/>
              </a:defRPr>
            </a:lvl6pPr>
            <a:lvl7pPr algn="l">
              <a:defRPr sz="1575" b="0">
                <a:solidFill>
                  <a:srgbClr val="172943"/>
                </a:solidFill>
                <a:latin typeface="Noto Sans JP"/>
                <a:ea typeface="Noto Sans JP"/>
                <a:cs typeface="Noto Sans JP"/>
              </a:defRPr>
            </a:lvl7pPr>
            <a:lvl8pPr algn="l">
              <a:defRPr sz="1575" b="0">
                <a:solidFill>
                  <a:srgbClr val="172943"/>
                </a:solidFill>
                <a:latin typeface="Noto Sans JP"/>
                <a:ea typeface="Noto Sans JP"/>
                <a:cs typeface="Noto Sans JP"/>
              </a:defRPr>
            </a:lvl8pPr>
            <a:lvl9pPr algn="l">
              <a:defRPr sz="1575" b="0">
                <a:solidFill>
                  <a:srgbClr val="172943"/>
                </a:solidFill>
                <a:latin typeface="Noto Sans JP"/>
                <a:ea typeface="Noto Sans JP"/>
                <a:cs typeface="Noto Sans JP"/>
              </a:defRPr>
            </a:lvl9pPr>
          </a:lstStyle>
          <a:p xmlns:a="http://schemas.openxmlformats.org/drawingml/2006/main">
            <a:pPr algn="l">
              <a:defRPr sz="1575" b="0">
                <a:solidFill>
                  <a:srgbClr val="172943"/>
                </a:solidFill>
                <a:latin typeface="Noto Sans JP"/>
                <a:ea typeface="Noto Sans JP"/>
                <a:cs typeface="Noto Sans JP"/>
              </a:defRPr>
            </a:pPr>
            <a:r>
              <a:rPr sz="1575" b="0">
                <a:solidFill>
                  <a:srgbClr val="172943"/>
                </a:solidFill>
                <a:latin typeface="Noto Sans JP"/>
                <a:ea typeface="Noto Sans JP"/>
                <a:cs typeface="Noto Sans JP"/>
              </a:rPr>
              <a:t>自社発信のPRを転載したもの。</a:t>
            </a:r>
          </a:p>
          <a:p xmlns:a="http://schemas.openxmlformats.org/drawingml/2006/main">
            <a:pPr algn="l">
              <a:defRPr sz="1575" b="0">
                <a:solidFill>
                  <a:srgbClr val="172943"/>
                </a:solidFill>
                <a:latin typeface="Noto Sans JP"/>
                <a:ea typeface="Noto Sans JP"/>
                <a:cs typeface="Noto Sans JP"/>
              </a:defRPr>
            </a:pPr>
            <a:r>
              <a:rPr sz="1575" b="0">
                <a:solidFill>
                  <a:srgbClr val="172943"/>
                </a:solidFill>
                <a:latin typeface="Noto Sans JP"/>
                <a:ea typeface="Noto Sans JP"/>
                <a:cs typeface="Noto Sans JP"/>
              </a:rPr>
              <a:t>取材・紹介の実績として</a:t>
            </a:r>
          </a:p>
          <a:p xmlns:a="http://schemas.openxmlformats.org/drawingml/2006/main">
            <a:pPr algn="l">
              <a:defRPr sz="1575" b="0">
                <a:solidFill>
                  <a:srgbClr val="172943"/>
                </a:solidFill>
                <a:latin typeface="Noto Sans JP"/>
                <a:ea typeface="Noto Sans JP"/>
                <a:cs typeface="Noto Sans JP"/>
              </a:defRPr>
            </a:pPr>
            <a:r>
              <a:rPr sz="1575" b="0">
                <a:solidFill>
                  <a:srgbClr val="172943"/>
                </a:solidFill>
                <a:latin typeface="Noto Sans JP"/>
                <a:ea typeface="Noto Sans JP"/>
                <a:cs typeface="Noto Sans JP"/>
              </a:rPr>
              <a:t>表示することはできません。</a:t>
            </a:r>
          </a:p>
        </p:txBody>
      </p:sp>
      <p:sp>
        <p:nvSpPr>
          <p:cNvPr id="25" name="arrow">
            <a:extLst xmlns:a="http://schemas.openxmlformats.org/drawingml/2006/main">
              <a:ext uri="{FF2B5EF4-FFF2-40B4-BE49-F238E27FC236}">
                <a16:creationId xmlns:a16="http://schemas.microsoft.com/office/drawing/2014/main" id="{0E606EB4-C9D4-43AF-A8DA-4C2502C92439}"/>
              </a:ext>
            </a:extLst>
          </p:cNvPr>
          <p:cNvSpPr>
            <a:spLocks xmlns:a="http://schemas.openxmlformats.org/drawingml/2006/main" noGrp="1"/>
          </p:cNvSpPr>
          <p:nvPr/>
        </p:nvSpPr>
        <p:spPr>
          <a:xfrm xmlns:a="http://schemas.openxmlformats.org/drawingml/2006/main">
            <a:off x="4257675" y="3448050"/>
            <a:ext cx="323850" cy="400050"/>
          </a:xfrm>
          <a:prstGeom xmlns:a="http://schemas.openxmlformats.org/drawingml/2006/main" prst="chevron">
            <a:avLst/>
          </a:prstGeom>
          <a:solidFill xmlns:a="http://schemas.openxmlformats.org/drawingml/2006/main">
            <a:srgbClr val="A78025"/>
          </a:solidFill>
          <a:ln xmlns:a="http://schemas.openxmlformats.org/drawingml/2006/main" w="0">
            <a:noFill/>
          </a:ln>
        </p:spPr>
      </p:sp>
      <p:sp>
        <p:nvSpPr>
          <p:cNvPr id="26" name="browser">
            <a:extLst xmlns:a="http://schemas.openxmlformats.org/drawingml/2006/main">
              <a:ext uri="{FF2B5EF4-FFF2-40B4-BE49-F238E27FC236}">
                <a16:creationId xmlns:a16="http://schemas.microsoft.com/office/drawing/2014/main" id="{DC07FA60-6603-4FD5-BE79-C1972A71EFDF}"/>
              </a:ext>
            </a:extLst>
          </p:cNvPr>
          <p:cNvSpPr>
            <a:spLocks xmlns:a="http://schemas.openxmlformats.org/drawingml/2006/main" noGrp="1"/>
          </p:cNvSpPr>
          <p:nvPr/>
        </p:nvSpPr>
        <p:spPr>
          <a:xfrm xmlns:a="http://schemas.openxmlformats.org/drawingml/2006/main">
            <a:off x="4810125" y="1743075"/>
            <a:ext cx="6772275" cy="3705225"/>
          </a:xfrm>
          <a:prstGeom xmlns:a="http://schemas.openxmlformats.org/drawingml/2006/main" prst="rect">
            <a:avLst/>
          </a:prstGeom>
          <a:solidFill xmlns:a="http://schemas.openxmlformats.org/drawingml/2006/main">
            <a:srgbClr val="FFFFFF"/>
          </a:solidFill>
          <a:ln xmlns:a="http://schemas.openxmlformats.org/drawingml/2006/main" w="14288">
            <a:solidFill>
              <a:srgbClr val="D8DDE5"/>
            </a:solidFill>
          </a:ln>
        </p:spPr>
      </p:sp>
      <p:sp>
        <p:nvSpPr>
          <p:cNvPr id="27" name="browser-topbar">
            <a:extLst xmlns:a="http://schemas.openxmlformats.org/drawingml/2006/main">
              <a:ext uri="{FF2B5EF4-FFF2-40B4-BE49-F238E27FC236}">
                <a16:creationId xmlns:a16="http://schemas.microsoft.com/office/drawing/2014/main" id="{ADC9868B-B0F2-4DC7-987D-F3B7CDF94AE6}"/>
              </a:ext>
            </a:extLst>
          </p:cNvPr>
          <p:cNvSpPr>
            <a:spLocks xmlns:a="http://schemas.openxmlformats.org/drawingml/2006/main" noGrp="1"/>
          </p:cNvSpPr>
          <p:nvPr/>
        </p:nvSpPr>
        <p:spPr>
          <a:xfrm xmlns:a="http://schemas.openxmlformats.org/drawingml/2006/main">
            <a:off x="4819650" y="1752600"/>
            <a:ext cx="6753225" cy="304800"/>
          </a:xfrm>
          <a:prstGeom xmlns:a="http://schemas.openxmlformats.org/drawingml/2006/main" prst="rect">
            <a:avLst/>
          </a:prstGeom>
          <a:solidFill xmlns:a="http://schemas.openxmlformats.org/drawingml/2006/main">
            <a:srgbClr val="F1F3F6"/>
          </a:solidFill>
          <a:ln xmlns:a="http://schemas.openxmlformats.org/drawingml/2006/main" w="0">
            <a:noFill/>
          </a:ln>
        </p:spPr>
      </p:sp>
      <p:sp>
        <p:nvSpPr>
          <p:cNvPr id="28" name="browser-dot-0">
            <a:extLst xmlns:a="http://schemas.openxmlformats.org/drawingml/2006/main">
              <a:ext uri="{FF2B5EF4-FFF2-40B4-BE49-F238E27FC236}">
                <a16:creationId xmlns:a16="http://schemas.microsoft.com/office/drawing/2014/main" id="{4F5B42A4-53FA-4310-8F49-1D93933A9753}"/>
              </a:ext>
            </a:extLst>
          </p:cNvPr>
          <p:cNvSpPr>
            <a:spLocks xmlns:a="http://schemas.openxmlformats.org/drawingml/2006/main" noGrp="1"/>
          </p:cNvSpPr>
          <p:nvPr/>
        </p:nvSpPr>
        <p:spPr>
          <a:xfrm xmlns:a="http://schemas.openxmlformats.org/drawingml/2006/main">
            <a:off x="4943475" y="1866900"/>
            <a:ext cx="57150" cy="57150"/>
          </a:xfrm>
          <a:prstGeom xmlns:a="http://schemas.openxmlformats.org/drawingml/2006/main" prst="ellipse">
            <a:avLst/>
          </a:prstGeom>
          <a:solidFill xmlns:a="http://schemas.openxmlformats.org/drawingml/2006/main">
            <a:srgbClr val="BFC7D5"/>
          </a:solidFill>
          <a:ln xmlns:a="http://schemas.openxmlformats.org/drawingml/2006/main" w="0">
            <a:noFill/>
          </a:ln>
        </p:spPr>
      </p:sp>
      <p:sp>
        <p:nvSpPr>
          <p:cNvPr id="29" name="browser-dot-1">
            <a:extLst xmlns:a="http://schemas.openxmlformats.org/drawingml/2006/main">
              <a:ext uri="{FF2B5EF4-FFF2-40B4-BE49-F238E27FC236}">
                <a16:creationId xmlns:a16="http://schemas.microsoft.com/office/drawing/2014/main" id="{91424EE8-111F-4418-932F-358AC8E623AB}"/>
              </a:ext>
            </a:extLst>
          </p:cNvPr>
          <p:cNvSpPr>
            <a:spLocks xmlns:a="http://schemas.openxmlformats.org/drawingml/2006/main" noGrp="1"/>
          </p:cNvSpPr>
          <p:nvPr/>
        </p:nvSpPr>
        <p:spPr>
          <a:xfrm xmlns:a="http://schemas.openxmlformats.org/drawingml/2006/main">
            <a:off x="5086350" y="1866900"/>
            <a:ext cx="57150" cy="57150"/>
          </a:xfrm>
          <a:prstGeom xmlns:a="http://schemas.openxmlformats.org/drawingml/2006/main" prst="ellipse">
            <a:avLst/>
          </a:prstGeom>
          <a:solidFill xmlns:a="http://schemas.openxmlformats.org/drawingml/2006/main">
            <a:srgbClr val="BFC7D5"/>
          </a:solidFill>
          <a:ln xmlns:a="http://schemas.openxmlformats.org/drawingml/2006/main" w="0">
            <a:noFill/>
          </a:ln>
        </p:spPr>
      </p:sp>
      <p:sp>
        <p:nvSpPr>
          <p:cNvPr id="30" name="browser-dot-2">
            <a:extLst xmlns:a="http://schemas.openxmlformats.org/drawingml/2006/main">
              <a:ext uri="{FF2B5EF4-FFF2-40B4-BE49-F238E27FC236}">
                <a16:creationId xmlns:a16="http://schemas.microsoft.com/office/drawing/2014/main" id="{A50FB309-EBA8-4903-B34A-C3F1452F57FF}"/>
              </a:ext>
            </a:extLst>
          </p:cNvPr>
          <p:cNvSpPr>
            <a:spLocks xmlns:a="http://schemas.openxmlformats.org/drawingml/2006/main" noGrp="1"/>
          </p:cNvSpPr>
          <p:nvPr/>
        </p:nvSpPr>
        <p:spPr>
          <a:xfrm xmlns:a="http://schemas.openxmlformats.org/drawingml/2006/main">
            <a:off x="5229225" y="1866900"/>
            <a:ext cx="57150" cy="57150"/>
          </a:xfrm>
          <a:prstGeom xmlns:a="http://schemas.openxmlformats.org/drawingml/2006/main" prst="ellipse">
            <a:avLst/>
          </a:prstGeom>
          <a:solidFill xmlns:a="http://schemas.openxmlformats.org/drawingml/2006/main">
            <a:srgbClr val="BFC7D5"/>
          </a:solidFill>
          <a:ln xmlns:a="http://schemas.openxmlformats.org/drawingml/2006/main" w="0">
            <a:noFill/>
          </a:ln>
        </p:spPr>
      </p:sp>
      <p:sp>
        <p:nvSpPr>
          <p:cNvPr id="31" name="mock-label">
            <a:extLst xmlns:a="http://schemas.openxmlformats.org/drawingml/2006/main">
              <a:ext uri="{FF2B5EF4-FFF2-40B4-BE49-F238E27FC236}">
                <a16:creationId xmlns:a16="http://schemas.microsoft.com/office/drawing/2014/main" id="{19F4B1A4-2D7F-41D1-8292-C42D48BD098C}"/>
              </a:ext>
            </a:extLst>
          </p:cNvPr>
          <p:cNvSpPr>
            <a:spLocks xmlns:a="http://schemas.openxmlformats.org/drawingml/2006/main" noGrp="1"/>
          </p:cNvSpPr>
          <p:nvPr/>
        </p:nvSpPr>
        <p:spPr>
          <a:xfrm xmlns:a="http://schemas.openxmlformats.org/drawingml/2006/main">
            <a:off x="5467350" y="1809750"/>
            <a:ext cx="541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125" b="0">
                <a:solidFill>
                  <a:srgbClr val="526078"/>
                </a:solidFill>
                <a:latin typeface="Noto Sans JP"/>
                <a:ea typeface="Noto Sans JP"/>
                <a:cs typeface="Noto Sans JP"/>
              </a:defRPr>
            </a:defPPr>
            <a:lvl1pPr algn="ctr">
              <a:defRPr sz="1125" b="0">
                <a:solidFill>
                  <a:srgbClr val="526078"/>
                </a:solidFill>
                <a:latin typeface="Noto Sans JP"/>
                <a:ea typeface="Noto Sans JP"/>
                <a:cs typeface="Noto Sans JP"/>
              </a:defRPr>
            </a:lvl1pPr>
            <a:lvl2pPr algn="ctr">
              <a:defRPr sz="1125" b="0">
                <a:solidFill>
                  <a:srgbClr val="526078"/>
                </a:solidFill>
                <a:latin typeface="Noto Sans JP"/>
                <a:ea typeface="Noto Sans JP"/>
                <a:cs typeface="Noto Sans JP"/>
              </a:defRPr>
            </a:lvl2pPr>
            <a:lvl3pPr algn="ctr">
              <a:defRPr sz="1125" b="0">
                <a:solidFill>
                  <a:srgbClr val="526078"/>
                </a:solidFill>
                <a:latin typeface="Noto Sans JP"/>
                <a:ea typeface="Noto Sans JP"/>
                <a:cs typeface="Noto Sans JP"/>
              </a:defRPr>
            </a:lvl3pPr>
            <a:lvl4pPr algn="ctr">
              <a:defRPr sz="1125" b="0">
                <a:solidFill>
                  <a:srgbClr val="526078"/>
                </a:solidFill>
                <a:latin typeface="Noto Sans JP"/>
                <a:ea typeface="Noto Sans JP"/>
                <a:cs typeface="Noto Sans JP"/>
              </a:defRPr>
            </a:lvl4pPr>
            <a:lvl5pPr algn="ctr">
              <a:defRPr sz="1125" b="0">
                <a:solidFill>
                  <a:srgbClr val="526078"/>
                </a:solidFill>
                <a:latin typeface="Noto Sans JP"/>
                <a:ea typeface="Noto Sans JP"/>
                <a:cs typeface="Noto Sans JP"/>
              </a:defRPr>
            </a:lvl5pPr>
            <a:lvl6pPr algn="ctr">
              <a:defRPr sz="1125" b="0">
                <a:solidFill>
                  <a:srgbClr val="526078"/>
                </a:solidFill>
                <a:latin typeface="Noto Sans JP"/>
                <a:ea typeface="Noto Sans JP"/>
                <a:cs typeface="Noto Sans JP"/>
              </a:defRPr>
            </a:lvl6pPr>
            <a:lvl7pPr algn="ctr">
              <a:defRPr sz="1125" b="0">
                <a:solidFill>
                  <a:srgbClr val="526078"/>
                </a:solidFill>
                <a:latin typeface="Noto Sans JP"/>
                <a:ea typeface="Noto Sans JP"/>
                <a:cs typeface="Noto Sans JP"/>
              </a:defRPr>
            </a:lvl7pPr>
            <a:lvl8pPr algn="ctr">
              <a:defRPr sz="1125" b="0">
                <a:solidFill>
                  <a:srgbClr val="526078"/>
                </a:solidFill>
                <a:latin typeface="Noto Sans JP"/>
                <a:ea typeface="Noto Sans JP"/>
                <a:cs typeface="Noto Sans JP"/>
              </a:defRPr>
            </a:lvl8pPr>
            <a:lvl9pPr algn="ctr">
              <a:defRPr sz="1125" b="0">
                <a:solidFill>
                  <a:srgbClr val="526078"/>
                </a:solidFill>
                <a:latin typeface="Noto Sans JP"/>
                <a:ea typeface="Noto Sans JP"/>
                <a:cs typeface="Noto Sans JP"/>
              </a:defRPr>
            </a:lvl9pPr>
          </a:lstStyle>
          <a:p xmlns:a="http://schemas.openxmlformats.org/drawingml/2006/main">
            <a:pPr algn="ctr">
              <a:defRPr sz="1125" b="0">
                <a:solidFill>
                  <a:srgbClr val="526078"/>
                </a:solidFill>
                <a:latin typeface="Noto Sans JP"/>
                <a:ea typeface="Noto Sans JP"/>
                <a:cs typeface="Noto Sans JP"/>
              </a:defRPr>
            </a:pPr>
            <a:r>
              <a:rPr sz="1125" b="0">
                <a:solidFill>
                  <a:srgbClr val="526078"/>
                </a:solidFill>
                <a:latin typeface="Noto Sans JP"/>
                <a:ea typeface="Noto Sans JP"/>
                <a:cs typeface="Noto Sans JP"/>
              </a:rPr>
              <a:t>貴社サービスのLP｜活用イメージ</a:t>
            </a:r>
          </a:p>
        </p:txBody>
      </p:sp>
      <p:sp>
        <p:nvSpPr>
          <p:cNvPr id="32" name="mock-brand">
            <a:extLst xmlns:a="http://schemas.openxmlformats.org/drawingml/2006/main">
              <a:ext uri="{FF2B5EF4-FFF2-40B4-BE49-F238E27FC236}">
                <a16:creationId xmlns:a16="http://schemas.microsoft.com/office/drawing/2014/main" id="{B23FE205-0F6E-4D8F-8062-FC48F26EAE16}"/>
              </a:ext>
            </a:extLst>
          </p:cNvPr>
          <p:cNvSpPr>
            <a:spLocks xmlns:a="http://schemas.openxmlformats.org/drawingml/2006/main" noGrp="1"/>
          </p:cNvSpPr>
          <p:nvPr/>
        </p:nvSpPr>
        <p:spPr>
          <a:xfrm xmlns:a="http://schemas.openxmlformats.org/drawingml/2006/main">
            <a:off x="5086350" y="22383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82E65"/>
                </a:solidFill>
                <a:latin typeface="Noto Sans JP"/>
                <a:ea typeface="Noto Sans JP"/>
                <a:cs typeface="Noto Sans JP"/>
              </a:defRPr>
            </a:defPPr>
            <a:lvl1pPr algn="l">
              <a:defRPr sz="1425" b="1">
                <a:solidFill>
                  <a:srgbClr val="182E65"/>
                </a:solidFill>
                <a:latin typeface="Noto Sans JP"/>
                <a:ea typeface="Noto Sans JP"/>
                <a:cs typeface="Noto Sans JP"/>
              </a:defRPr>
            </a:lvl1pPr>
            <a:lvl2pPr algn="l">
              <a:defRPr sz="1425" b="1">
                <a:solidFill>
                  <a:srgbClr val="182E65"/>
                </a:solidFill>
                <a:latin typeface="Noto Sans JP"/>
                <a:ea typeface="Noto Sans JP"/>
                <a:cs typeface="Noto Sans JP"/>
              </a:defRPr>
            </a:lvl2pPr>
            <a:lvl3pPr algn="l">
              <a:defRPr sz="1425" b="1">
                <a:solidFill>
                  <a:srgbClr val="182E65"/>
                </a:solidFill>
                <a:latin typeface="Noto Sans JP"/>
                <a:ea typeface="Noto Sans JP"/>
                <a:cs typeface="Noto Sans JP"/>
              </a:defRPr>
            </a:lvl3pPr>
            <a:lvl4pPr algn="l">
              <a:defRPr sz="1425" b="1">
                <a:solidFill>
                  <a:srgbClr val="182E65"/>
                </a:solidFill>
                <a:latin typeface="Noto Sans JP"/>
                <a:ea typeface="Noto Sans JP"/>
                <a:cs typeface="Noto Sans JP"/>
              </a:defRPr>
            </a:lvl4pPr>
            <a:lvl5pPr algn="l">
              <a:defRPr sz="1425" b="1">
                <a:solidFill>
                  <a:srgbClr val="182E65"/>
                </a:solidFill>
                <a:latin typeface="Noto Sans JP"/>
                <a:ea typeface="Noto Sans JP"/>
                <a:cs typeface="Noto Sans JP"/>
              </a:defRPr>
            </a:lvl5pPr>
            <a:lvl6pPr algn="l">
              <a:defRPr sz="1425" b="1">
                <a:solidFill>
                  <a:srgbClr val="182E65"/>
                </a:solidFill>
                <a:latin typeface="Noto Sans JP"/>
                <a:ea typeface="Noto Sans JP"/>
                <a:cs typeface="Noto Sans JP"/>
              </a:defRPr>
            </a:lvl6pPr>
            <a:lvl7pPr algn="l">
              <a:defRPr sz="1425" b="1">
                <a:solidFill>
                  <a:srgbClr val="182E65"/>
                </a:solidFill>
                <a:latin typeface="Noto Sans JP"/>
                <a:ea typeface="Noto Sans JP"/>
                <a:cs typeface="Noto Sans JP"/>
              </a:defRPr>
            </a:lvl7pPr>
            <a:lvl8pPr algn="l">
              <a:defRPr sz="1425" b="1">
                <a:solidFill>
                  <a:srgbClr val="182E65"/>
                </a:solidFill>
                <a:latin typeface="Noto Sans JP"/>
                <a:ea typeface="Noto Sans JP"/>
                <a:cs typeface="Noto Sans JP"/>
              </a:defRPr>
            </a:lvl8pPr>
            <a:lvl9pPr algn="l">
              <a:defRPr sz="1425" b="1">
                <a:solidFill>
                  <a:srgbClr val="182E65"/>
                </a:solidFill>
                <a:latin typeface="Noto Sans JP"/>
                <a:ea typeface="Noto Sans JP"/>
                <a:cs typeface="Noto Sans JP"/>
              </a:defRPr>
            </a:lvl9pPr>
          </a:lstStyle>
          <a:p xmlns:a="http://schemas.openxmlformats.org/drawingml/2006/main">
            <a:pPr algn="l">
              <a:defRPr sz="1425" b="1">
                <a:solidFill>
                  <a:srgbClr val="182E65"/>
                </a:solidFill>
                <a:latin typeface="Noto Sans JP"/>
                <a:ea typeface="Noto Sans JP"/>
                <a:cs typeface="Noto Sans JP"/>
              </a:defRPr>
            </a:pPr>
            <a:r>
              <a:rPr sz="1425" b="1">
                <a:solidFill>
                  <a:srgbClr val="182E65"/>
                </a:solidFill>
                <a:latin typeface="Noto Sans JP"/>
                <a:ea typeface="Noto Sans JP"/>
                <a:cs typeface="Noto Sans JP"/>
              </a:rPr>
              <a:t>貴社サービス</a:t>
            </a:r>
          </a:p>
        </p:txBody>
      </p:sp>
      <p:sp>
        <p:nvSpPr>
          <p:cNvPr id="33" name="mock-nav">
            <a:extLst xmlns:a="http://schemas.openxmlformats.org/drawingml/2006/main">
              <a:ext uri="{FF2B5EF4-FFF2-40B4-BE49-F238E27FC236}">
                <a16:creationId xmlns:a16="http://schemas.microsoft.com/office/drawing/2014/main" id="{CF24A853-E3DC-4A5C-B257-AB08B192CC83}"/>
              </a:ext>
            </a:extLst>
          </p:cNvPr>
          <p:cNvSpPr>
            <a:spLocks xmlns:a="http://schemas.openxmlformats.org/drawingml/2006/main" noGrp="1"/>
          </p:cNvSpPr>
          <p:nvPr/>
        </p:nvSpPr>
        <p:spPr>
          <a:xfrm xmlns:a="http://schemas.openxmlformats.org/drawingml/2006/main">
            <a:off x="8924925" y="227647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526078"/>
                </a:solidFill>
                <a:latin typeface="Noto Sans JP"/>
                <a:ea typeface="Noto Sans JP"/>
                <a:cs typeface="Noto Sans JP"/>
              </a:defRPr>
            </a:defPPr>
            <a:lvl1pPr algn="r">
              <a:defRPr sz="975" b="0">
                <a:solidFill>
                  <a:srgbClr val="526078"/>
                </a:solidFill>
                <a:latin typeface="Noto Sans JP"/>
                <a:ea typeface="Noto Sans JP"/>
                <a:cs typeface="Noto Sans JP"/>
              </a:defRPr>
            </a:lvl1pPr>
            <a:lvl2pPr algn="r">
              <a:defRPr sz="975" b="0">
                <a:solidFill>
                  <a:srgbClr val="526078"/>
                </a:solidFill>
                <a:latin typeface="Noto Sans JP"/>
                <a:ea typeface="Noto Sans JP"/>
                <a:cs typeface="Noto Sans JP"/>
              </a:defRPr>
            </a:lvl2pPr>
            <a:lvl3pPr algn="r">
              <a:defRPr sz="975" b="0">
                <a:solidFill>
                  <a:srgbClr val="526078"/>
                </a:solidFill>
                <a:latin typeface="Noto Sans JP"/>
                <a:ea typeface="Noto Sans JP"/>
                <a:cs typeface="Noto Sans JP"/>
              </a:defRPr>
            </a:lvl3pPr>
            <a:lvl4pPr algn="r">
              <a:defRPr sz="975" b="0">
                <a:solidFill>
                  <a:srgbClr val="526078"/>
                </a:solidFill>
                <a:latin typeface="Noto Sans JP"/>
                <a:ea typeface="Noto Sans JP"/>
                <a:cs typeface="Noto Sans JP"/>
              </a:defRPr>
            </a:lvl4pPr>
            <a:lvl5pPr algn="r">
              <a:defRPr sz="975" b="0">
                <a:solidFill>
                  <a:srgbClr val="526078"/>
                </a:solidFill>
                <a:latin typeface="Noto Sans JP"/>
                <a:ea typeface="Noto Sans JP"/>
                <a:cs typeface="Noto Sans JP"/>
              </a:defRPr>
            </a:lvl5pPr>
            <a:lvl6pPr algn="r">
              <a:defRPr sz="975" b="0">
                <a:solidFill>
                  <a:srgbClr val="526078"/>
                </a:solidFill>
                <a:latin typeface="Noto Sans JP"/>
                <a:ea typeface="Noto Sans JP"/>
                <a:cs typeface="Noto Sans JP"/>
              </a:defRPr>
            </a:lvl6pPr>
            <a:lvl7pPr algn="r">
              <a:defRPr sz="975" b="0">
                <a:solidFill>
                  <a:srgbClr val="526078"/>
                </a:solidFill>
                <a:latin typeface="Noto Sans JP"/>
                <a:ea typeface="Noto Sans JP"/>
                <a:cs typeface="Noto Sans JP"/>
              </a:defRPr>
            </a:lvl7pPr>
            <a:lvl8pPr algn="r">
              <a:defRPr sz="975" b="0">
                <a:solidFill>
                  <a:srgbClr val="526078"/>
                </a:solidFill>
                <a:latin typeface="Noto Sans JP"/>
                <a:ea typeface="Noto Sans JP"/>
                <a:cs typeface="Noto Sans JP"/>
              </a:defRPr>
            </a:lvl8pPr>
            <a:lvl9pPr algn="r">
              <a:defRPr sz="975" b="0">
                <a:solidFill>
                  <a:srgbClr val="526078"/>
                </a:solidFill>
                <a:latin typeface="Noto Sans JP"/>
                <a:ea typeface="Noto Sans JP"/>
                <a:cs typeface="Noto Sans JP"/>
              </a:defRPr>
            </a:lvl9pPr>
          </a:lstStyle>
          <a:p xmlns:a="http://schemas.openxmlformats.org/drawingml/2006/main">
            <a:pPr algn="r">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サービス紹介　　会社情報</a:t>
            </a:r>
          </a:p>
        </p:txBody>
      </p:sp>
      <p:sp>
        <p:nvSpPr>
          <p:cNvPr id="34" name="mock-hero">
            <a:extLst xmlns:a="http://schemas.openxmlformats.org/drawingml/2006/main">
              <a:ext uri="{FF2B5EF4-FFF2-40B4-BE49-F238E27FC236}">
                <a16:creationId xmlns:a16="http://schemas.microsoft.com/office/drawing/2014/main" id="{944EDA90-27AC-4FB0-A966-A9D925BDA745}"/>
              </a:ext>
            </a:extLst>
          </p:cNvPr>
          <p:cNvSpPr>
            <a:spLocks xmlns:a="http://schemas.openxmlformats.org/drawingml/2006/main" noGrp="1"/>
          </p:cNvSpPr>
          <p:nvPr/>
        </p:nvSpPr>
        <p:spPr>
          <a:xfrm xmlns:a="http://schemas.openxmlformats.org/drawingml/2006/main">
            <a:off x="5086350" y="2619375"/>
            <a:ext cx="6219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182E65"/>
                </a:solidFill>
                <a:latin typeface="Noto Sans JP"/>
                <a:ea typeface="Noto Sans JP"/>
                <a:cs typeface="Noto Sans JP"/>
              </a:defRPr>
            </a:defPPr>
            <a:lvl1pPr algn="l">
              <a:defRPr sz="2550" b="1">
                <a:solidFill>
                  <a:srgbClr val="182E65"/>
                </a:solidFill>
                <a:latin typeface="Noto Sans JP"/>
                <a:ea typeface="Noto Sans JP"/>
                <a:cs typeface="Noto Sans JP"/>
              </a:defRPr>
            </a:lvl1pPr>
            <a:lvl2pPr algn="l">
              <a:defRPr sz="2550" b="1">
                <a:solidFill>
                  <a:srgbClr val="182E65"/>
                </a:solidFill>
                <a:latin typeface="Noto Sans JP"/>
                <a:ea typeface="Noto Sans JP"/>
                <a:cs typeface="Noto Sans JP"/>
              </a:defRPr>
            </a:lvl2pPr>
            <a:lvl3pPr algn="l">
              <a:defRPr sz="2550" b="1">
                <a:solidFill>
                  <a:srgbClr val="182E65"/>
                </a:solidFill>
                <a:latin typeface="Noto Sans JP"/>
                <a:ea typeface="Noto Sans JP"/>
                <a:cs typeface="Noto Sans JP"/>
              </a:defRPr>
            </a:lvl3pPr>
            <a:lvl4pPr algn="l">
              <a:defRPr sz="2550" b="1">
                <a:solidFill>
                  <a:srgbClr val="182E65"/>
                </a:solidFill>
                <a:latin typeface="Noto Sans JP"/>
                <a:ea typeface="Noto Sans JP"/>
                <a:cs typeface="Noto Sans JP"/>
              </a:defRPr>
            </a:lvl4pPr>
            <a:lvl5pPr algn="l">
              <a:defRPr sz="2550" b="1">
                <a:solidFill>
                  <a:srgbClr val="182E65"/>
                </a:solidFill>
                <a:latin typeface="Noto Sans JP"/>
                <a:ea typeface="Noto Sans JP"/>
                <a:cs typeface="Noto Sans JP"/>
              </a:defRPr>
            </a:lvl5pPr>
            <a:lvl6pPr algn="l">
              <a:defRPr sz="2550" b="1">
                <a:solidFill>
                  <a:srgbClr val="182E65"/>
                </a:solidFill>
                <a:latin typeface="Noto Sans JP"/>
                <a:ea typeface="Noto Sans JP"/>
                <a:cs typeface="Noto Sans JP"/>
              </a:defRPr>
            </a:lvl6pPr>
            <a:lvl7pPr algn="l">
              <a:defRPr sz="2550" b="1">
                <a:solidFill>
                  <a:srgbClr val="182E65"/>
                </a:solidFill>
                <a:latin typeface="Noto Sans JP"/>
                <a:ea typeface="Noto Sans JP"/>
                <a:cs typeface="Noto Sans JP"/>
              </a:defRPr>
            </a:lvl7pPr>
            <a:lvl8pPr algn="l">
              <a:defRPr sz="2550" b="1">
                <a:solidFill>
                  <a:srgbClr val="182E65"/>
                </a:solidFill>
                <a:latin typeface="Noto Sans JP"/>
                <a:ea typeface="Noto Sans JP"/>
                <a:cs typeface="Noto Sans JP"/>
              </a:defRPr>
            </a:lvl8pPr>
            <a:lvl9pPr algn="l">
              <a:defRPr sz="2550" b="1">
                <a:solidFill>
                  <a:srgbClr val="182E65"/>
                </a:solidFill>
                <a:latin typeface="Noto Sans JP"/>
                <a:ea typeface="Noto Sans JP"/>
                <a:cs typeface="Noto Sans JP"/>
              </a:defRPr>
            </a:lvl9pPr>
          </a:lstStyle>
          <a:p xmlns:a="http://schemas.openxmlformats.org/drawingml/2006/main">
            <a:pPr algn="l">
              <a:defRPr sz="2550" b="1">
                <a:solidFill>
                  <a:srgbClr val="182E65"/>
                </a:solidFill>
                <a:latin typeface="Noto Sans JP"/>
                <a:ea typeface="Noto Sans JP"/>
                <a:cs typeface="Noto Sans JP"/>
              </a:defRPr>
            </a:pPr>
            <a:r>
              <a:rPr sz="2550" b="1">
                <a:solidFill>
                  <a:srgbClr val="182E65"/>
                </a:solidFill>
                <a:latin typeface="Noto Sans JP"/>
                <a:ea typeface="Noto Sans JP"/>
                <a:cs typeface="Noto Sans JP"/>
              </a:rPr>
              <a:t>選ばれる理由を、取材記事で。</a:t>
            </a:r>
          </a:p>
        </p:txBody>
      </p:sp>
      <p:sp>
        <p:nvSpPr>
          <p:cNvPr id="35" name="mock-intro">
            <a:extLst xmlns:a="http://schemas.openxmlformats.org/drawingml/2006/main">
              <a:ext uri="{FF2B5EF4-FFF2-40B4-BE49-F238E27FC236}">
                <a16:creationId xmlns:a16="http://schemas.microsoft.com/office/drawing/2014/main" id="{94E3127F-11E1-40D8-BE3A-CAF81629B2A8}"/>
              </a:ext>
            </a:extLst>
          </p:cNvPr>
          <p:cNvSpPr>
            <a:spLocks xmlns:a="http://schemas.openxmlformats.org/drawingml/2006/main" noGrp="1"/>
          </p:cNvSpPr>
          <p:nvPr/>
        </p:nvSpPr>
        <p:spPr>
          <a:xfrm xmlns:a="http://schemas.openxmlformats.org/drawingml/2006/main">
            <a:off x="5086350" y="3105150"/>
            <a:ext cx="6219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526078"/>
                </a:solidFill>
                <a:latin typeface="Noto Sans JP"/>
                <a:ea typeface="Noto Sans JP"/>
                <a:cs typeface="Noto Sans JP"/>
              </a:defRPr>
            </a:defPPr>
            <a:lvl1pPr algn="l">
              <a:defRPr sz="1425" b="0">
                <a:solidFill>
                  <a:srgbClr val="526078"/>
                </a:solidFill>
                <a:latin typeface="Noto Sans JP"/>
                <a:ea typeface="Noto Sans JP"/>
                <a:cs typeface="Noto Sans JP"/>
              </a:defRPr>
            </a:lvl1pPr>
            <a:lvl2pPr algn="l">
              <a:defRPr sz="1425" b="0">
                <a:solidFill>
                  <a:srgbClr val="526078"/>
                </a:solidFill>
                <a:latin typeface="Noto Sans JP"/>
                <a:ea typeface="Noto Sans JP"/>
                <a:cs typeface="Noto Sans JP"/>
              </a:defRPr>
            </a:lvl2pPr>
            <a:lvl3pPr algn="l">
              <a:defRPr sz="1425" b="0">
                <a:solidFill>
                  <a:srgbClr val="526078"/>
                </a:solidFill>
                <a:latin typeface="Noto Sans JP"/>
                <a:ea typeface="Noto Sans JP"/>
                <a:cs typeface="Noto Sans JP"/>
              </a:defRPr>
            </a:lvl3pPr>
            <a:lvl4pPr algn="l">
              <a:defRPr sz="1425" b="0">
                <a:solidFill>
                  <a:srgbClr val="526078"/>
                </a:solidFill>
                <a:latin typeface="Noto Sans JP"/>
                <a:ea typeface="Noto Sans JP"/>
                <a:cs typeface="Noto Sans JP"/>
              </a:defRPr>
            </a:lvl4pPr>
            <a:lvl5pPr algn="l">
              <a:defRPr sz="1425" b="0">
                <a:solidFill>
                  <a:srgbClr val="526078"/>
                </a:solidFill>
                <a:latin typeface="Noto Sans JP"/>
                <a:ea typeface="Noto Sans JP"/>
                <a:cs typeface="Noto Sans JP"/>
              </a:defRPr>
            </a:lvl5pPr>
            <a:lvl6pPr algn="l">
              <a:defRPr sz="1425" b="0">
                <a:solidFill>
                  <a:srgbClr val="526078"/>
                </a:solidFill>
                <a:latin typeface="Noto Sans JP"/>
                <a:ea typeface="Noto Sans JP"/>
                <a:cs typeface="Noto Sans JP"/>
              </a:defRPr>
            </a:lvl6pPr>
            <a:lvl7pPr algn="l">
              <a:defRPr sz="1425" b="0">
                <a:solidFill>
                  <a:srgbClr val="526078"/>
                </a:solidFill>
                <a:latin typeface="Noto Sans JP"/>
                <a:ea typeface="Noto Sans JP"/>
                <a:cs typeface="Noto Sans JP"/>
              </a:defRPr>
            </a:lvl7pPr>
            <a:lvl8pPr algn="l">
              <a:defRPr sz="1425" b="0">
                <a:solidFill>
                  <a:srgbClr val="526078"/>
                </a:solidFill>
                <a:latin typeface="Noto Sans JP"/>
                <a:ea typeface="Noto Sans JP"/>
                <a:cs typeface="Noto Sans JP"/>
              </a:defRPr>
            </a:lvl8pPr>
            <a:lvl9pPr algn="l">
              <a:defRPr sz="1425" b="0">
                <a:solidFill>
                  <a:srgbClr val="526078"/>
                </a:solidFill>
                <a:latin typeface="Noto Sans JP"/>
                <a:ea typeface="Noto Sans JP"/>
                <a:cs typeface="Noto Sans JP"/>
              </a:defRPr>
            </a:lvl9pPr>
          </a:lstStyle>
          <a:p xmlns:a="http://schemas.openxmlformats.org/drawingml/2006/main">
            <a:pPr algn="l">
              <a:defRPr sz="1425" b="0">
                <a:solidFill>
                  <a:srgbClr val="526078"/>
                </a:solidFill>
                <a:latin typeface="Noto Sans JP"/>
                <a:ea typeface="Noto Sans JP"/>
                <a:cs typeface="Noto Sans JP"/>
              </a:defRPr>
            </a:pPr>
            <a:r>
              <a:rPr sz="1425" b="0">
                <a:solidFill>
                  <a:srgbClr val="526078"/>
                </a:solidFill>
                <a:latin typeface="Noto Sans JP"/>
                <a:ea typeface="Noto Sans JP"/>
                <a:cs typeface="Noto Sans JP"/>
              </a:rPr>
              <a:t>プレスリリースの原文転載と異なる、正式な取材記事。</a:t>
            </a:r>
          </a:p>
        </p:txBody>
      </p:sp>
      <p:sp>
        <p:nvSpPr>
          <p:cNvPr id="36" name="coverage-panel">
            <a:extLst xmlns:a="http://schemas.openxmlformats.org/drawingml/2006/main">
              <a:ext uri="{FF2B5EF4-FFF2-40B4-BE49-F238E27FC236}">
                <a16:creationId xmlns:a16="http://schemas.microsoft.com/office/drawing/2014/main" id="{08A5F9AE-E7E8-4897-A6FC-1BE088E3D75F}"/>
              </a:ext>
            </a:extLst>
          </p:cNvPr>
          <p:cNvSpPr>
            <a:spLocks xmlns:a="http://schemas.openxmlformats.org/drawingml/2006/main" noGrp="1"/>
          </p:cNvSpPr>
          <p:nvPr/>
        </p:nvSpPr>
        <p:spPr>
          <a:xfrm xmlns:a="http://schemas.openxmlformats.org/drawingml/2006/main">
            <a:off x="5086350" y="3562350"/>
            <a:ext cx="6219825"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B79443"/>
            </a:solidFill>
          </a:ln>
        </p:spPr>
      </p:sp>
      <p:sp>
        <p:nvSpPr>
          <p:cNvPr id="37" name="coverage-headline">
            <a:extLst xmlns:a="http://schemas.openxmlformats.org/drawingml/2006/main">
              <a:ext uri="{FF2B5EF4-FFF2-40B4-BE49-F238E27FC236}">
                <a16:creationId xmlns:a16="http://schemas.microsoft.com/office/drawing/2014/main" id="{04906540-A1A9-4689-ADA5-8E66239CAB64}"/>
              </a:ext>
            </a:extLst>
          </p:cNvPr>
          <p:cNvSpPr>
            <a:spLocks xmlns:a="http://schemas.openxmlformats.org/drawingml/2006/main" noGrp="1"/>
          </p:cNvSpPr>
          <p:nvPr/>
        </p:nvSpPr>
        <p:spPr>
          <a:xfrm xmlns:a="http://schemas.openxmlformats.org/drawingml/2006/main">
            <a:off x="5210175" y="3686175"/>
            <a:ext cx="59721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1">
                <a:solidFill>
                  <a:srgbClr val="182E65"/>
                </a:solidFill>
                <a:latin typeface="Noto Sans JP"/>
                <a:ea typeface="Noto Sans JP"/>
                <a:cs typeface="Noto Sans JP"/>
              </a:defRPr>
            </a:defPPr>
            <a:lvl1pPr algn="ctr">
              <a:defRPr sz="2025" b="1">
                <a:solidFill>
                  <a:srgbClr val="182E65"/>
                </a:solidFill>
                <a:latin typeface="Noto Sans JP"/>
                <a:ea typeface="Noto Sans JP"/>
                <a:cs typeface="Noto Sans JP"/>
              </a:defRPr>
            </a:lvl1pPr>
            <a:lvl2pPr algn="ctr">
              <a:defRPr sz="2025" b="1">
                <a:solidFill>
                  <a:srgbClr val="182E65"/>
                </a:solidFill>
                <a:latin typeface="Noto Sans JP"/>
                <a:ea typeface="Noto Sans JP"/>
                <a:cs typeface="Noto Sans JP"/>
              </a:defRPr>
            </a:lvl2pPr>
            <a:lvl3pPr algn="ctr">
              <a:defRPr sz="2025" b="1">
                <a:solidFill>
                  <a:srgbClr val="182E65"/>
                </a:solidFill>
                <a:latin typeface="Noto Sans JP"/>
                <a:ea typeface="Noto Sans JP"/>
                <a:cs typeface="Noto Sans JP"/>
              </a:defRPr>
            </a:lvl3pPr>
            <a:lvl4pPr algn="ctr">
              <a:defRPr sz="2025" b="1">
                <a:solidFill>
                  <a:srgbClr val="182E65"/>
                </a:solidFill>
                <a:latin typeface="Noto Sans JP"/>
                <a:ea typeface="Noto Sans JP"/>
                <a:cs typeface="Noto Sans JP"/>
              </a:defRPr>
            </a:lvl4pPr>
            <a:lvl5pPr algn="ctr">
              <a:defRPr sz="2025" b="1">
                <a:solidFill>
                  <a:srgbClr val="182E65"/>
                </a:solidFill>
                <a:latin typeface="Noto Sans JP"/>
                <a:ea typeface="Noto Sans JP"/>
                <a:cs typeface="Noto Sans JP"/>
              </a:defRPr>
            </a:lvl5pPr>
            <a:lvl6pPr algn="ctr">
              <a:defRPr sz="2025" b="1">
                <a:solidFill>
                  <a:srgbClr val="182E65"/>
                </a:solidFill>
                <a:latin typeface="Noto Sans JP"/>
                <a:ea typeface="Noto Sans JP"/>
                <a:cs typeface="Noto Sans JP"/>
              </a:defRPr>
            </a:lvl6pPr>
            <a:lvl7pPr algn="ctr">
              <a:defRPr sz="2025" b="1">
                <a:solidFill>
                  <a:srgbClr val="182E65"/>
                </a:solidFill>
                <a:latin typeface="Noto Sans JP"/>
                <a:ea typeface="Noto Sans JP"/>
                <a:cs typeface="Noto Sans JP"/>
              </a:defRPr>
            </a:lvl7pPr>
            <a:lvl8pPr algn="ctr">
              <a:defRPr sz="2025" b="1">
                <a:solidFill>
                  <a:srgbClr val="182E65"/>
                </a:solidFill>
                <a:latin typeface="Noto Sans JP"/>
                <a:ea typeface="Noto Sans JP"/>
                <a:cs typeface="Noto Sans JP"/>
              </a:defRPr>
            </a:lvl8pPr>
            <a:lvl9pPr algn="ctr">
              <a:defRPr sz="2025" b="1">
                <a:solidFill>
                  <a:srgbClr val="182E65"/>
                </a:solidFill>
                <a:latin typeface="Noto Sans JP"/>
                <a:ea typeface="Noto Sans JP"/>
                <a:cs typeface="Noto Sans JP"/>
              </a:defRPr>
            </a:lvl9pPr>
          </a:lstStyle>
          <a:p xmlns:a="http://schemas.openxmlformats.org/drawingml/2006/main">
            <a:pPr algn="ctr">
              <a:defRPr sz="2025" b="1">
                <a:solidFill>
                  <a:srgbClr val="182E65"/>
                </a:solidFill>
                <a:latin typeface="Noto Sans JP"/>
                <a:ea typeface="Noto Sans JP"/>
                <a:cs typeface="Noto Sans JP"/>
              </a:defRPr>
            </a:pPr>
            <a:r>
              <a:rPr sz="2025" b="1">
                <a:solidFill>
                  <a:srgbClr val="182E65"/>
                </a:solidFill>
                <a:latin typeface="Noto Sans JP"/>
                <a:ea typeface="Noto Sans JP"/>
                <a:cs typeface="Noto Sans JP"/>
              </a:rPr>
              <a:t>大手ネットニュースに掲載されました</a:t>
            </a:r>
          </a:p>
        </p:txBody>
      </p:sp>
      <p:pic>
        <p:nvPicPr>
          <p:cNvPr id="38" name="">
            <a:extLst xmlns:a="http://schemas.openxmlformats.org/drawingml/2006/main">
              <a:ext uri="{FF2B5EF4-FFF2-40B4-BE49-F238E27FC236}">
                <a16:creationId xmlns:a16="http://schemas.microsoft.com/office/drawing/2014/main" id="{94445985-FCC5-48C8-A89D-47A39EF2C89A}"/>
              </a:ext>
            </a:extLst>
          </p:cNvPr>
          <p:cNvPicPr>
            <a:picLocks xmlns:a="http://schemas.openxmlformats.org/drawingml/2006/main" noChangeAspect="1"/>
          </p:cNvPicPr>
          <p:nvPr/>
        </p:nvPicPr>
        <p:blipFill>
          <a:blip xmlns:r="http://schemas.openxmlformats.org/officeDocument/2006/relationships" xmlns:a="http://schemas.openxmlformats.org/drawingml/2006/main" r:embed="R239a1cabd0554ebd"/>
          <a:stretch xmlns:a="http://schemas.openxmlformats.org/drawingml/2006/main"/>
        </p:blipFill>
        <p:spPr>
          <a:xfrm xmlns:a="http://schemas.openxmlformats.org/drawingml/2006/main">
            <a:off x="5423807" y="4181475"/>
            <a:ext cx="1506311" cy="514350"/>
          </a:xfrm>
          <a:prstGeom xmlns:a="http://schemas.openxmlformats.org/drawingml/2006/main" prst="rect">
            <a:avLst/>
          </a:prstGeom>
        </p:spPr>
      </p:pic>
      <p:pic>
        <p:nvPicPr>
          <p:cNvPr id="39" name="">
            <a:extLst xmlns:a="http://schemas.openxmlformats.org/drawingml/2006/main">
              <a:ext uri="{FF2B5EF4-FFF2-40B4-BE49-F238E27FC236}">
                <a16:creationId xmlns:a16="http://schemas.microsoft.com/office/drawing/2014/main" id="{80DFD7E8-BBD0-478C-BAD4-88B176D525EA}"/>
              </a:ext>
            </a:extLst>
          </p:cNvPr>
          <p:cNvPicPr>
            <a:picLocks xmlns:a="http://schemas.openxmlformats.org/drawingml/2006/main" noChangeAspect="1"/>
          </p:cNvPicPr>
          <p:nvPr/>
        </p:nvPicPr>
        <p:blipFill>
          <a:blip xmlns:r="http://schemas.openxmlformats.org/officeDocument/2006/relationships" xmlns:a="http://schemas.openxmlformats.org/drawingml/2006/main" r:embed="Rd840ae9f6cd04730"/>
          <a:stretch xmlns:a="http://schemas.openxmlformats.org/drawingml/2006/main"/>
        </p:blipFill>
        <p:spPr>
          <a:xfrm xmlns:a="http://schemas.openxmlformats.org/drawingml/2006/main">
            <a:off x="7433582" y="4181475"/>
            <a:ext cx="1506311" cy="514350"/>
          </a:xfrm>
          <a:prstGeom xmlns:a="http://schemas.openxmlformats.org/drawingml/2006/main" prst="rect">
            <a:avLst/>
          </a:prstGeom>
        </p:spPr>
      </p:pic>
      <p:pic>
        <p:nvPicPr>
          <p:cNvPr id="40" name="">
            <a:extLst xmlns:a="http://schemas.openxmlformats.org/drawingml/2006/main">
              <a:ext uri="{FF2B5EF4-FFF2-40B4-BE49-F238E27FC236}">
                <a16:creationId xmlns:a16="http://schemas.microsoft.com/office/drawing/2014/main" id="{CBAF7171-402C-432E-B564-037E40274A7B}"/>
              </a:ext>
            </a:extLst>
          </p:cNvPr>
          <p:cNvPicPr>
            <a:picLocks xmlns:a="http://schemas.openxmlformats.org/drawingml/2006/main" noChangeAspect="1"/>
          </p:cNvPicPr>
          <p:nvPr/>
        </p:nvPicPr>
        <p:blipFill>
          <a:blip xmlns:r="http://schemas.openxmlformats.org/officeDocument/2006/relationships" xmlns:a="http://schemas.openxmlformats.org/drawingml/2006/main" r:embed="Rba953dbb2a82415e"/>
          <a:stretch xmlns:a="http://schemas.openxmlformats.org/drawingml/2006/main"/>
        </p:blipFill>
        <p:spPr>
          <a:xfrm xmlns:a="http://schemas.openxmlformats.org/drawingml/2006/main">
            <a:off x="9443357" y="4181475"/>
            <a:ext cx="1506311" cy="514350"/>
          </a:xfrm>
          <a:prstGeom xmlns:a="http://schemas.openxmlformats.org/drawingml/2006/main" prst="rect">
            <a:avLst/>
          </a:prstGeom>
        </p:spPr>
      </p:pic>
      <p:sp>
        <p:nvSpPr>
          <p:cNvPr id="41" name="mock-evidence">
            <a:extLst xmlns:a="http://schemas.openxmlformats.org/drawingml/2006/main">
              <a:ext uri="{FF2B5EF4-FFF2-40B4-BE49-F238E27FC236}">
                <a16:creationId xmlns:a16="http://schemas.microsoft.com/office/drawing/2014/main" id="{746D2DDE-A44B-466A-BEEE-C16B5608A00D}"/>
              </a:ext>
            </a:extLst>
          </p:cNvPr>
          <p:cNvSpPr>
            <a:spLocks xmlns:a="http://schemas.openxmlformats.org/drawingml/2006/main" noGrp="1"/>
          </p:cNvSpPr>
          <p:nvPr/>
        </p:nvSpPr>
        <p:spPr>
          <a:xfrm xmlns:a="http://schemas.openxmlformats.org/drawingml/2006/main">
            <a:off x="5086350" y="5048250"/>
            <a:ext cx="355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rPr>
              <a:t>媒体名・掲載日・記事URLを案内</a:t>
            </a:r>
          </a:p>
        </p:txBody>
      </p:sp>
      <p:sp>
        <p:nvSpPr>
          <p:cNvPr id="42" name="mock-link">
            <a:extLst xmlns:a="http://schemas.openxmlformats.org/drawingml/2006/main">
              <a:ext uri="{FF2B5EF4-FFF2-40B4-BE49-F238E27FC236}">
                <a16:creationId xmlns:a16="http://schemas.microsoft.com/office/drawing/2014/main" id="{8897528A-097E-436E-B69C-8F52BC8C2BD0}"/>
              </a:ext>
            </a:extLst>
          </p:cNvPr>
          <p:cNvSpPr>
            <a:spLocks xmlns:a="http://schemas.openxmlformats.org/drawingml/2006/main" noGrp="1"/>
          </p:cNvSpPr>
          <p:nvPr/>
        </p:nvSpPr>
        <p:spPr>
          <a:xfrm xmlns:a="http://schemas.openxmlformats.org/drawingml/2006/main">
            <a:off x="9010650" y="4943475"/>
            <a:ext cx="2295525" cy="361950"/>
          </a:xfrm>
          <a:prstGeom xmlns:a="http://schemas.openxmlformats.org/drawingml/2006/main" prst="rect">
            <a:avLst/>
          </a:prstGeom>
          <a:solidFill xmlns:a="http://schemas.openxmlformats.org/drawingml/2006/main">
            <a:srgbClr val="182E65"/>
          </a:solidFill>
          <a:ln xmlns:a="http://schemas.openxmlformats.org/drawingml/2006/main" w="0">
            <a:noFill/>
          </a:ln>
        </p:spPr>
      </p:sp>
      <p:sp>
        <p:nvSpPr>
          <p:cNvPr id="43" name="mock-link-text">
            <a:extLst xmlns:a="http://schemas.openxmlformats.org/drawingml/2006/main">
              <a:ext uri="{FF2B5EF4-FFF2-40B4-BE49-F238E27FC236}">
                <a16:creationId xmlns:a16="http://schemas.microsoft.com/office/drawing/2014/main" id="{C3B48B04-1B3F-4D01-B637-AC321DE75A58}"/>
              </a:ext>
            </a:extLst>
          </p:cNvPr>
          <p:cNvSpPr>
            <a:spLocks xmlns:a="http://schemas.openxmlformats.org/drawingml/2006/main" noGrp="1"/>
          </p:cNvSpPr>
          <p:nvPr/>
        </p:nvSpPr>
        <p:spPr>
          <a:xfrm xmlns:a="http://schemas.openxmlformats.org/drawingml/2006/main">
            <a:off x="9105900" y="4991100"/>
            <a:ext cx="2105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1">
                <a:solidFill>
                  <a:srgbClr val="FFFFFF"/>
                </a:solidFill>
                <a:latin typeface="Noto Sans JP"/>
                <a:ea typeface="Noto Sans JP"/>
                <a:cs typeface="Noto Sans JP"/>
              </a:defRPr>
            </a:defPPr>
            <a:lvl1pPr algn="ctr">
              <a:defRPr sz="1350" b="1">
                <a:solidFill>
                  <a:srgbClr val="FFFFFF"/>
                </a:solidFill>
                <a:latin typeface="Noto Sans JP"/>
                <a:ea typeface="Noto Sans JP"/>
                <a:cs typeface="Noto Sans JP"/>
              </a:defRPr>
            </a:lvl1pPr>
            <a:lvl2pPr algn="ctr">
              <a:defRPr sz="1350" b="1">
                <a:solidFill>
                  <a:srgbClr val="FFFFFF"/>
                </a:solidFill>
                <a:latin typeface="Noto Sans JP"/>
                <a:ea typeface="Noto Sans JP"/>
                <a:cs typeface="Noto Sans JP"/>
              </a:defRPr>
            </a:lvl2pPr>
            <a:lvl3pPr algn="ctr">
              <a:defRPr sz="1350" b="1">
                <a:solidFill>
                  <a:srgbClr val="FFFFFF"/>
                </a:solidFill>
                <a:latin typeface="Noto Sans JP"/>
                <a:ea typeface="Noto Sans JP"/>
                <a:cs typeface="Noto Sans JP"/>
              </a:defRPr>
            </a:lvl3pPr>
            <a:lvl4pPr algn="ctr">
              <a:defRPr sz="1350" b="1">
                <a:solidFill>
                  <a:srgbClr val="FFFFFF"/>
                </a:solidFill>
                <a:latin typeface="Noto Sans JP"/>
                <a:ea typeface="Noto Sans JP"/>
                <a:cs typeface="Noto Sans JP"/>
              </a:defRPr>
            </a:lvl4pPr>
            <a:lvl5pPr algn="ctr">
              <a:defRPr sz="1350" b="1">
                <a:solidFill>
                  <a:srgbClr val="FFFFFF"/>
                </a:solidFill>
                <a:latin typeface="Noto Sans JP"/>
                <a:ea typeface="Noto Sans JP"/>
                <a:cs typeface="Noto Sans JP"/>
              </a:defRPr>
            </a:lvl5pPr>
            <a:lvl6pPr algn="ctr">
              <a:defRPr sz="1350" b="1">
                <a:solidFill>
                  <a:srgbClr val="FFFFFF"/>
                </a:solidFill>
                <a:latin typeface="Noto Sans JP"/>
                <a:ea typeface="Noto Sans JP"/>
                <a:cs typeface="Noto Sans JP"/>
              </a:defRPr>
            </a:lvl6pPr>
            <a:lvl7pPr algn="ctr">
              <a:defRPr sz="1350" b="1">
                <a:solidFill>
                  <a:srgbClr val="FFFFFF"/>
                </a:solidFill>
                <a:latin typeface="Noto Sans JP"/>
                <a:ea typeface="Noto Sans JP"/>
                <a:cs typeface="Noto Sans JP"/>
              </a:defRPr>
            </a:lvl7pPr>
            <a:lvl8pPr algn="ctr">
              <a:defRPr sz="1350" b="1">
                <a:solidFill>
                  <a:srgbClr val="FFFFFF"/>
                </a:solidFill>
                <a:latin typeface="Noto Sans JP"/>
                <a:ea typeface="Noto Sans JP"/>
                <a:cs typeface="Noto Sans JP"/>
              </a:defRPr>
            </a:lvl8pPr>
            <a:lvl9pPr algn="ctr">
              <a:defRPr sz="1350" b="1">
                <a:solidFill>
                  <a:srgbClr val="FFFFFF"/>
                </a:solidFill>
                <a:latin typeface="Noto Sans JP"/>
                <a:ea typeface="Noto Sans JP"/>
                <a:cs typeface="Noto Sans JP"/>
              </a:defRPr>
            </a:lvl9pPr>
          </a:lstStyle>
          <a:p xmlns:a="http://schemas.openxmlformats.org/drawingml/2006/main">
            <a:pPr algn="ctr">
              <a:defRPr sz="1350" b="1">
                <a:solidFill>
                  <a:srgbClr val="FFFFFF"/>
                </a:solidFill>
                <a:latin typeface="Noto Sans JP"/>
                <a:ea typeface="Noto Sans JP"/>
                <a:cs typeface="Noto Sans JP"/>
              </a:defRPr>
            </a:pPr>
            <a:r>
              <a:rPr sz="1350" b="1">
                <a:solidFill>
                  <a:srgbClr val="FFFFFF"/>
                </a:solidFill>
                <a:latin typeface="Noto Sans JP"/>
                <a:ea typeface="Noto Sans JP"/>
                <a:cs typeface="Noto Sans JP"/>
              </a:rPr>
              <a:t>掲載記事を見る →</a:t>
            </a:r>
          </a:p>
        </p:txBody>
      </p:sp>
      <p:sp>
        <p:nvSpPr>
          <p:cNvPr id="44" name="takeaway">
            <a:extLst xmlns:a="http://schemas.openxmlformats.org/drawingml/2006/main">
              <a:ext uri="{FF2B5EF4-FFF2-40B4-BE49-F238E27FC236}">
                <a16:creationId xmlns:a16="http://schemas.microsoft.com/office/drawing/2014/main" id="{58F096FA-F518-4F8F-B0A5-95CF811771F8}"/>
              </a:ext>
            </a:extLst>
          </p:cNvPr>
          <p:cNvSpPr>
            <a:spLocks xmlns:a="http://schemas.openxmlformats.org/drawingml/2006/main" noGrp="1"/>
          </p:cNvSpPr>
          <p:nvPr/>
        </p:nvSpPr>
        <p:spPr>
          <a:xfrm xmlns:a="http://schemas.openxmlformats.org/drawingml/2006/main">
            <a:off x="4810125" y="5534025"/>
            <a:ext cx="67722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82E65"/>
                </a:solidFill>
                <a:latin typeface="Noto Sans JP"/>
                <a:ea typeface="Noto Sans JP"/>
                <a:cs typeface="Noto Sans JP"/>
              </a:defRPr>
            </a:defPPr>
            <a:lvl1pPr algn="l">
              <a:defRPr sz="1725" b="1">
                <a:solidFill>
                  <a:srgbClr val="182E65"/>
                </a:solidFill>
                <a:latin typeface="Noto Sans JP"/>
                <a:ea typeface="Noto Sans JP"/>
                <a:cs typeface="Noto Sans JP"/>
              </a:defRPr>
            </a:lvl1pPr>
            <a:lvl2pPr algn="l">
              <a:defRPr sz="1725" b="1">
                <a:solidFill>
                  <a:srgbClr val="182E65"/>
                </a:solidFill>
                <a:latin typeface="Noto Sans JP"/>
                <a:ea typeface="Noto Sans JP"/>
                <a:cs typeface="Noto Sans JP"/>
              </a:defRPr>
            </a:lvl2pPr>
            <a:lvl3pPr algn="l">
              <a:defRPr sz="1725" b="1">
                <a:solidFill>
                  <a:srgbClr val="182E65"/>
                </a:solidFill>
                <a:latin typeface="Noto Sans JP"/>
                <a:ea typeface="Noto Sans JP"/>
                <a:cs typeface="Noto Sans JP"/>
              </a:defRPr>
            </a:lvl3pPr>
            <a:lvl4pPr algn="l">
              <a:defRPr sz="1725" b="1">
                <a:solidFill>
                  <a:srgbClr val="182E65"/>
                </a:solidFill>
                <a:latin typeface="Noto Sans JP"/>
                <a:ea typeface="Noto Sans JP"/>
                <a:cs typeface="Noto Sans JP"/>
              </a:defRPr>
            </a:lvl4pPr>
            <a:lvl5pPr algn="l">
              <a:defRPr sz="1725" b="1">
                <a:solidFill>
                  <a:srgbClr val="182E65"/>
                </a:solidFill>
                <a:latin typeface="Noto Sans JP"/>
                <a:ea typeface="Noto Sans JP"/>
                <a:cs typeface="Noto Sans JP"/>
              </a:defRPr>
            </a:lvl5pPr>
            <a:lvl6pPr algn="l">
              <a:defRPr sz="1725" b="1">
                <a:solidFill>
                  <a:srgbClr val="182E65"/>
                </a:solidFill>
                <a:latin typeface="Noto Sans JP"/>
                <a:ea typeface="Noto Sans JP"/>
                <a:cs typeface="Noto Sans JP"/>
              </a:defRPr>
            </a:lvl6pPr>
            <a:lvl7pPr algn="l">
              <a:defRPr sz="1725" b="1">
                <a:solidFill>
                  <a:srgbClr val="182E65"/>
                </a:solidFill>
                <a:latin typeface="Noto Sans JP"/>
                <a:ea typeface="Noto Sans JP"/>
                <a:cs typeface="Noto Sans JP"/>
              </a:defRPr>
            </a:lvl7pPr>
            <a:lvl8pPr algn="l">
              <a:defRPr sz="1725" b="1">
                <a:solidFill>
                  <a:srgbClr val="182E65"/>
                </a:solidFill>
                <a:latin typeface="Noto Sans JP"/>
                <a:ea typeface="Noto Sans JP"/>
                <a:cs typeface="Noto Sans JP"/>
              </a:defRPr>
            </a:lvl8pPr>
            <a:lvl9pPr algn="l">
              <a:defRPr sz="1725" b="1">
                <a:solidFill>
                  <a:srgbClr val="182E65"/>
                </a:solidFill>
                <a:latin typeface="Noto Sans JP"/>
                <a:ea typeface="Noto Sans JP"/>
                <a:cs typeface="Noto Sans JP"/>
              </a:defRPr>
            </a:lvl9pPr>
          </a:lstStyle>
          <a:p xmlns:a="http://schemas.openxmlformats.org/drawingml/2006/main">
            <a:pPr algn="l">
              <a:defRPr sz="1725" b="1">
                <a:solidFill>
                  <a:srgbClr val="182E65"/>
                </a:solidFill>
                <a:latin typeface="Noto Sans JP"/>
                <a:ea typeface="Noto Sans JP"/>
                <a:cs typeface="Noto Sans JP"/>
              </a:defRPr>
            </a:pPr>
            <a:r>
              <a:rPr sz="1725" b="1">
                <a:solidFill>
                  <a:srgbClr val="182E65"/>
                </a:solidFill>
                <a:latin typeface="Noto Sans JP"/>
                <a:ea typeface="Noto Sans JP"/>
                <a:cs typeface="Noto Sans JP"/>
              </a:rPr>
              <a:t>メディくるの正式取材記事は、</a:t>
            </a:r>
            <a:r>
              <a:rPr sz="1725" b="1">
                <a:solidFill>
                  <a:srgbClr val="C33830"/>
                </a:solidFill>
                <a:latin typeface="Noto Sans JP"/>
                <a:ea typeface="Noto Sans JP"/>
                <a:cs typeface="Noto Sans JP"/>
              </a:rPr>
              <a:t>掲載実績として活用可能</a:t>
            </a:r>
            <a:r>
              <a:rPr sz="1725" b="1">
                <a:solidFill>
                  <a:srgbClr val="182E65"/>
                </a:solidFill>
                <a:latin typeface="Noto Sans JP"/>
                <a:ea typeface="Noto Sans JP"/>
                <a:cs typeface="Noto Sans JP"/>
              </a:rPr>
              <a:t>。</a:t>
            </a:r>
          </a:p>
        </p:txBody>
      </p:sp>
      <p:sp>
        <p:nvSpPr>
          <p:cNvPr id="45" name="note">
            <a:extLst xmlns:a="http://schemas.openxmlformats.org/drawingml/2006/main">
              <a:ext uri="{FF2B5EF4-FFF2-40B4-BE49-F238E27FC236}">
                <a16:creationId xmlns:a16="http://schemas.microsoft.com/office/drawing/2014/main" id="{BE3B995D-BB25-4C01-B432-4994D4298B86}"/>
              </a:ext>
            </a:extLst>
          </p:cNvPr>
          <p:cNvSpPr>
            <a:spLocks xmlns:a="http://schemas.openxmlformats.org/drawingml/2006/main" noGrp="1"/>
          </p:cNvSpPr>
          <p:nvPr/>
        </p:nvSpPr>
        <p:spPr>
          <a:xfrm xmlns:a="http://schemas.openxmlformats.org/drawingml/2006/main">
            <a:off x="609600" y="58769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出典：消費者庁（2024年調査・2026年3月会見）、PR TIMES公式。No.1表示自体が一律禁止されたわけではありません。</a:t>
            </a:r>
          </a:p>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LPは掲載後の活用イメージ。掲載先・配信元を明記し、媒体ロゴや記事画像は許諾範囲内で利用します。</a:t>
            </a:r>
          </a:p>
        </p:txBody>
      </p:sp>
    </p:spTree>
    <p:extLst>
      <p:ext uri="{BB962C8B-B14F-4D97-AF65-F5344CB8AC3E}">
        <p14:creationId xmlns:p14="http://schemas.microsoft.com/office/powerpoint/2010/main" val="1864946270"/>
      </p:ext>
    </p:extLst>
  </p:cSld>
</p:sld>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E1D035-EBED-4822-B7D0-D7F0E1301F2F}"/>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vl1pPr algn="l">
              <a:defRPr sz="3150" b="1">
                <a:solidFill>
                  <a:srgbClr val="182E65"/>
                </a:solidFill>
                <a:latin typeface="Noto Sans JP"/>
                <a:ea typeface="Noto Sans JP"/>
                <a:cs typeface="Noto Sans JP"/>
              </a:defRPr>
            </a:lvl1pPr>
            <a:lvl2pPr algn="l">
              <a:defRPr sz="3150" b="1">
                <a:solidFill>
                  <a:srgbClr val="182E65"/>
                </a:solidFill>
                <a:latin typeface="Noto Sans JP"/>
                <a:ea typeface="Noto Sans JP"/>
                <a:cs typeface="Noto Sans JP"/>
              </a:defRPr>
            </a:lvl2pPr>
            <a:lvl3pPr algn="l">
              <a:defRPr sz="3150" b="1">
                <a:solidFill>
                  <a:srgbClr val="182E65"/>
                </a:solidFill>
                <a:latin typeface="Noto Sans JP"/>
                <a:ea typeface="Noto Sans JP"/>
                <a:cs typeface="Noto Sans JP"/>
              </a:defRPr>
            </a:lvl3pPr>
            <a:lvl4pPr algn="l">
              <a:defRPr sz="3150" b="1">
                <a:solidFill>
                  <a:srgbClr val="182E65"/>
                </a:solidFill>
                <a:latin typeface="Noto Sans JP"/>
                <a:ea typeface="Noto Sans JP"/>
                <a:cs typeface="Noto Sans JP"/>
              </a:defRPr>
            </a:lvl4pPr>
            <a:lvl5pPr algn="l">
              <a:defRPr sz="3150" b="1">
                <a:solidFill>
                  <a:srgbClr val="182E65"/>
                </a:solidFill>
                <a:latin typeface="Noto Sans JP"/>
                <a:ea typeface="Noto Sans JP"/>
                <a:cs typeface="Noto Sans JP"/>
              </a:defRPr>
            </a:lvl5pPr>
            <a:lvl6pPr algn="l">
              <a:defRPr sz="3150" b="1">
                <a:solidFill>
                  <a:srgbClr val="182E65"/>
                </a:solidFill>
                <a:latin typeface="Noto Sans JP"/>
                <a:ea typeface="Noto Sans JP"/>
                <a:cs typeface="Noto Sans JP"/>
              </a:defRPr>
            </a:lvl6pPr>
            <a:lvl7pPr algn="l">
              <a:defRPr sz="3150" b="1">
                <a:solidFill>
                  <a:srgbClr val="182E65"/>
                </a:solidFill>
                <a:latin typeface="Noto Sans JP"/>
                <a:ea typeface="Noto Sans JP"/>
                <a:cs typeface="Noto Sans JP"/>
              </a:defRPr>
            </a:lvl7pPr>
            <a:lvl8pPr algn="l">
              <a:defRPr sz="3150" b="1">
                <a:solidFill>
                  <a:srgbClr val="182E65"/>
                </a:solidFill>
                <a:latin typeface="Noto Sans JP"/>
                <a:ea typeface="Noto Sans JP"/>
                <a:cs typeface="Noto Sans JP"/>
              </a:defRPr>
            </a:lvl8pPr>
            <a:lvl9pPr algn="l">
              <a:defRPr sz="3150" b="1">
                <a:solidFill>
                  <a:srgbClr val="182E65"/>
                </a:solidFill>
                <a:latin typeface="Noto Sans JP"/>
                <a:ea typeface="Noto Sans JP"/>
                <a:cs typeface="Noto Sans JP"/>
              </a:defRPr>
            </a:lvl9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6F8DFE27-1371-4D6B-A746-011BEE9192FC}"/>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3" name="メディくる  /  AI検索ブランディング サービスご案内">
            <a:extLst xmlns:a="http://schemas.openxmlformats.org/drawingml/2006/main">
              <a:ext uri="{FF2B5EF4-FFF2-40B4-BE49-F238E27FC236}">
                <a16:creationId xmlns:a16="http://schemas.microsoft.com/office/drawing/2014/main" id="{837651F5-FC96-4281-B97C-DA6CF5AFE708}"/>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buNone/>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4" name="01">
            <a:extLst xmlns:a="http://schemas.openxmlformats.org/drawingml/2006/main">
              <a:ext uri="{FF2B5EF4-FFF2-40B4-BE49-F238E27FC236}">
                <a16:creationId xmlns:a16="http://schemas.microsoft.com/office/drawing/2014/main" id="{2B8E8AD1-6D7B-4E45-AB0A-6DA87D68F13C}"/>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buNone/>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01</a:t>
            </a:r>
          </a:p>
        </p:txBody>
      </p:sp>
      <p:sp>
        <p:nvSpPr>
          <p:cNvPr id="6" name="AI時代の企業ブランディング">
            <a:extLst xmlns:a="http://schemas.openxmlformats.org/drawingml/2006/main">
              <a:ext uri="{FF2B5EF4-FFF2-40B4-BE49-F238E27FC236}">
                <a16:creationId xmlns:a16="http://schemas.microsoft.com/office/drawing/2014/main" id="{499346E4-C5A2-4820-A646-CFFEE099266D}"/>
              </a:ext>
            </a:extLst>
          </p:cNvPr>
          <p:cNvSpPr>
            <a:spLocks xmlns:a="http://schemas.openxmlformats.org/drawingml/2006/main" noGrp="1"/>
          </p:cNvSpPr>
          <p:nvPr/>
        </p:nvSpPr>
        <p:spPr>
          <a:xfrm xmlns:a="http://schemas.openxmlformats.org/drawingml/2006/main">
            <a:off x="7239000" y="304800"/>
            <a:ext cx="434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650" b="1">
                <a:solidFill>
                  <a:srgbClr val="A78025"/>
                </a:solidFill>
                <a:latin typeface="Noto Sans JP"/>
                <a:ea typeface="Noto Sans JP"/>
                <a:cs typeface="Noto Sans JP"/>
              </a:defRPr>
            </a:defPPr>
            <a:lvl1pPr algn="r">
              <a:defRPr sz="1650" b="1">
                <a:solidFill>
                  <a:srgbClr val="A78025"/>
                </a:solidFill>
                <a:latin typeface="Noto Sans JP"/>
                <a:ea typeface="Noto Sans JP"/>
                <a:cs typeface="Noto Sans JP"/>
              </a:defRPr>
            </a:lvl1pPr>
            <a:lvl2pPr algn="r">
              <a:defRPr sz="1650" b="1">
                <a:solidFill>
                  <a:srgbClr val="A78025"/>
                </a:solidFill>
                <a:latin typeface="Noto Sans JP"/>
                <a:ea typeface="Noto Sans JP"/>
                <a:cs typeface="Noto Sans JP"/>
              </a:defRPr>
            </a:lvl2pPr>
            <a:lvl3pPr algn="r">
              <a:defRPr sz="1650" b="1">
                <a:solidFill>
                  <a:srgbClr val="A78025"/>
                </a:solidFill>
                <a:latin typeface="Noto Sans JP"/>
                <a:ea typeface="Noto Sans JP"/>
                <a:cs typeface="Noto Sans JP"/>
              </a:defRPr>
            </a:lvl3pPr>
            <a:lvl4pPr algn="r">
              <a:defRPr sz="1650" b="1">
                <a:solidFill>
                  <a:srgbClr val="A78025"/>
                </a:solidFill>
                <a:latin typeface="Noto Sans JP"/>
                <a:ea typeface="Noto Sans JP"/>
                <a:cs typeface="Noto Sans JP"/>
              </a:defRPr>
            </a:lvl4pPr>
            <a:lvl5pPr algn="r">
              <a:defRPr sz="1650" b="1">
                <a:solidFill>
                  <a:srgbClr val="A78025"/>
                </a:solidFill>
                <a:latin typeface="Noto Sans JP"/>
                <a:ea typeface="Noto Sans JP"/>
                <a:cs typeface="Noto Sans JP"/>
              </a:defRPr>
            </a:lvl5pPr>
            <a:lvl6pPr algn="r">
              <a:defRPr sz="1650" b="1">
                <a:solidFill>
                  <a:srgbClr val="A78025"/>
                </a:solidFill>
                <a:latin typeface="Noto Sans JP"/>
                <a:ea typeface="Noto Sans JP"/>
                <a:cs typeface="Noto Sans JP"/>
              </a:defRPr>
            </a:lvl6pPr>
            <a:lvl7pPr algn="r">
              <a:defRPr sz="1650" b="1">
                <a:solidFill>
                  <a:srgbClr val="A78025"/>
                </a:solidFill>
                <a:latin typeface="Noto Sans JP"/>
                <a:ea typeface="Noto Sans JP"/>
                <a:cs typeface="Noto Sans JP"/>
              </a:defRPr>
            </a:lvl7pPr>
            <a:lvl8pPr algn="r">
              <a:defRPr sz="1650" b="1">
                <a:solidFill>
                  <a:srgbClr val="A78025"/>
                </a:solidFill>
                <a:latin typeface="Noto Sans JP"/>
                <a:ea typeface="Noto Sans JP"/>
                <a:cs typeface="Noto Sans JP"/>
              </a:defRPr>
            </a:lvl8pPr>
            <a:lvl9pPr algn="r">
              <a:defRPr sz="1650" b="1">
                <a:solidFill>
                  <a:srgbClr val="A78025"/>
                </a:solidFill>
                <a:latin typeface="Noto Sans JP"/>
                <a:ea typeface="Noto Sans JP"/>
                <a:cs typeface="Noto Sans JP"/>
              </a:defRPr>
            </a:lvl9pPr>
          </a:lstStyle>
          <a:p xmlns:a="http://schemas.openxmlformats.org/drawingml/2006/main">
            <a:pPr algn="r">
              <a:buNone/>
              <a:defRPr sz="1650" b="1">
                <a:solidFill>
                  <a:srgbClr val="A78025"/>
                </a:solidFill>
                <a:latin typeface="Noto Sans JP"/>
                <a:ea typeface="Noto Sans JP"/>
                <a:cs typeface="Noto Sans JP"/>
              </a:defRPr>
            </a:pPr>
            <a:r>
              <a:rPr sz="1650" b="1">
                <a:solidFill>
                  <a:srgbClr val="A78025"/>
                </a:solidFill>
                <a:latin typeface="Noto Sans JP"/>
                <a:ea typeface="Noto Sans JP"/>
                <a:cs typeface="Noto Sans JP"/>
              </a:rPr>
              <a:t>AI時代の企業ブランディング</a:t>
            </a:r>
          </a:p>
        </p:txBody>
      </p:sp>
      <p:sp>
        <p:nvSpPr>
          <p:cNvPr id="7" name="月額10万円で">
            <a:extLst xmlns:a="http://schemas.openxmlformats.org/drawingml/2006/main">
              <a:ext uri="{FF2B5EF4-FFF2-40B4-BE49-F238E27FC236}">
                <a16:creationId xmlns:a16="http://schemas.microsoft.com/office/drawing/2014/main" id="{43616E86-C98E-4898-A5BA-391FD7080DE4}"/>
              </a:ext>
            </a:extLst>
          </p:cNvPr>
          <p:cNvSpPr>
            <a:spLocks xmlns:a="http://schemas.openxmlformats.org/drawingml/2006/main" noGrp="1"/>
          </p:cNvSpPr>
          <p:nvPr/>
        </p:nvSpPr>
        <p:spPr>
          <a:xfrm xmlns:a="http://schemas.openxmlformats.org/drawingml/2006/main">
            <a:off x="609600" y="18097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1">
                <a:solidFill>
                  <a:srgbClr val="A78025"/>
                </a:solidFill>
                <a:latin typeface="Noto Sans JP"/>
                <a:ea typeface="Noto Sans JP"/>
                <a:cs typeface="Noto Sans JP"/>
              </a:defRPr>
            </a:defPPr>
            <a:lvl1pPr algn="l">
              <a:defRPr sz="2550" b="1">
                <a:solidFill>
                  <a:srgbClr val="A78025"/>
                </a:solidFill>
                <a:latin typeface="Noto Sans JP"/>
                <a:ea typeface="Noto Sans JP"/>
                <a:cs typeface="Noto Sans JP"/>
              </a:defRPr>
            </a:lvl1pPr>
            <a:lvl2pPr algn="l">
              <a:defRPr sz="2550" b="1">
                <a:solidFill>
                  <a:srgbClr val="A78025"/>
                </a:solidFill>
                <a:latin typeface="Noto Sans JP"/>
                <a:ea typeface="Noto Sans JP"/>
                <a:cs typeface="Noto Sans JP"/>
              </a:defRPr>
            </a:lvl2pPr>
            <a:lvl3pPr algn="l">
              <a:defRPr sz="2550" b="1">
                <a:solidFill>
                  <a:srgbClr val="A78025"/>
                </a:solidFill>
                <a:latin typeface="Noto Sans JP"/>
                <a:ea typeface="Noto Sans JP"/>
                <a:cs typeface="Noto Sans JP"/>
              </a:defRPr>
            </a:lvl3pPr>
            <a:lvl4pPr algn="l">
              <a:defRPr sz="2550" b="1">
                <a:solidFill>
                  <a:srgbClr val="A78025"/>
                </a:solidFill>
                <a:latin typeface="Noto Sans JP"/>
                <a:ea typeface="Noto Sans JP"/>
                <a:cs typeface="Noto Sans JP"/>
              </a:defRPr>
            </a:lvl4pPr>
            <a:lvl5pPr algn="l">
              <a:defRPr sz="2550" b="1">
                <a:solidFill>
                  <a:srgbClr val="A78025"/>
                </a:solidFill>
                <a:latin typeface="Noto Sans JP"/>
                <a:ea typeface="Noto Sans JP"/>
                <a:cs typeface="Noto Sans JP"/>
              </a:defRPr>
            </a:lvl5pPr>
            <a:lvl6pPr algn="l">
              <a:defRPr sz="2550" b="1">
                <a:solidFill>
                  <a:srgbClr val="A78025"/>
                </a:solidFill>
                <a:latin typeface="Noto Sans JP"/>
                <a:ea typeface="Noto Sans JP"/>
                <a:cs typeface="Noto Sans JP"/>
              </a:defRPr>
            </a:lvl6pPr>
            <a:lvl7pPr algn="l">
              <a:defRPr sz="2550" b="1">
                <a:solidFill>
                  <a:srgbClr val="A78025"/>
                </a:solidFill>
                <a:latin typeface="Noto Sans JP"/>
                <a:ea typeface="Noto Sans JP"/>
                <a:cs typeface="Noto Sans JP"/>
              </a:defRPr>
            </a:lvl7pPr>
            <a:lvl8pPr algn="l">
              <a:defRPr sz="2550" b="1">
                <a:solidFill>
                  <a:srgbClr val="A78025"/>
                </a:solidFill>
                <a:latin typeface="Noto Sans JP"/>
                <a:ea typeface="Noto Sans JP"/>
                <a:cs typeface="Noto Sans JP"/>
              </a:defRPr>
            </a:lvl8pPr>
            <a:lvl9pPr algn="l">
              <a:defRPr sz="2550" b="1">
                <a:solidFill>
                  <a:srgbClr val="A78025"/>
                </a:solidFill>
                <a:latin typeface="Noto Sans JP"/>
                <a:ea typeface="Noto Sans JP"/>
                <a:cs typeface="Noto Sans JP"/>
              </a:defRPr>
            </a:lvl9pPr>
          </a:lstStyle>
          <a:p xmlns:a="http://schemas.openxmlformats.org/drawingml/2006/main">
            <a:pPr algn="l">
              <a:buNone/>
              <a:defRPr sz="2550" b="1">
                <a:solidFill>
                  <a:srgbClr val="A78025"/>
                </a:solidFill>
                <a:latin typeface="Noto Sans JP"/>
                <a:ea typeface="Noto Sans JP"/>
                <a:cs typeface="Noto Sans JP"/>
              </a:defRPr>
            </a:pPr>
            <a:r>
              <a:rPr sz="2550" b="1">
                <a:solidFill>
                  <a:srgbClr val="A78025"/>
                </a:solidFill>
                <a:latin typeface="Noto Sans JP"/>
                <a:ea typeface="Noto Sans JP"/>
                <a:cs typeface="Noto Sans JP"/>
              </a:rPr>
              <a:t>「もう広告費をかけたくない」</a:t>
            </a:r>
          </a:p>
        </p:txBody>
      </p:sp>
      <p:sp>
        <p:nvSpPr>
          <p:cNvPr id="8" name="AIを24時間365日">
            <a:extLst xmlns:a="http://schemas.openxmlformats.org/drawingml/2006/main">
              <a:ext uri="{FF2B5EF4-FFF2-40B4-BE49-F238E27FC236}">
                <a16:creationId xmlns:a16="http://schemas.microsoft.com/office/drawing/2014/main" id="{4A8F1794-20E9-4852-9154-C1B16EB849F1}"/>
              </a:ext>
            </a:extLst>
          </p:cNvPr>
          <p:cNvSpPr>
            <a:spLocks xmlns:a="http://schemas.openxmlformats.org/drawingml/2006/main" noGrp="1"/>
          </p:cNvSpPr>
          <p:nvPr/>
        </p:nvSpPr>
        <p:spPr>
          <a:xfrm xmlns:a="http://schemas.openxmlformats.org/drawingml/2006/main">
            <a:off x="609600" y="257175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050" b="1">
                <a:solidFill>
                  <a:srgbClr val="182E65"/>
                </a:solidFill>
                <a:latin typeface="Noto Sans JP"/>
                <a:ea typeface="Noto Sans JP"/>
                <a:cs typeface="Noto Sans JP"/>
              </a:defRPr>
            </a:defPPr>
            <a:lvl1pPr algn="l">
              <a:defRPr sz="4050" b="1">
                <a:solidFill>
                  <a:srgbClr val="182E65"/>
                </a:solidFill>
                <a:latin typeface="Noto Sans JP"/>
                <a:ea typeface="Noto Sans JP"/>
                <a:cs typeface="Noto Sans JP"/>
              </a:defRPr>
            </a:lvl1pPr>
            <a:lvl2pPr algn="l">
              <a:defRPr sz="4050" b="1">
                <a:solidFill>
                  <a:srgbClr val="182E65"/>
                </a:solidFill>
                <a:latin typeface="Noto Sans JP"/>
                <a:ea typeface="Noto Sans JP"/>
                <a:cs typeface="Noto Sans JP"/>
              </a:defRPr>
            </a:lvl2pPr>
            <a:lvl3pPr algn="l">
              <a:defRPr sz="4050" b="1">
                <a:solidFill>
                  <a:srgbClr val="182E65"/>
                </a:solidFill>
                <a:latin typeface="Noto Sans JP"/>
                <a:ea typeface="Noto Sans JP"/>
                <a:cs typeface="Noto Sans JP"/>
              </a:defRPr>
            </a:lvl3pPr>
            <a:lvl4pPr algn="l">
              <a:defRPr sz="4050" b="1">
                <a:solidFill>
                  <a:srgbClr val="182E65"/>
                </a:solidFill>
                <a:latin typeface="Noto Sans JP"/>
                <a:ea typeface="Noto Sans JP"/>
                <a:cs typeface="Noto Sans JP"/>
              </a:defRPr>
            </a:lvl4pPr>
            <a:lvl5pPr algn="l">
              <a:defRPr sz="4050" b="1">
                <a:solidFill>
                  <a:srgbClr val="182E65"/>
                </a:solidFill>
                <a:latin typeface="Noto Sans JP"/>
                <a:ea typeface="Noto Sans JP"/>
                <a:cs typeface="Noto Sans JP"/>
              </a:defRPr>
            </a:lvl5pPr>
            <a:lvl6pPr algn="l">
              <a:defRPr sz="4050" b="1">
                <a:solidFill>
                  <a:srgbClr val="182E65"/>
                </a:solidFill>
                <a:latin typeface="Noto Sans JP"/>
                <a:ea typeface="Noto Sans JP"/>
                <a:cs typeface="Noto Sans JP"/>
              </a:defRPr>
            </a:lvl6pPr>
            <a:lvl7pPr algn="l">
              <a:defRPr sz="4050" b="1">
                <a:solidFill>
                  <a:srgbClr val="182E65"/>
                </a:solidFill>
                <a:latin typeface="Noto Sans JP"/>
                <a:ea typeface="Noto Sans JP"/>
                <a:cs typeface="Noto Sans JP"/>
              </a:defRPr>
            </a:lvl7pPr>
            <a:lvl8pPr algn="l">
              <a:defRPr sz="4050" b="1">
                <a:solidFill>
                  <a:srgbClr val="182E65"/>
                </a:solidFill>
                <a:latin typeface="Noto Sans JP"/>
                <a:ea typeface="Noto Sans JP"/>
                <a:cs typeface="Noto Sans JP"/>
              </a:defRPr>
            </a:lvl8pPr>
            <a:lvl9pPr algn="l">
              <a:defRPr sz="4050" b="1">
                <a:solidFill>
                  <a:srgbClr val="182E65"/>
                </a:solidFill>
                <a:latin typeface="Noto Sans JP"/>
                <a:ea typeface="Noto Sans JP"/>
                <a:cs typeface="Noto Sans JP"/>
              </a:defRPr>
            </a:lvl9pPr>
          </a:lstStyle>
          <a:p xmlns:a="http://schemas.openxmlformats.org/drawingml/2006/main">
            <a:pPr algn="l">
              <a:buNone/>
              <a:defRPr sz="4050" b="1">
                <a:solidFill>
                  <a:srgbClr val="182E65"/>
                </a:solidFill>
                <a:latin typeface="Noto Sans JP"/>
                <a:ea typeface="Noto Sans JP"/>
                <a:cs typeface="Noto Sans JP"/>
              </a:defRPr>
            </a:pPr>
            <a:r>
              <a:rPr sz="4050" b="1">
                <a:solidFill>
                  <a:srgbClr val="182E65"/>
                </a:solidFill>
                <a:latin typeface="Noto Sans JP"/>
                <a:ea typeface="Noto Sans JP"/>
                <a:cs typeface="Noto Sans JP"/>
              </a:rPr>
              <a:t>AIを24時間365日</a:t>
            </a:r>
          </a:p>
        </p:txBody>
      </p:sp>
      <p:sp>
        <p:nvSpPr>
          <p:cNvPr id="9" name="あなたの会社の魅力を伝える営業マンに！">
            <a:extLst xmlns:a="http://schemas.openxmlformats.org/drawingml/2006/main">
              <a:ext uri="{FF2B5EF4-FFF2-40B4-BE49-F238E27FC236}">
                <a16:creationId xmlns:a16="http://schemas.microsoft.com/office/drawing/2014/main" id="{501274C4-2267-4AAE-9B4B-133C7D354A91}"/>
              </a:ext>
            </a:extLst>
          </p:cNvPr>
          <p:cNvSpPr>
            <a:spLocks xmlns:a="http://schemas.openxmlformats.org/drawingml/2006/main" noGrp="1"/>
          </p:cNvSpPr>
          <p:nvPr/>
        </p:nvSpPr>
        <p:spPr>
          <a:xfrm xmlns:a="http://schemas.openxmlformats.org/drawingml/2006/main">
            <a:off x="609600" y="32861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82E65"/>
                </a:solidFill>
                <a:latin typeface="Noto Sans JP"/>
                <a:ea typeface="Noto Sans JP"/>
                <a:cs typeface="Noto Sans JP"/>
              </a:defRPr>
            </a:defPPr>
            <a:lvl1pPr algn="l">
              <a:defRPr sz="2850" b="1">
                <a:solidFill>
                  <a:srgbClr val="182E65"/>
                </a:solidFill>
                <a:latin typeface="Noto Sans JP"/>
                <a:ea typeface="Noto Sans JP"/>
                <a:cs typeface="Noto Sans JP"/>
              </a:defRPr>
            </a:lvl1pPr>
            <a:lvl2pPr algn="l">
              <a:defRPr sz="2850" b="1">
                <a:solidFill>
                  <a:srgbClr val="182E65"/>
                </a:solidFill>
                <a:latin typeface="Noto Sans JP"/>
                <a:ea typeface="Noto Sans JP"/>
                <a:cs typeface="Noto Sans JP"/>
              </a:defRPr>
            </a:lvl2pPr>
            <a:lvl3pPr algn="l">
              <a:defRPr sz="2850" b="1">
                <a:solidFill>
                  <a:srgbClr val="182E65"/>
                </a:solidFill>
                <a:latin typeface="Noto Sans JP"/>
                <a:ea typeface="Noto Sans JP"/>
                <a:cs typeface="Noto Sans JP"/>
              </a:defRPr>
            </a:lvl3pPr>
            <a:lvl4pPr algn="l">
              <a:defRPr sz="2850" b="1">
                <a:solidFill>
                  <a:srgbClr val="182E65"/>
                </a:solidFill>
                <a:latin typeface="Noto Sans JP"/>
                <a:ea typeface="Noto Sans JP"/>
                <a:cs typeface="Noto Sans JP"/>
              </a:defRPr>
            </a:lvl4pPr>
            <a:lvl5pPr algn="l">
              <a:defRPr sz="2850" b="1">
                <a:solidFill>
                  <a:srgbClr val="182E65"/>
                </a:solidFill>
                <a:latin typeface="Noto Sans JP"/>
                <a:ea typeface="Noto Sans JP"/>
                <a:cs typeface="Noto Sans JP"/>
              </a:defRPr>
            </a:lvl5pPr>
            <a:lvl6pPr algn="l">
              <a:defRPr sz="2850" b="1">
                <a:solidFill>
                  <a:srgbClr val="182E65"/>
                </a:solidFill>
                <a:latin typeface="Noto Sans JP"/>
                <a:ea typeface="Noto Sans JP"/>
                <a:cs typeface="Noto Sans JP"/>
              </a:defRPr>
            </a:lvl6pPr>
            <a:lvl7pPr algn="l">
              <a:defRPr sz="2850" b="1">
                <a:solidFill>
                  <a:srgbClr val="182E65"/>
                </a:solidFill>
                <a:latin typeface="Noto Sans JP"/>
                <a:ea typeface="Noto Sans JP"/>
                <a:cs typeface="Noto Sans JP"/>
              </a:defRPr>
            </a:lvl7pPr>
            <a:lvl8pPr algn="l">
              <a:defRPr sz="2850" b="1">
                <a:solidFill>
                  <a:srgbClr val="182E65"/>
                </a:solidFill>
                <a:latin typeface="Noto Sans JP"/>
                <a:ea typeface="Noto Sans JP"/>
                <a:cs typeface="Noto Sans JP"/>
              </a:defRPr>
            </a:lvl8pPr>
            <a:lvl9pPr algn="l">
              <a:defRPr sz="2850" b="1">
                <a:solidFill>
                  <a:srgbClr val="182E65"/>
                </a:solidFill>
                <a:latin typeface="Noto Sans JP"/>
                <a:ea typeface="Noto Sans JP"/>
                <a:cs typeface="Noto Sans JP"/>
              </a:defRPr>
            </a:lvl9pPr>
          </a:lstStyle>
          <a:p xmlns:a="http://schemas.openxmlformats.org/drawingml/2006/main">
            <a:pPr algn="l">
              <a:buNone/>
              <a:defRPr sz="2850" b="1">
                <a:solidFill>
                  <a:srgbClr val="182E65"/>
                </a:solidFill>
                <a:latin typeface="Noto Sans JP"/>
                <a:ea typeface="Noto Sans JP"/>
                <a:cs typeface="Noto Sans JP"/>
              </a:defRPr>
            </a:pPr>
            <a:r>
              <a:rPr sz="2850" b="1">
                <a:solidFill>
                  <a:srgbClr val="182E65"/>
                </a:solidFill>
                <a:latin typeface="Noto Sans JP"/>
                <a:ea typeface="Noto Sans JP"/>
                <a:cs typeface="Noto Sans JP"/>
              </a:rPr>
              <a:t>あなたの会社の魅力を伝える</a:t>
            </a:r>
          </a:p>
        </p:txBody>
      </p:sp>
      <p:sp>
        <p:nvSpPr>
          <p:cNvPr id="10" name="">
            <a:extLst xmlns:a="http://schemas.openxmlformats.org/drawingml/2006/main">
              <a:ext uri="{FF2B5EF4-FFF2-40B4-BE49-F238E27FC236}">
                <a16:creationId xmlns:a16="http://schemas.microsoft.com/office/drawing/2014/main" id="{BC892B21-450F-4571-8E61-432677067C8E}"/>
              </a:ext>
            </a:extLst>
          </p:cNvPr>
          <p:cNvSpPr>
            <a:spLocks xmlns:a="http://schemas.openxmlformats.org/drawingml/2006/main" noGrp="1"/>
          </p:cNvSpPr>
          <p:nvPr/>
        </p:nvSpPr>
        <p:spPr>
          <a:xfrm xmlns:a="http://schemas.openxmlformats.org/drawingml/2006/main">
            <a:off x="609600" y="4810125"/>
            <a:ext cx="10287000" cy="47625"/>
          </a:xfrm>
          <a:prstGeom xmlns:a="http://schemas.openxmlformats.org/drawingml/2006/main" prst="rect">
            <a:avLst/>
          </a:prstGeom>
          <a:solidFill xmlns:a="http://schemas.openxmlformats.org/drawingml/2006/main">
            <a:srgbClr val="E7C766"/>
          </a:solidFill>
          <a:ln xmlns:a="http://schemas.openxmlformats.org/drawingml/2006/main" w="0">
            <a:noFill/>
          </a:ln>
        </p:spPr>
      </p:sp>
      <p:sp>
        <p:nvSpPr>
          <p:cNvPr id="11" name="業界初！メディくるのAI検索ブランディング！">
            <a:extLst xmlns:a="http://schemas.openxmlformats.org/drawingml/2006/main">
              <a:ext uri="{FF2B5EF4-FFF2-40B4-BE49-F238E27FC236}">
                <a16:creationId xmlns:a16="http://schemas.microsoft.com/office/drawing/2014/main" id="{B31CC711-385C-4F59-8305-F1D369821560}"/>
              </a:ext>
            </a:extLst>
          </p:cNvPr>
          <p:cNvSpPr>
            <a:spLocks xmlns:a="http://schemas.openxmlformats.org/drawingml/2006/main" noGrp="1"/>
          </p:cNvSpPr>
          <p:nvPr/>
        </p:nvSpPr>
        <p:spPr>
          <a:xfrm xmlns:a="http://schemas.openxmlformats.org/drawingml/2006/main">
            <a:off x="609600" y="50101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182E65"/>
                </a:solidFill>
                <a:latin typeface="Noto Sans JP"/>
                <a:ea typeface="Noto Sans JP"/>
                <a:cs typeface="Noto Sans JP"/>
              </a:defRPr>
            </a:defPPr>
            <a:lvl1pPr algn="l">
              <a:defRPr sz="2400" b="1">
                <a:solidFill>
                  <a:srgbClr val="182E65"/>
                </a:solidFill>
                <a:latin typeface="Noto Sans JP"/>
                <a:ea typeface="Noto Sans JP"/>
                <a:cs typeface="Noto Sans JP"/>
              </a:defRPr>
            </a:lvl1pPr>
            <a:lvl2pPr algn="l">
              <a:defRPr sz="2400" b="1">
                <a:solidFill>
                  <a:srgbClr val="182E65"/>
                </a:solidFill>
                <a:latin typeface="Noto Sans JP"/>
                <a:ea typeface="Noto Sans JP"/>
                <a:cs typeface="Noto Sans JP"/>
              </a:defRPr>
            </a:lvl2pPr>
            <a:lvl3pPr algn="l">
              <a:defRPr sz="2400" b="1">
                <a:solidFill>
                  <a:srgbClr val="182E65"/>
                </a:solidFill>
                <a:latin typeface="Noto Sans JP"/>
                <a:ea typeface="Noto Sans JP"/>
                <a:cs typeface="Noto Sans JP"/>
              </a:defRPr>
            </a:lvl3pPr>
            <a:lvl4pPr algn="l">
              <a:defRPr sz="2400" b="1">
                <a:solidFill>
                  <a:srgbClr val="182E65"/>
                </a:solidFill>
                <a:latin typeface="Noto Sans JP"/>
                <a:ea typeface="Noto Sans JP"/>
                <a:cs typeface="Noto Sans JP"/>
              </a:defRPr>
            </a:lvl4pPr>
            <a:lvl5pPr algn="l">
              <a:defRPr sz="2400" b="1">
                <a:solidFill>
                  <a:srgbClr val="182E65"/>
                </a:solidFill>
                <a:latin typeface="Noto Sans JP"/>
                <a:ea typeface="Noto Sans JP"/>
                <a:cs typeface="Noto Sans JP"/>
              </a:defRPr>
            </a:lvl5pPr>
            <a:lvl6pPr algn="l">
              <a:defRPr sz="2400" b="1">
                <a:solidFill>
                  <a:srgbClr val="182E65"/>
                </a:solidFill>
                <a:latin typeface="Noto Sans JP"/>
                <a:ea typeface="Noto Sans JP"/>
                <a:cs typeface="Noto Sans JP"/>
              </a:defRPr>
            </a:lvl6pPr>
            <a:lvl7pPr algn="l">
              <a:defRPr sz="2400" b="1">
                <a:solidFill>
                  <a:srgbClr val="182E65"/>
                </a:solidFill>
                <a:latin typeface="Noto Sans JP"/>
                <a:ea typeface="Noto Sans JP"/>
                <a:cs typeface="Noto Sans JP"/>
              </a:defRPr>
            </a:lvl7pPr>
            <a:lvl8pPr algn="l">
              <a:defRPr sz="2400" b="1">
                <a:solidFill>
                  <a:srgbClr val="182E65"/>
                </a:solidFill>
                <a:latin typeface="Noto Sans JP"/>
                <a:ea typeface="Noto Sans JP"/>
                <a:cs typeface="Noto Sans JP"/>
              </a:defRPr>
            </a:lvl8pPr>
            <a:lvl9pPr algn="l">
              <a:defRPr sz="2400" b="1">
                <a:solidFill>
                  <a:srgbClr val="182E65"/>
                </a:solidFill>
                <a:latin typeface="Noto Sans JP"/>
                <a:ea typeface="Noto Sans JP"/>
                <a:cs typeface="Noto Sans JP"/>
              </a:defRPr>
            </a:lvl9pPr>
          </a:lstStyle>
          <a:p xmlns:a="http://schemas.openxmlformats.org/drawingml/2006/main">
            <a:pPr algn="l">
              <a:buNone/>
              <a:defRPr sz="2400" b="1">
                <a:solidFill>
                  <a:srgbClr val="182E65"/>
                </a:solidFill>
                <a:latin typeface="Noto Sans JP"/>
                <a:ea typeface="Noto Sans JP"/>
                <a:cs typeface="Noto Sans JP"/>
              </a:defRPr>
            </a:pPr>
            <a:r>
              <a:rPr sz="2400" b="1">
                <a:solidFill>
                  <a:srgbClr val="182E65"/>
                </a:solidFill>
                <a:latin typeface="Noto Sans JP"/>
                <a:ea typeface="Noto Sans JP"/>
                <a:cs typeface="Noto Sans JP"/>
              </a:rPr>
              <a:t>業界初！メディくるのAI検索ブランディングツール！</a:t>
            </a:r>
          </a:p>
        </p:txBody>
      </p:sp>
      <p:sp>
        <p:nvSpPr>
          <p:cNvPr id="14" name="ad-investment-bridge">
            <a:extLst xmlns:a="http://schemas.openxmlformats.org/drawingml/2006/main">
              <a:ext uri="{FF2B5EF4-FFF2-40B4-BE49-F238E27FC236}">
                <a16:creationId xmlns:a16="http://schemas.microsoft.com/office/drawing/2014/main" id="{E4016470-ECED-42C9-A1D6-8EECF68AE0F7}"/>
              </a:ext>
            </a:extLst>
          </p:cNvPr>
          <p:cNvSpPr>
            <a:spLocks xmlns:a="http://schemas.openxmlformats.org/drawingml/2006/main" noGrp="1"/>
          </p:cNvSpPr>
          <p:nvPr/>
        </p:nvSpPr>
        <p:spPr>
          <a:xfrm xmlns:a="http://schemas.openxmlformats.org/drawingml/2006/main">
            <a:off x="609600" y="57150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526078"/>
                </a:solidFill>
                <a:latin typeface="Noto Sans JP"/>
                <a:ea typeface="Noto Sans JP"/>
                <a:cs typeface="Noto Sans JP"/>
              </a:defRPr>
            </a:defPPr>
            <a:lvl1pPr algn="l">
              <a:buNone/>
              <a:defRPr sz="1800" b="1">
                <a:solidFill>
                  <a:srgbClr val="526078"/>
                </a:solidFill>
                <a:latin typeface="Noto Sans JP"/>
                <a:ea typeface="Noto Sans JP"/>
                <a:cs typeface="Noto Sans JP"/>
              </a:defRPr>
            </a:lvl1pPr>
            <a:lvl2pPr algn="l">
              <a:buNone/>
              <a:defRPr sz="1800" b="1">
                <a:solidFill>
                  <a:srgbClr val="526078"/>
                </a:solidFill>
                <a:latin typeface="Noto Sans JP"/>
                <a:ea typeface="Noto Sans JP"/>
                <a:cs typeface="Noto Sans JP"/>
              </a:defRPr>
            </a:lvl2pPr>
            <a:lvl3pPr algn="l">
              <a:buNone/>
              <a:defRPr sz="1800" b="1">
                <a:solidFill>
                  <a:srgbClr val="526078"/>
                </a:solidFill>
                <a:latin typeface="Noto Sans JP"/>
                <a:ea typeface="Noto Sans JP"/>
                <a:cs typeface="Noto Sans JP"/>
              </a:defRPr>
            </a:lvl3pPr>
            <a:lvl4pPr algn="l">
              <a:buNone/>
              <a:defRPr sz="1800" b="1">
                <a:solidFill>
                  <a:srgbClr val="526078"/>
                </a:solidFill>
                <a:latin typeface="Noto Sans JP"/>
                <a:ea typeface="Noto Sans JP"/>
                <a:cs typeface="Noto Sans JP"/>
              </a:defRPr>
            </a:lvl4pPr>
            <a:lvl5pPr algn="l">
              <a:buNone/>
              <a:defRPr sz="1800" b="1">
                <a:solidFill>
                  <a:srgbClr val="526078"/>
                </a:solidFill>
                <a:latin typeface="Noto Sans JP"/>
                <a:ea typeface="Noto Sans JP"/>
                <a:cs typeface="Noto Sans JP"/>
              </a:defRPr>
            </a:lvl5pPr>
            <a:lvl6pPr algn="l">
              <a:buNone/>
              <a:defRPr sz="1800" b="1">
                <a:solidFill>
                  <a:srgbClr val="526078"/>
                </a:solidFill>
                <a:latin typeface="Noto Sans JP"/>
                <a:ea typeface="Noto Sans JP"/>
                <a:cs typeface="Noto Sans JP"/>
              </a:defRPr>
            </a:lvl6pPr>
            <a:lvl7pPr algn="l">
              <a:buNone/>
              <a:defRPr sz="1800" b="1">
                <a:solidFill>
                  <a:srgbClr val="526078"/>
                </a:solidFill>
                <a:latin typeface="Noto Sans JP"/>
                <a:ea typeface="Noto Sans JP"/>
                <a:cs typeface="Noto Sans JP"/>
              </a:defRPr>
            </a:lvl7pPr>
            <a:lvl8pPr algn="l">
              <a:buNone/>
              <a:defRPr sz="1800" b="1">
                <a:solidFill>
                  <a:srgbClr val="526078"/>
                </a:solidFill>
                <a:latin typeface="Noto Sans JP"/>
                <a:ea typeface="Noto Sans JP"/>
                <a:cs typeface="Noto Sans JP"/>
              </a:defRPr>
            </a:lvl8pPr>
            <a:lvl9pPr algn="l">
              <a:buNone/>
              <a:defRPr sz="1800" b="1">
                <a:solidFill>
                  <a:srgbClr val="526078"/>
                </a:solidFill>
                <a:latin typeface="Noto Sans JP"/>
                <a:ea typeface="Noto Sans JP"/>
                <a:cs typeface="Noto Sans JP"/>
              </a:defRPr>
            </a:lvl9pPr>
          </a:lstStyle>
          <a:p xmlns:a="http://schemas.openxmlformats.org/drawingml/2006/main">
            <a:pPr algn="l">
              <a:buNone/>
              <a:defRPr sz="1800" b="1">
                <a:solidFill>
                  <a:srgbClr val="526078"/>
                </a:solidFill>
                <a:latin typeface="Noto Sans JP"/>
                <a:ea typeface="Noto Sans JP"/>
                <a:cs typeface="Noto Sans JP"/>
              </a:defRPr>
            </a:pPr>
            <a:r>
              <a:rPr sz="1800" b="1">
                <a:solidFill>
                  <a:srgbClr val="526078"/>
                </a:solidFill>
                <a:latin typeface="Noto Sans JP"/>
                <a:ea typeface="Noto Sans JP"/>
                <a:cs typeface="Noto Sans JP"/>
              </a:rPr>
              <a:t>令和時代は広告費ではなく、AI検索ブランディングでの集客へ</a:t>
            </a:r>
          </a:p>
        </p:txBody>
      </p:sp>
      <p:sp>
        <p:nvSpPr>
          <p:cNvPr id="15" name="ad-salesperson-question">
            <a:extLst xmlns:a="http://schemas.openxmlformats.org/drawingml/2006/main">
              <a:ext uri="{FF2B5EF4-FFF2-40B4-BE49-F238E27FC236}">
                <a16:creationId xmlns:a16="http://schemas.microsoft.com/office/drawing/2014/main" id="{BE1A92F9-04BB-4074-92F8-36A7855E06C9}"/>
              </a:ext>
            </a:extLst>
          </p:cNvPr>
          <p:cNvSpPr>
            <a:spLocks xmlns:a="http://schemas.openxmlformats.org/drawingml/2006/main" noGrp="1"/>
          </p:cNvSpPr>
          <p:nvPr/>
        </p:nvSpPr>
        <p:spPr>
          <a:xfrm xmlns:a="http://schemas.openxmlformats.org/drawingml/2006/main">
            <a:off x="609600" y="3819525"/>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050" b="1">
                <a:solidFill>
                  <a:srgbClr val="182E65"/>
                </a:solidFill>
                <a:latin typeface="Noto Sans JP"/>
                <a:ea typeface="Noto Sans JP"/>
                <a:cs typeface="Noto Sans JP"/>
              </a:defRPr>
            </a:defPPr>
            <a:lvl1pPr algn="l">
              <a:defRPr sz="4050" b="1">
                <a:solidFill>
                  <a:srgbClr val="182E65"/>
                </a:solidFill>
                <a:latin typeface="Noto Sans JP"/>
                <a:ea typeface="Noto Sans JP"/>
                <a:cs typeface="Noto Sans JP"/>
              </a:defRPr>
            </a:lvl1pPr>
            <a:lvl2pPr algn="l">
              <a:defRPr sz="4050" b="1">
                <a:solidFill>
                  <a:srgbClr val="182E65"/>
                </a:solidFill>
                <a:latin typeface="Noto Sans JP"/>
                <a:ea typeface="Noto Sans JP"/>
                <a:cs typeface="Noto Sans JP"/>
              </a:defRPr>
            </a:lvl2pPr>
            <a:lvl3pPr algn="l">
              <a:defRPr sz="4050" b="1">
                <a:solidFill>
                  <a:srgbClr val="182E65"/>
                </a:solidFill>
                <a:latin typeface="Noto Sans JP"/>
                <a:ea typeface="Noto Sans JP"/>
                <a:cs typeface="Noto Sans JP"/>
              </a:defRPr>
            </a:lvl3pPr>
            <a:lvl4pPr algn="l">
              <a:defRPr sz="4050" b="1">
                <a:solidFill>
                  <a:srgbClr val="182E65"/>
                </a:solidFill>
                <a:latin typeface="Noto Sans JP"/>
                <a:ea typeface="Noto Sans JP"/>
                <a:cs typeface="Noto Sans JP"/>
              </a:defRPr>
            </a:lvl4pPr>
            <a:lvl5pPr algn="l">
              <a:defRPr sz="4050" b="1">
                <a:solidFill>
                  <a:srgbClr val="182E65"/>
                </a:solidFill>
                <a:latin typeface="Noto Sans JP"/>
                <a:ea typeface="Noto Sans JP"/>
                <a:cs typeface="Noto Sans JP"/>
              </a:defRPr>
            </a:lvl5pPr>
            <a:lvl6pPr algn="l">
              <a:defRPr sz="4050" b="1">
                <a:solidFill>
                  <a:srgbClr val="182E65"/>
                </a:solidFill>
                <a:latin typeface="Noto Sans JP"/>
                <a:ea typeface="Noto Sans JP"/>
                <a:cs typeface="Noto Sans JP"/>
              </a:defRPr>
            </a:lvl6pPr>
            <a:lvl7pPr algn="l">
              <a:defRPr sz="4050" b="1">
                <a:solidFill>
                  <a:srgbClr val="182E65"/>
                </a:solidFill>
                <a:latin typeface="Noto Sans JP"/>
                <a:ea typeface="Noto Sans JP"/>
                <a:cs typeface="Noto Sans JP"/>
              </a:defRPr>
            </a:lvl7pPr>
            <a:lvl8pPr algn="l">
              <a:defRPr sz="4050" b="1">
                <a:solidFill>
                  <a:srgbClr val="182E65"/>
                </a:solidFill>
                <a:latin typeface="Noto Sans JP"/>
                <a:ea typeface="Noto Sans JP"/>
                <a:cs typeface="Noto Sans JP"/>
              </a:defRPr>
            </a:lvl8pPr>
            <a:lvl9pPr algn="l">
              <a:defRPr sz="4050" b="1">
                <a:solidFill>
                  <a:srgbClr val="182E65"/>
                </a:solidFill>
                <a:latin typeface="Noto Sans JP"/>
                <a:ea typeface="Noto Sans JP"/>
                <a:cs typeface="Noto Sans JP"/>
              </a:defRPr>
            </a:lvl9pPr>
          </a:lstStyle>
          <a:p xmlns:a="http://schemas.openxmlformats.org/drawingml/2006/main">
            <a:pPr algn="l">
              <a:defRPr sz="4050" b="1">
                <a:solidFill>
                  <a:srgbClr val="182E65"/>
                </a:solidFill>
                <a:latin typeface="Noto Sans JP"/>
                <a:ea typeface="Noto Sans JP"/>
                <a:cs typeface="Noto Sans JP"/>
              </a:defRPr>
            </a:pPr>
            <a:r>
              <a:rPr sz="4050" b="1">
                <a:solidFill>
                  <a:srgbClr val="182E65"/>
                </a:solidFill>
                <a:latin typeface="Noto Sans JP"/>
                <a:ea typeface="Noto Sans JP"/>
                <a:cs typeface="Noto Sans JP"/>
              </a:rPr>
              <a:t>営業マンにしませんか？</a:t>
            </a:r>
          </a:p>
        </p:txBody>
      </p:sp>
      <p:pic>
        <p:nvPicPr>
          <p:cNvPr id="5" name="">
            <a:extLst xmlns:a="http://schemas.openxmlformats.org/drawingml/2006/main">
              <a:ext uri="{FF2B5EF4-FFF2-40B4-BE49-F238E27FC236}">
                <a16:creationId xmlns:a16="http://schemas.microsoft.com/office/drawing/2014/main" id="{9ABD97C5-09C9-415A-91A2-083A948A5C05}"/>
              </a:ext>
            </a:extLst>
          </p:cNvPr>
          <p:cNvPicPr>
            <a:picLocks xmlns:a="http://schemas.openxmlformats.org/drawingml/2006/main" noChangeAspect="1"/>
          </p:cNvPicPr>
          <p:nvPr/>
        </p:nvPicPr>
        <p:blipFill>
          <a:blip xmlns:r="http://schemas.openxmlformats.org/officeDocument/2006/relationships" xmlns:a="http://schemas.openxmlformats.org/drawingml/2006/main" r:embed="R5acdf43b0586415e"/>
          <a:stretch xmlns:a="http://schemas.openxmlformats.org/drawingml/2006/main"/>
        </p:blipFill>
        <p:spPr>
          <a:xfrm xmlns:a="http://schemas.openxmlformats.org/drawingml/2006/main">
            <a:off x="610984" y="533400"/>
            <a:ext cx="2283231" cy="666750"/>
          </a:xfrm>
          <a:prstGeom xmlns:a="http://schemas.openxmlformats.org/drawingml/2006/main" prst="rect">
            <a:avLst/>
          </a:prstGeom>
        </p:spPr>
      </p:pic>
    </p:spTree>
    <p:extLst>
      <p:ext uri="{BB962C8B-B14F-4D97-AF65-F5344CB8AC3E}">
        <p14:creationId xmlns:p14="http://schemas.microsoft.com/office/powerpoint/2010/main" val="522081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01  診断から、御社の課題を確認">
            <a:extLst xmlns:a="http://schemas.openxmlformats.org/drawingml/2006/main">
              <a:ext uri="{FF2B5EF4-FFF2-40B4-BE49-F238E27FC236}">
                <a16:creationId xmlns:a16="http://schemas.microsoft.com/office/drawing/2014/main" id="{5E68ADE3-3D14-42F7-9F5E-3124A99D2D82}"/>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01  診断から、御社の課題を確認</a:t>
            </a:r>
          </a:p>
        </p:txBody>
      </p:sp>
      <p:sp>
        <p:nvSpPr>
          <p:cNvPr id="2" name="最初に、御社のAI検索ブランディング診断を確認">
            <a:extLst xmlns:a="http://schemas.openxmlformats.org/drawingml/2006/main">
              <a:ext uri="{FF2B5EF4-FFF2-40B4-BE49-F238E27FC236}">
                <a16:creationId xmlns:a16="http://schemas.microsoft.com/office/drawing/2014/main" id="{77EF56F4-F0FA-46BB-9735-2AB1BC377D19}"/>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最初に、御社のAI検索ブランディング診断を確認</a:t>
            </a:r>
          </a:p>
        </p:txBody>
      </p:sp>
      <p:sp>
        <p:nvSpPr>
          <p:cNvPr id="3" name="">
            <a:extLst xmlns:a="http://schemas.openxmlformats.org/drawingml/2006/main">
              <a:ext uri="{FF2B5EF4-FFF2-40B4-BE49-F238E27FC236}">
                <a16:creationId xmlns:a16="http://schemas.microsoft.com/office/drawing/2014/main" id="{9B1D56B8-5BE3-438D-B9A9-D31418E59AF4}"/>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06812371-761F-4BB7-87C1-474B7402B7A4}"/>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02">
            <a:extLst xmlns:a="http://schemas.openxmlformats.org/drawingml/2006/main">
              <a:ext uri="{FF2B5EF4-FFF2-40B4-BE49-F238E27FC236}">
                <a16:creationId xmlns:a16="http://schemas.microsoft.com/office/drawing/2014/main" id="{54BB393D-E6B0-422B-88F6-76B158A4189B}"/>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02</a:t>
            </a:r>
          </a:p>
        </p:txBody>
      </p:sp>
      <p:pic>
        <p:nvPicPr>
          <p:cNvPr id="6" name="">
            <a:extLst xmlns:a="http://schemas.openxmlformats.org/drawingml/2006/main">
              <a:ext uri="{FF2B5EF4-FFF2-40B4-BE49-F238E27FC236}">
                <a16:creationId xmlns:a16="http://schemas.microsoft.com/office/drawing/2014/main" id="{2ECC8FF4-0DA8-4415-AF26-88D471DEE2D3}"/>
              </a:ext>
            </a:extLst>
          </p:cNvPr>
          <p:cNvPicPr>
            <a:picLocks xmlns:a="http://schemas.openxmlformats.org/drawingml/2006/main" noChangeAspect="1"/>
          </p:cNvPicPr>
          <p:nvPr/>
        </p:nvPicPr>
        <p:blipFill>
          <a:blip xmlns:r="http://schemas.openxmlformats.org/officeDocument/2006/relationships" xmlns:a="http://schemas.openxmlformats.org/drawingml/2006/main" r:embed="R270ac823d40e40c1"/>
          <a:stretch xmlns:a="http://schemas.openxmlformats.org/drawingml/2006/main"/>
        </p:blipFill>
        <p:spPr>
          <a:xfrm xmlns:a="http://schemas.openxmlformats.org/drawingml/2006/main">
            <a:off x="609600" y="1986379"/>
            <a:ext cx="2247900" cy="3180517"/>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66378F19-5353-45D2-B442-0570FEDF50D7}"/>
              </a:ext>
            </a:extLst>
          </p:cNvPr>
          <p:cNvPicPr>
            <a:picLocks xmlns:a="http://schemas.openxmlformats.org/drawingml/2006/main" noChangeAspect="1"/>
          </p:cNvPicPr>
          <p:nvPr/>
        </p:nvPicPr>
        <p:blipFill>
          <a:blip xmlns:r="http://schemas.openxmlformats.org/officeDocument/2006/relationships" xmlns:a="http://schemas.openxmlformats.org/drawingml/2006/main" r:embed="R8034b7388aa04d1f"/>
          <a:stretch xmlns:a="http://schemas.openxmlformats.org/drawingml/2006/main"/>
        </p:blipFill>
        <p:spPr>
          <a:xfrm xmlns:a="http://schemas.openxmlformats.org/drawingml/2006/main">
            <a:off x="3009900" y="1986379"/>
            <a:ext cx="2247900" cy="3180517"/>
          </a:xfrm>
          <a:prstGeom xmlns:a="http://schemas.openxmlformats.org/drawingml/2006/main" prst="rect">
            <a:avLst/>
          </a:prstGeom>
        </p:spPr>
      </p:pic>
      <p:sp>
        <p:nvSpPr>
          <p:cNvPr id="8" name="01">
            <a:extLst xmlns:a="http://schemas.openxmlformats.org/drawingml/2006/main">
              <a:ext uri="{FF2B5EF4-FFF2-40B4-BE49-F238E27FC236}">
                <a16:creationId xmlns:a16="http://schemas.microsoft.com/office/drawing/2014/main" id="{14D952BC-3CA0-442B-B74A-AB102DC4C072}"/>
              </a:ext>
            </a:extLst>
          </p:cNvPr>
          <p:cNvSpPr>
            <a:spLocks xmlns:a="http://schemas.openxmlformats.org/drawingml/2006/main" noGrp="1"/>
          </p:cNvSpPr>
          <p:nvPr/>
        </p:nvSpPr>
        <p:spPr>
          <a:xfrm xmlns:a="http://schemas.openxmlformats.org/drawingml/2006/main">
            <a:off x="5943600" y="200025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01</a:t>
            </a:r>
          </a:p>
        </p:txBody>
      </p:sp>
      <p:sp>
        <p:nvSpPr>
          <p:cNvPr id="9" name="AIの紹介内容">
            <a:extLst xmlns:a="http://schemas.openxmlformats.org/drawingml/2006/main">
              <a:ext uri="{FF2B5EF4-FFF2-40B4-BE49-F238E27FC236}">
                <a16:creationId xmlns:a16="http://schemas.microsoft.com/office/drawing/2014/main" id="{15C32A10-861A-49D0-83EA-39C34A1AB0A6}"/>
              </a:ext>
            </a:extLst>
          </p:cNvPr>
          <p:cNvSpPr>
            <a:spLocks xmlns:a="http://schemas.openxmlformats.org/drawingml/2006/main" noGrp="1"/>
          </p:cNvSpPr>
          <p:nvPr/>
        </p:nvSpPr>
        <p:spPr>
          <a:xfrm xmlns:a="http://schemas.openxmlformats.org/drawingml/2006/main">
            <a:off x="6591300" y="20002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82E65"/>
                </a:solidFill>
                <a:latin typeface="Noto Sans JP"/>
                <a:ea typeface="Noto Sans JP"/>
                <a:cs typeface="Noto Sans JP"/>
              </a:defRPr>
            </a:defPPr>
          </a:lstStyle>
          <a:p xmlns:a="http://schemas.openxmlformats.org/drawingml/2006/main">
            <a:pPr algn="l">
              <a:defRPr sz="2025" b="1">
                <a:solidFill>
                  <a:srgbClr val="182E65"/>
                </a:solidFill>
                <a:latin typeface="Noto Sans JP"/>
                <a:ea typeface="Noto Sans JP"/>
                <a:cs typeface="Noto Sans JP"/>
              </a:defRPr>
            </a:pPr>
            <a:r>
              <a:rPr sz="2025" b="1">
                <a:solidFill>
                  <a:srgbClr val="182E65"/>
                </a:solidFill>
                <a:latin typeface="Noto Sans JP"/>
                <a:ea typeface="Noto Sans JP"/>
                <a:cs typeface="Noto Sans JP"/>
              </a:rPr>
              <a:t>AIの紹介内容</a:t>
            </a:r>
          </a:p>
        </p:txBody>
      </p:sp>
      <p:sp>
        <p:nvSpPr>
          <p:cNvPr id="10" name="会社の魅力・実績がどう伝わるか">
            <a:extLst xmlns:a="http://schemas.openxmlformats.org/drawingml/2006/main">
              <a:ext uri="{FF2B5EF4-FFF2-40B4-BE49-F238E27FC236}">
                <a16:creationId xmlns:a16="http://schemas.microsoft.com/office/drawing/2014/main" id="{55548934-17B5-44A2-A74D-D31533CD5CE8}"/>
              </a:ext>
            </a:extLst>
          </p:cNvPr>
          <p:cNvSpPr>
            <a:spLocks xmlns:a="http://schemas.openxmlformats.org/drawingml/2006/main" noGrp="1"/>
          </p:cNvSpPr>
          <p:nvPr/>
        </p:nvSpPr>
        <p:spPr>
          <a:xfrm xmlns:a="http://schemas.openxmlformats.org/drawingml/2006/main">
            <a:off x="6591300" y="24098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943"/>
                </a:solidFill>
                <a:latin typeface="Noto Sans JP"/>
                <a:ea typeface="Noto Sans JP"/>
                <a:cs typeface="Noto Sans JP"/>
              </a:defRPr>
            </a:defPPr>
          </a:lstStyle>
          <a:p xmlns:a="http://schemas.openxmlformats.org/drawingml/2006/main">
            <a:pPr algn="l">
              <a:defRPr sz="1650" b="0">
                <a:solidFill>
                  <a:srgbClr val="172943"/>
                </a:solidFill>
                <a:latin typeface="Noto Sans JP"/>
                <a:ea typeface="Noto Sans JP"/>
                <a:cs typeface="Noto Sans JP"/>
              </a:defRPr>
            </a:pPr>
            <a:r>
              <a:rPr sz="1650" b="0">
                <a:solidFill>
                  <a:srgbClr val="172943"/>
                </a:solidFill>
                <a:latin typeface="Noto Sans JP"/>
                <a:ea typeface="Noto Sans JP"/>
                <a:cs typeface="Noto Sans JP"/>
              </a:rPr>
              <a:t>会社の魅力・実績がどう伝わるか</a:t>
            </a:r>
          </a:p>
        </p:txBody>
      </p:sp>
      <p:sp>
        <p:nvSpPr>
          <p:cNvPr id="11" name="02">
            <a:extLst xmlns:a="http://schemas.openxmlformats.org/drawingml/2006/main">
              <a:ext uri="{FF2B5EF4-FFF2-40B4-BE49-F238E27FC236}">
                <a16:creationId xmlns:a16="http://schemas.microsoft.com/office/drawing/2014/main" id="{E21FC4CC-5E75-4845-B186-3CA66C4AFD62}"/>
              </a:ext>
            </a:extLst>
          </p:cNvPr>
          <p:cNvSpPr>
            <a:spLocks xmlns:a="http://schemas.openxmlformats.org/drawingml/2006/main" noGrp="1"/>
          </p:cNvSpPr>
          <p:nvPr/>
        </p:nvSpPr>
        <p:spPr>
          <a:xfrm xmlns:a="http://schemas.openxmlformats.org/drawingml/2006/main">
            <a:off x="5943600" y="2847975"/>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02</a:t>
            </a:r>
          </a:p>
        </p:txBody>
      </p:sp>
      <p:sp>
        <p:nvSpPr>
          <p:cNvPr id="12" name="回答の根拠">
            <a:extLst xmlns:a="http://schemas.openxmlformats.org/drawingml/2006/main">
              <a:ext uri="{FF2B5EF4-FFF2-40B4-BE49-F238E27FC236}">
                <a16:creationId xmlns:a16="http://schemas.microsoft.com/office/drawing/2014/main" id="{57E02D58-E22D-4AB5-A28E-F9928FE06433}"/>
              </a:ext>
            </a:extLst>
          </p:cNvPr>
          <p:cNvSpPr>
            <a:spLocks xmlns:a="http://schemas.openxmlformats.org/drawingml/2006/main" noGrp="1"/>
          </p:cNvSpPr>
          <p:nvPr/>
        </p:nvSpPr>
        <p:spPr>
          <a:xfrm xmlns:a="http://schemas.openxmlformats.org/drawingml/2006/main">
            <a:off x="6591300" y="28479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82E65"/>
                </a:solidFill>
                <a:latin typeface="Noto Sans JP"/>
                <a:ea typeface="Noto Sans JP"/>
                <a:cs typeface="Noto Sans JP"/>
              </a:defRPr>
            </a:defPPr>
          </a:lstStyle>
          <a:p xmlns:a="http://schemas.openxmlformats.org/drawingml/2006/main">
            <a:pPr algn="l">
              <a:defRPr sz="2025" b="1">
                <a:solidFill>
                  <a:srgbClr val="182E65"/>
                </a:solidFill>
                <a:latin typeface="Noto Sans JP"/>
                <a:ea typeface="Noto Sans JP"/>
                <a:cs typeface="Noto Sans JP"/>
              </a:defRPr>
            </a:pPr>
            <a:r>
              <a:rPr sz="2025" b="1">
                <a:solidFill>
                  <a:srgbClr val="182E65"/>
                </a:solidFill>
                <a:latin typeface="Noto Sans JP"/>
                <a:ea typeface="Noto Sans JP"/>
                <a:cs typeface="Noto Sans JP"/>
              </a:rPr>
              <a:t>回答の根拠</a:t>
            </a:r>
          </a:p>
        </p:txBody>
      </p:sp>
      <p:sp>
        <p:nvSpPr>
          <p:cNvPr id="13" name="何のページ・記事が引用されるか">
            <a:extLst xmlns:a="http://schemas.openxmlformats.org/drawingml/2006/main">
              <a:ext uri="{FF2B5EF4-FFF2-40B4-BE49-F238E27FC236}">
                <a16:creationId xmlns:a16="http://schemas.microsoft.com/office/drawing/2014/main" id="{DE14A31F-D877-4294-9402-9DF739CB958A}"/>
              </a:ext>
            </a:extLst>
          </p:cNvPr>
          <p:cNvSpPr>
            <a:spLocks xmlns:a="http://schemas.openxmlformats.org/drawingml/2006/main" noGrp="1"/>
          </p:cNvSpPr>
          <p:nvPr/>
        </p:nvSpPr>
        <p:spPr>
          <a:xfrm xmlns:a="http://schemas.openxmlformats.org/drawingml/2006/main">
            <a:off x="6591300" y="32575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943"/>
                </a:solidFill>
                <a:latin typeface="Noto Sans JP"/>
                <a:ea typeface="Noto Sans JP"/>
                <a:cs typeface="Noto Sans JP"/>
              </a:defRPr>
            </a:defPPr>
          </a:lstStyle>
          <a:p xmlns:a="http://schemas.openxmlformats.org/drawingml/2006/main">
            <a:pPr algn="l">
              <a:defRPr sz="1650" b="0">
                <a:solidFill>
                  <a:srgbClr val="172943"/>
                </a:solidFill>
                <a:latin typeface="Noto Sans JP"/>
                <a:ea typeface="Noto Sans JP"/>
                <a:cs typeface="Noto Sans JP"/>
              </a:defRPr>
            </a:pPr>
            <a:r>
              <a:rPr sz="1650" b="0">
                <a:solidFill>
                  <a:srgbClr val="172943"/>
                </a:solidFill>
                <a:latin typeface="Noto Sans JP"/>
                <a:ea typeface="Noto Sans JP"/>
                <a:cs typeface="Noto Sans JP"/>
              </a:rPr>
              <a:t>何のページ・記事が引用されるか</a:t>
            </a:r>
          </a:p>
        </p:txBody>
      </p:sp>
      <p:sp>
        <p:nvSpPr>
          <p:cNvPr id="14" name="03">
            <a:extLst xmlns:a="http://schemas.openxmlformats.org/drawingml/2006/main">
              <a:ext uri="{FF2B5EF4-FFF2-40B4-BE49-F238E27FC236}">
                <a16:creationId xmlns:a16="http://schemas.microsoft.com/office/drawing/2014/main" id="{4D62C573-6F6B-4D4D-A198-B5AA6D561ACF}"/>
              </a:ext>
            </a:extLst>
          </p:cNvPr>
          <p:cNvSpPr>
            <a:spLocks xmlns:a="http://schemas.openxmlformats.org/drawingml/2006/main" noGrp="1"/>
          </p:cNvSpPr>
          <p:nvPr/>
        </p:nvSpPr>
        <p:spPr>
          <a:xfrm xmlns:a="http://schemas.openxmlformats.org/drawingml/2006/main">
            <a:off x="5943600" y="3695700"/>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03</a:t>
            </a:r>
          </a:p>
        </p:txBody>
      </p:sp>
      <p:sp>
        <p:nvSpPr>
          <p:cNvPr id="15" name="情報の不足や誤認">
            <a:extLst xmlns:a="http://schemas.openxmlformats.org/drawingml/2006/main">
              <a:ext uri="{FF2B5EF4-FFF2-40B4-BE49-F238E27FC236}">
                <a16:creationId xmlns:a16="http://schemas.microsoft.com/office/drawing/2014/main" id="{5FB88639-0D0E-48D6-88EF-8F13B864D286}"/>
              </a:ext>
            </a:extLst>
          </p:cNvPr>
          <p:cNvSpPr>
            <a:spLocks xmlns:a="http://schemas.openxmlformats.org/drawingml/2006/main" noGrp="1"/>
          </p:cNvSpPr>
          <p:nvPr/>
        </p:nvSpPr>
        <p:spPr>
          <a:xfrm xmlns:a="http://schemas.openxmlformats.org/drawingml/2006/main">
            <a:off x="6591300" y="36957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82E65"/>
                </a:solidFill>
                <a:latin typeface="Noto Sans JP"/>
                <a:ea typeface="Noto Sans JP"/>
                <a:cs typeface="Noto Sans JP"/>
              </a:defRPr>
            </a:defPPr>
          </a:lstStyle>
          <a:p xmlns:a="http://schemas.openxmlformats.org/drawingml/2006/main">
            <a:pPr algn="l">
              <a:defRPr sz="2025" b="1">
                <a:solidFill>
                  <a:srgbClr val="182E65"/>
                </a:solidFill>
                <a:latin typeface="Noto Sans JP"/>
                <a:ea typeface="Noto Sans JP"/>
                <a:cs typeface="Noto Sans JP"/>
              </a:defRPr>
            </a:pPr>
            <a:r>
              <a:rPr sz="2025" b="1">
                <a:solidFill>
                  <a:srgbClr val="182E65"/>
                </a:solidFill>
                <a:latin typeface="Noto Sans JP"/>
                <a:ea typeface="Noto Sans JP"/>
                <a:cs typeface="Noto Sans JP"/>
              </a:rPr>
              <a:t>情報の不足や誤認</a:t>
            </a:r>
          </a:p>
        </p:txBody>
      </p:sp>
      <p:sp>
        <p:nvSpPr>
          <p:cNvPr id="16" name="足りない強み、古い情報を整理">
            <a:extLst xmlns:a="http://schemas.openxmlformats.org/drawingml/2006/main">
              <a:ext uri="{FF2B5EF4-FFF2-40B4-BE49-F238E27FC236}">
                <a16:creationId xmlns:a16="http://schemas.microsoft.com/office/drawing/2014/main" id="{74754002-7AB1-4555-BFEF-C60A44A73473}"/>
              </a:ext>
            </a:extLst>
          </p:cNvPr>
          <p:cNvSpPr>
            <a:spLocks xmlns:a="http://schemas.openxmlformats.org/drawingml/2006/main" noGrp="1"/>
          </p:cNvSpPr>
          <p:nvPr/>
        </p:nvSpPr>
        <p:spPr>
          <a:xfrm xmlns:a="http://schemas.openxmlformats.org/drawingml/2006/main">
            <a:off x="6591300" y="41052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943"/>
                </a:solidFill>
                <a:latin typeface="Noto Sans JP"/>
                <a:ea typeface="Noto Sans JP"/>
                <a:cs typeface="Noto Sans JP"/>
              </a:defRPr>
            </a:defPPr>
          </a:lstStyle>
          <a:p xmlns:a="http://schemas.openxmlformats.org/drawingml/2006/main">
            <a:pPr algn="l">
              <a:defRPr sz="1650" b="0">
                <a:solidFill>
                  <a:srgbClr val="172943"/>
                </a:solidFill>
                <a:latin typeface="Noto Sans JP"/>
                <a:ea typeface="Noto Sans JP"/>
                <a:cs typeface="Noto Sans JP"/>
              </a:defRPr>
            </a:pPr>
            <a:r>
              <a:rPr sz="1650" b="0">
                <a:solidFill>
                  <a:srgbClr val="172943"/>
                </a:solidFill>
                <a:latin typeface="Noto Sans JP"/>
                <a:ea typeface="Noto Sans JP"/>
                <a:cs typeface="Noto Sans JP"/>
              </a:rPr>
              <a:t>足りない強み、古い情報を整理</a:t>
            </a:r>
          </a:p>
        </p:txBody>
      </p:sp>
      <p:sp>
        <p:nvSpPr>
          <p:cNvPr id="17" name="04">
            <a:extLst xmlns:a="http://schemas.openxmlformats.org/drawingml/2006/main">
              <a:ext uri="{FF2B5EF4-FFF2-40B4-BE49-F238E27FC236}">
                <a16:creationId xmlns:a16="http://schemas.microsoft.com/office/drawing/2014/main" id="{F5A2CC13-9E17-4019-B629-D239A489815E}"/>
              </a:ext>
            </a:extLst>
          </p:cNvPr>
          <p:cNvSpPr>
            <a:spLocks xmlns:a="http://schemas.openxmlformats.org/drawingml/2006/main" noGrp="1"/>
          </p:cNvSpPr>
          <p:nvPr/>
        </p:nvSpPr>
        <p:spPr>
          <a:xfrm xmlns:a="http://schemas.openxmlformats.org/drawingml/2006/main">
            <a:off x="5943600" y="4543425"/>
            <a:ext cx="533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04</a:t>
            </a:r>
          </a:p>
        </p:txBody>
      </p:sp>
      <p:sp>
        <p:nvSpPr>
          <p:cNvPr id="18" name="改善の優先順位">
            <a:extLst xmlns:a="http://schemas.openxmlformats.org/drawingml/2006/main">
              <a:ext uri="{FF2B5EF4-FFF2-40B4-BE49-F238E27FC236}">
                <a16:creationId xmlns:a16="http://schemas.microsoft.com/office/drawing/2014/main" id="{B22EA077-0300-4AFF-88F1-EEB0753FBA1F}"/>
              </a:ext>
            </a:extLst>
          </p:cNvPr>
          <p:cNvSpPr>
            <a:spLocks xmlns:a="http://schemas.openxmlformats.org/drawingml/2006/main" noGrp="1"/>
          </p:cNvSpPr>
          <p:nvPr/>
        </p:nvSpPr>
        <p:spPr>
          <a:xfrm xmlns:a="http://schemas.openxmlformats.org/drawingml/2006/main">
            <a:off x="6591300" y="45434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82E65"/>
                </a:solidFill>
                <a:latin typeface="Noto Sans JP"/>
                <a:ea typeface="Noto Sans JP"/>
                <a:cs typeface="Noto Sans JP"/>
              </a:defRPr>
            </a:defPPr>
          </a:lstStyle>
          <a:p xmlns:a="http://schemas.openxmlformats.org/drawingml/2006/main">
            <a:pPr algn="l">
              <a:defRPr sz="2025" b="1">
                <a:solidFill>
                  <a:srgbClr val="182E65"/>
                </a:solidFill>
                <a:latin typeface="Noto Sans JP"/>
                <a:ea typeface="Noto Sans JP"/>
                <a:cs typeface="Noto Sans JP"/>
              </a:defRPr>
            </a:pPr>
            <a:r>
              <a:rPr sz="2025" b="1">
                <a:solidFill>
                  <a:srgbClr val="182E65"/>
                </a:solidFill>
                <a:latin typeface="Noto Sans JP"/>
                <a:ea typeface="Noto Sans JP"/>
                <a:cs typeface="Noto Sans JP"/>
              </a:rPr>
              <a:t>改善の優先順位</a:t>
            </a:r>
          </a:p>
        </p:txBody>
      </p:sp>
      <p:sp>
        <p:nvSpPr>
          <p:cNvPr id="19" name="先に整える情報と取材テーマを決める">
            <a:extLst xmlns:a="http://schemas.openxmlformats.org/drawingml/2006/main">
              <a:ext uri="{FF2B5EF4-FFF2-40B4-BE49-F238E27FC236}">
                <a16:creationId xmlns:a16="http://schemas.microsoft.com/office/drawing/2014/main" id="{62FC2EDD-5ECC-4FC0-86AF-94C7813F478B}"/>
              </a:ext>
            </a:extLst>
          </p:cNvPr>
          <p:cNvSpPr>
            <a:spLocks xmlns:a="http://schemas.openxmlformats.org/drawingml/2006/main" noGrp="1"/>
          </p:cNvSpPr>
          <p:nvPr/>
        </p:nvSpPr>
        <p:spPr>
          <a:xfrm xmlns:a="http://schemas.openxmlformats.org/drawingml/2006/main">
            <a:off x="6591300" y="49530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943"/>
                </a:solidFill>
                <a:latin typeface="Noto Sans JP"/>
                <a:ea typeface="Noto Sans JP"/>
                <a:cs typeface="Noto Sans JP"/>
              </a:defRPr>
            </a:defPPr>
          </a:lstStyle>
          <a:p xmlns:a="http://schemas.openxmlformats.org/drawingml/2006/main">
            <a:pPr algn="l">
              <a:defRPr sz="1650" b="0">
                <a:solidFill>
                  <a:srgbClr val="172943"/>
                </a:solidFill>
                <a:latin typeface="Noto Sans JP"/>
                <a:ea typeface="Noto Sans JP"/>
                <a:cs typeface="Noto Sans JP"/>
              </a:defRPr>
            </a:pPr>
            <a:r>
              <a:rPr sz="1650" b="0">
                <a:solidFill>
                  <a:srgbClr val="172943"/>
                </a:solidFill>
                <a:latin typeface="Noto Sans JP"/>
                <a:ea typeface="Noto Sans JP"/>
                <a:cs typeface="Noto Sans JP"/>
              </a:rPr>
              <a:t>先に整える情報と取材テーマを決める</a:t>
            </a:r>
          </a:p>
        </p:txBody>
      </p:sp>
      <p:sp>
        <p:nvSpPr>
          <p:cNvPr id="20" name="掲載画像は見本です。診断結果の点数・AI引用率・問い合わせなどの成果は分けて確認します。">
            <a:extLst xmlns:a="http://schemas.openxmlformats.org/drawingml/2006/main">
              <a:ext uri="{FF2B5EF4-FFF2-40B4-BE49-F238E27FC236}">
                <a16:creationId xmlns:a16="http://schemas.microsoft.com/office/drawing/2014/main" id="{F7699CC7-4692-4B39-AB47-F25F707D00DF}"/>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掲載画像は見本です。診断結果の点数・AI引用率・問い合わせなどの成果は分けて確認します。</a:t>
            </a:r>
          </a:p>
        </p:txBody>
      </p:sp>
    </p:spTree>
    <p:extLst>
      <p:ext uri="{BB962C8B-B14F-4D97-AF65-F5344CB8AC3E}">
        <p14:creationId xmlns:p14="http://schemas.microsoft.com/office/powerpoint/2010/main" val="1991157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01  検討する人との接点">
            <a:extLst xmlns:a="http://schemas.openxmlformats.org/drawingml/2006/main">
              <a:ext uri="{FF2B5EF4-FFF2-40B4-BE49-F238E27FC236}">
                <a16:creationId xmlns:a16="http://schemas.microsoft.com/office/drawing/2014/main" id="{54E37B41-FD0E-45D2-B829-308A5E675B9F}"/>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01  検討する人との接点</a:t>
            </a:r>
          </a:p>
        </p:txBody>
      </p:sp>
      <p:sp>
        <p:nvSpPr>
          <p:cNvPr id="2" name="広告や紹介で知った後、会社の評判を確かめる">
            <a:extLst xmlns:a="http://schemas.openxmlformats.org/drawingml/2006/main">
              <a:ext uri="{FF2B5EF4-FFF2-40B4-BE49-F238E27FC236}">
                <a16:creationId xmlns:a16="http://schemas.microsoft.com/office/drawing/2014/main" id="{BF0170B9-363B-4660-A8BE-ECEE9DE6DAFA}"/>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vl1pPr algn="l">
              <a:buNone/>
              <a:defRPr sz="3150" b="1">
                <a:solidFill>
                  <a:srgbClr val="182E65"/>
                </a:solidFill>
                <a:latin typeface="Noto Sans JP"/>
                <a:ea typeface="Noto Sans JP"/>
                <a:cs typeface="Noto Sans JP"/>
              </a:defRPr>
            </a:lvl1pPr>
            <a:lvl2pPr algn="l">
              <a:buNone/>
              <a:defRPr sz="3150" b="1">
                <a:solidFill>
                  <a:srgbClr val="182E65"/>
                </a:solidFill>
                <a:latin typeface="Noto Sans JP"/>
                <a:ea typeface="Noto Sans JP"/>
                <a:cs typeface="Noto Sans JP"/>
              </a:defRPr>
            </a:lvl2pPr>
            <a:lvl3pPr algn="l">
              <a:buNone/>
              <a:defRPr sz="3150" b="1">
                <a:solidFill>
                  <a:srgbClr val="182E65"/>
                </a:solidFill>
                <a:latin typeface="Noto Sans JP"/>
                <a:ea typeface="Noto Sans JP"/>
                <a:cs typeface="Noto Sans JP"/>
              </a:defRPr>
            </a:lvl3pPr>
            <a:lvl4pPr algn="l">
              <a:buNone/>
              <a:defRPr sz="3150" b="1">
                <a:solidFill>
                  <a:srgbClr val="182E65"/>
                </a:solidFill>
                <a:latin typeface="Noto Sans JP"/>
                <a:ea typeface="Noto Sans JP"/>
                <a:cs typeface="Noto Sans JP"/>
              </a:defRPr>
            </a:lvl4pPr>
            <a:lvl5pPr algn="l">
              <a:buNone/>
              <a:defRPr sz="3150" b="1">
                <a:solidFill>
                  <a:srgbClr val="182E65"/>
                </a:solidFill>
                <a:latin typeface="Noto Sans JP"/>
                <a:ea typeface="Noto Sans JP"/>
                <a:cs typeface="Noto Sans JP"/>
              </a:defRPr>
            </a:lvl5pPr>
            <a:lvl6pPr algn="l">
              <a:buNone/>
              <a:defRPr sz="3150" b="1">
                <a:solidFill>
                  <a:srgbClr val="182E65"/>
                </a:solidFill>
                <a:latin typeface="Noto Sans JP"/>
                <a:ea typeface="Noto Sans JP"/>
                <a:cs typeface="Noto Sans JP"/>
              </a:defRPr>
            </a:lvl6pPr>
            <a:lvl7pPr algn="l">
              <a:buNone/>
              <a:defRPr sz="3150" b="1">
                <a:solidFill>
                  <a:srgbClr val="182E65"/>
                </a:solidFill>
                <a:latin typeface="Noto Sans JP"/>
                <a:ea typeface="Noto Sans JP"/>
                <a:cs typeface="Noto Sans JP"/>
              </a:defRPr>
            </a:lvl7pPr>
            <a:lvl8pPr algn="l">
              <a:buNone/>
              <a:defRPr sz="3150" b="1">
                <a:solidFill>
                  <a:srgbClr val="182E65"/>
                </a:solidFill>
                <a:latin typeface="Noto Sans JP"/>
                <a:ea typeface="Noto Sans JP"/>
                <a:cs typeface="Noto Sans JP"/>
              </a:defRPr>
            </a:lvl8pPr>
            <a:lvl9pPr algn="l">
              <a:buNone/>
              <a:defRPr sz="3150" b="1">
                <a:solidFill>
                  <a:srgbClr val="182E65"/>
                </a:solidFill>
                <a:latin typeface="Noto Sans JP"/>
                <a:ea typeface="Noto Sans JP"/>
                <a:cs typeface="Noto Sans JP"/>
              </a:defRPr>
            </a:lvl9pPr>
          </a:lstStyle>
          <a:p xmlns:a="http://schemas.openxmlformats.org/drawingml/2006/main">
            <a:pPr algn="l">
              <a:buNone/>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令和時代は広告費ではなく、</a:t>
            </a:r>
          </a:p>
          <a:p xmlns:a="http://schemas.openxmlformats.org/drawingml/2006/main">
            <a:pPr algn="l">
              <a:buNone/>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AI検索ブランディングでの集客へ</a:t>
            </a:r>
          </a:p>
        </p:txBody>
      </p:sp>
      <p:sp>
        <p:nvSpPr>
          <p:cNvPr id="3" name="">
            <a:extLst xmlns:a="http://schemas.openxmlformats.org/drawingml/2006/main">
              <a:ext uri="{FF2B5EF4-FFF2-40B4-BE49-F238E27FC236}">
                <a16:creationId xmlns:a16="http://schemas.microsoft.com/office/drawing/2014/main" id="{DEB51602-67F3-4E95-9362-6AD7E2C29BD3}"/>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F41B3225-AE93-4F61-9349-6AD7D8C6CD11}"/>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03">
            <a:extLst xmlns:a="http://schemas.openxmlformats.org/drawingml/2006/main">
              <a:ext uri="{FF2B5EF4-FFF2-40B4-BE49-F238E27FC236}">
                <a16:creationId xmlns:a16="http://schemas.microsoft.com/office/drawing/2014/main" id="{1C9FFC64-43B8-4B3E-8B30-29C05CE8204D}"/>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03</a:t>
            </a:r>
          </a:p>
        </p:txBody>
      </p:sp>
      <p:sp>
        <p:nvSpPr>
          <p:cNvPr id="6" name="「この会社、どんな強みがある？」">
            <a:extLst xmlns:a="http://schemas.openxmlformats.org/drawingml/2006/main">
              <a:ext uri="{FF2B5EF4-FFF2-40B4-BE49-F238E27FC236}">
                <a16:creationId xmlns:a16="http://schemas.microsoft.com/office/drawing/2014/main" id="{A2E40A9E-E317-42BB-9204-0A89BB0280F6}"/>
              </a:ext>
            </a:extLst>
          </p:cNvPr>
          <p:cNvSpPr>
            <a:spLocks xmlns:a="http://schemas.openxmlformats.org/drawingml/2006/main" noGrp="1"/>
          </p:cNvSpPr>
          <p:nvPr/>
        </p:nvSpPr>
        <p:spPr>
          <a:xfrm xmlns:a="http://schemas.openxmlformats.org/drawingml/2006/main">
            <a:off x="609600" y="1933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182E65"/>
                </a:solidFill>
                <a:latin typeface="Noto Sans JP"/>
                <a:ea typeface="Noto Sans JP"/>
                <a:cs typeface="Noto Sans JP"/>
              </a:defRPr>
            </a:defPPr>
          </a:lstStyle>
          <a:p xmlns:a="http://schemas.openxmlformats.org/drawingml/2006/main">
            <a:pPr algn="l">
              <a:defRPr sz="2925" b="1">
                <a:solidFill>
                  <a:srgbClr val="182E65"/>
                </a:solidFill>
                <a:latin typeface="Noto Sans JP"/>
                <a:ea typeface="Noto Sans JP"/>
                <a:cs typeface="Noto Sans JP"/>
              </a:defRPr>
            </a:pPr>
            <a:r>
              <a:rPr sz="2925" b="1">
                <a:solidFill>
                  <a:srgbClr val="182E65"/>
                </a:solidFill>
                <a:latin typeface="Noto Sans JP"/>
                <a:ea typeface="Noto Sans JP"/>
                <a:cs typeface="Noto Sans JP"/>
              </a:rPr>
              <a:t>「この会社、どんな強みがある？」</a:t>
            </a:r>
          </a:p>
        </p:txBody>
      </p:sp>
      <p:pic>
        <p:nvPicPr>
          <p:cNvPr id="7" name="">
            <a:extLst xmlns:a="http://schemas.openxmlformats.org/drawingml/2006/main">
              <a:ext uri="{FF2B5EF4-FFF2-40B4-BE49-F238E27FC236}">
                <a16:creationId xmlns:a16="http://schemas.microsoft.com/office/drawing/2014/main" id="{5F41EADB-529D-4F7A-83C4-D5207E17464F}"/>
              </a:ext>
            </a:extLst>
          </p:cNvPr>
          <p:cNvPicPr>
            <a:picLocks xmlns:a="http://schemas.openxmlformats.org/drawingml/2006/main" noChangeAspect="1"/>
          </p:cNvPicPr>
          <p:nvPr/>
        </p:nvPicPr>
        <p:blipFill>
          <a:blip xmlns:r="http://schemas.openxmlformats.org/officeDocument/2006/relationships" xmlns:a="http://schemas.openxmlformats.org/drawingml/2006/main" r:embed="Rb2d82ab508144e7a"/>
          <a:stretch xmlns:a="http://schemas.openxmlformats.org/drawingml/2006/main"/>
        </p:blipFill>
        <p:spPr>
          <a:xfrm xmlns:a="http://schemas.openxmlformats.org/drawingml/2006/main">
            <a:off x="2309813" y="2733675"/>
            <a:ext cx="7572375" cy="2524125"/>
          </a:xfrm>
          <a:prstGeom xmlns:a="http://schemas.openxmlformats.org/drawingml/2006/main" prst="rect">
            <a:avLst/>
          </a:prstGeom>
        </p:spPr>
      </p:pic>
      <p:sp>
        <p:nvSpPr>
          <p:cNvPr id="8" name="会社名・サービス名 ＋ 口コミ・評判・実績">
            <a:extLst xmlns:a="http://schemas.openxmlformats.org/drawingml/2006/main">
              <a:ext uri="{FF2B5EF4-FFF2-40B4-BE49-F238E27FC236}">
                <a16:creationId xmlns:a16="http://schemas.microsoft.com/office/drawing/2014/main" id="{CCE91767-E8A4-4C70-8492-CE0882C2CA46}"/>
              </a:ext>
            </a:extLst>
          </p:cNvPr>
          <p:cNvSpPr>
            <a:spLocks xmlns:a="http://schemas.openxmlformats.org/drawingml/2006/main" noGrp="1"/>
          </p:cNvSpPr>
          <p:nvPr/>
        </p:nvSpPr>
        <p:spPr>
          <a:xfrm xmlns:a="http://schemas.openxmlformats.org/drawingml/2006/main">
            <a:off x="609600" y="53054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A78025"/>
                </a:solidFill>
                <a:latin typeface="Noto Sans JP"/>
                <a:ea typeface="Noto Sans JP"/>
                <a:cs typeface="Noto Sans JP"/>
              </a:defRPr>
            </a:defPPr>
          </a:lstStyle>
          <a:p xmlns:a="http://schemas.openxmlformats.org/drawingml/2006/main">
            <a:pPr algn="ctr">
              <a:defRPr sz="2250" b="1">
                <a:solidFill>
                  <a:srgbClr val="A78025"/>
                </a:solidFill>
                <a:latin typeface="Noto Sans JP"/>
                <a:ea typeface="Noto Sans JP"/>
                <a:cs typeface="Noto Sans JP"/>
              </a:defRPr>
            </a:pPr>
            <a:r>
              <a:rPr sz="2250" b="1">
                <a:solidFill>
                  <a:srgbClr val="A78025"/>
                </a:solidFill>
                <a:latin typeface="Noto Sans JP"/>
                <a:ea typeface="Noto Sans JP"/>
                <a:cs typeface="Noto Sans JP"/>
              </a:rPr>
              <a:t>会社名・サービス名 ＋ 口コミ・評判・実績</a:t>
            </a:r>
          </a:p>
        </p:txBody>
      </p:sp>
      <p:sp>
        <p:nvSpPr>
          <p:cNvPr id="9" name="AIが質問に回答する際の接点づくりです。AIの常時推薦・毎回の引用を保証する意味ではありま">
            <a:extLst xmlns:a="http://schemas.openxmlformats.org/drawingml/2006/main">
              <a:ext uri="{FF2B5EF4-FFF2-40B4-BE49-F238E27FC236}">
                <a16:creationId xmlns:a16="http://schemas.microsoft.com/office/drawing/2014/main" id="{11239765-5589-449F-ABD1-4DBDD74B65F7}"/>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AIが質問に回答する際の接点づくりです。AIの常時推薦・毎回の引用を保証する意味ではありません。</a:t>
            </a:r>
          </a:p>
        </p:txBody>
      </p:sp>
    </p:spTree>
    <p:extLst>
      <p:ext uri="{BB962C8B-B14F-4D97-AF65-F5344CB8AC3E}">
        <p14:creationId xmlns:p14="http://schemas.microsoft.com/office/powerpoint/2010/main" val="12889578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01  変わる検索行動">
            <a:extLst xmlns:a="http://schemas.openxmlformats.org/drawingml/2006/main">
              <a:ext uri="{FF2B5EF4-FFF2-40B4-BE49-F238E27FC236}">
                <a16:creationId xmlns:a16="http://schemas.microsoft.com/office/drawing/2014/main" id="{F0380CDD-7538-4FF0-9AFE-5B443017739C}"/>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01  変わる検索行動</a:t>
            </a:r>
          </a:p>
        </p:txBody>
      </p:sp>
      <p:sp>
        <p:nvSpPr>
          <p:cNvPr id="2" name="生成AIを検索に使う人が、半数を超えた">
            <a:extLst xmlns:a="http://schemas.openxmlformats.org/drawingml/2006/main">
              <a:ext uri="{FF2B5EF4-FFF2-40B4-BE49-F238E27FC236}">
                <a16:creationId xmlns:a16="http://schemas.microsoft.com/office/drawing/2014/main" id="{8F592895-CE8C-4F7D-B8AE-BDCC821F4B84}"/>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わずか1年3か月で、20％台から半数超へ。</a:t>
            </a:r>
          </a:p>
        </p:txBody>
      </p:sp>
      <p:sp>
        <p:nvSpPr>
          <p:cNvPr id="3" name="">
            <a:extLst xmlns:a="http://schemas.openxmlformats.org/drawingml/2006/main">
              <a:ext uri="{FF2B5EF4-FFF2-40B4-BE49-F238E27FC236}">
                <a16:creationId xmlns:a16="http://schemas.microsoft.com/office/drawing/2014/main" id="{51D0F43C-0925-45C3-8FC7-B6959CD71C5B}"/>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A73C5A26-0A1E-4A24-8AEA-BAFB0E9DED76}"/>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05">
            <a:extLst xmlns:a="http://schemas.openxmlformats.org/drawingml/2006/main">
              <a:ext uri="{FF2B5EF4-FFF2-40B4-BE49-F238E27FC236}">
                <a16:creationId xmlns:a16="http://schemas.microsoft.com/office/drawing/2014/main" id="{12C8FAE6-544F-4685-9A89-C74C05AD6700}"/>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05</a:t>
            </a:r>
          </a:p>
        </p:txBody>
      </p:sp>
      <p:sp>
        <p:nvSpPr>
          <p:cNvPr id="6" name="52.3">
            <a:extLst xmlns:a="http://schemas.openxmlformats.org/drawingml/2006/main">
              <a:ext uri="{FF2B5EF4-FFF2-40B4-BE49-F238E27FC236}">
                <a16:creationId xmlns:a16="http://schemas.microsoft.com/office/drawing/2014/main" id="{82A11D1C-5C04-496C-ACF3-E61260022007}"/>
              </a:ext>
            </a:extLst>
          </p:cNvPr>
          <p:cNvSpPr>
            <a:spLocks xmlns:a="http://schemas.openxmlformats.org/drawingml/2006/main" noGrp="1"/>
          </p:cNvSpPr>
          <p:nvPr/>
        </p:nvSpPr>
        <p:spPr>
          <a:xfrm xmlns:a="http://schemas.openxmlformats.org/drawingml/2006/main">
            <a:off x="647700" y="2076450"/>
            <a:ext cx="390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8250" b="1">
                <a:solidFill>
                  <a:srgbClr val="182E65"/>
                </a:solidFill>
                <a:latin typeface="Noto Sans JP"/>
                <a:ea typeface="Noto Sans JP"/>
                <a:cs typeface="Noto Sans JP"/>
              </a:defRPr>
            </a:defPPr>
          </a:lstStyle>
          <a:p xmlns:a="http://schemas.openxmlformats.org/drawingml/2006/main">
            <a:pPr algn="l">
              <a:defRPr sz="8250" b="1">
                <a:solidFill>
                  <a:srgbClr val="182E65"/>
                </a:solidFill>
                <a:latin typeface="Noto Sans JP"/>
                <a:ea typeface="Noto Sans JP"/>
                <a:cs typeface="Noto Sans JP"/>
              </a:defRPr>
            </a:pPr>
            <a:r>
              <a:rPr sz="8250" b="1">
                <a:solidFill>
                  <a:srgbClr val="182E65"/>
                </a:solidFill>
                <a:latin typeface="Noto Sans JP"/>
                <a:ea typeface="Noto Sans JP"/>
                <a:cs typeface="Noto Sans JP"/>
              </a:rPr>
              <a:t>52.3</a:t>
            </a:r>
          </a:p>
        </p:txBody>
      </p:sp>
      <p:sp>
        <p:nvSpPr>
          <p:cNvPr id="7" name="％">
            <a:extLst xmlns:a="http://schemas.openxmlformats.org/drawingml/2006/main">
              <a:ext uri="{FF2B5EF4-FFF2-40B4-BE49-F238E27FC236}">
                <a16:creationId xmlns:a16="http://schemas.microsoft.com/office/drawing/2014/main" id="{BB7612C3-1559-4F5F-BF26-6AB6A1209D8F}"/>
              </a:ext>
            </a:extLst>
          </p:cNvPr>
          <p:cNvSpPr>
            <a:spLocks xmlns:a="http://schemas.openxmlformats.org/drawingml/2006/main" noGrp="1"/>
          </p:cNvSpPr>
          <p:nvPr/>
        </p:nvSpPr>
        <p:spPr>
          <a:xfrm xmlns:a="http://schemas.openxmlformats.org/drawingml/2006/main">
            <a:off x="3943350" y="2676525"/>
            <a:ext cx="7048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75" b="1">
                <a:solidFill>
                  <a:srgbClr val="A78025"/>
                </a:solidFill>
                <a:latin typeface="Noto Sans JP"/>
                <a:ea typeface="Noto Sans JP"/>
                <a:cs typeface="Noto Sans JP"/>
              </a:defRPr>
            </a:defPPr>
          </a:lstStyle>
          <a:p xmlns:a="http://schemas.openxmlformats.org/drawingml/2006/main">
            <a:pPr algn="l">
              <a:defRPr sz="3375" b="1">
                <a:solidFill>
                  <a:srgbClr val="A78025"/>
                </a:solidFill>
                <a:latin typeface="Noto Sans JP"/>
                <a:ea typeface="Noto Sans JP"/>
                <a:cs typeface="Noto Sans JP"/>
              </a:defRPr>
            </a:pPr>
            <a:r>
              <a:rPr sz="3375" b="1">
                <a:solidFill>
                  <a:srgbClr val="A78025"/>
                </a:solidFill>
                <a:latin typeface="Noto Sans JP"/>
                <a:ea typeface="Noto Sans JP"/>
                <a:cs typeface="Noto Sans JP"/>
              </a:rPr>
              <a:t>％</a:t>
            </a:r>
          </a:p>
        </p:txBody>
      </p:sp>
      <p:sp>
        <p:nvSpPr>
          <p:cNvPr id="8" name="検索手段としての利用率&#10;AI Modeを含む生成AI">
            <a:extLst xmlns:a="http://schemas.openxmlformats.org/drawingml/2006/main">
              <a:ext uri="{FF2B5EF4-FFF2-40B4-BE49-F238E27FC236}">
                <a16:creationId xmlns:a16="http://schemas.microsoft.com/office/drawing/2014/main" id="{5C7B0F54-A6DE-489A-98CA-5525C53A60B6}"/>
              </a:ext>
            </a:extLst>
          </p:cNvPr>
          <p:cNvSpPr>
            <a:spLocks xmlns:a="http://schemas.openxmlformats.org/drawingml/2006/main" noGrp="1"/>
          </p:cNvSpPr>
          <p:nvPr/>
        </p:nvSpPr>
        <p:spPr>
          <a:xfrm xmlns:a="http://schemas.openxmlformats.org/drawingml/2006/main">
            <a:off x="666750" y="3781425"/>
            <a:ext cx="4476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72943"/>
                </a:solidFill>
                <a:latin typeface="Noto Sans JP"/>
                <a:ea typeface="Noto Sans JP"/>
                <a:cs typeface="Noto Sans JP"/>
              </a:defRPr>
            </a:defPPr>
          </a:lstStyle>
          <a:p xmlns:a="http://schemas.openxmlformats.org/drawingml/2006/main">
            <a:pPr algn="l">
              <a:defRPr sz="2100" b="1">
                <a:solidFill>
                  <a:srgbClr val="172943"/>
                </a:solidFill>
                <a:latin typeface="Noto Sans JP"/>
                <a:ea typeface="Noto Sans JP"/>
                <a:cs typeface="Noto Sans JP"/>
              </a:defRPr>
            </a:pPr>
            <a:r>
              <a:rPr sz="2100" b="1">
                <a:solidFill>
                  <a:srgbClr val="172943"/>
                </a:solidFill>
                <a:latin typeface="Noto Sans JP"/>
                <a:ea typeface="Noto Sans JP"/>
                <a:cs typeface="Noto Sans JP"/>
              </a:rPr>
              <a:t>2026年8月の検索利用率</a:t>
            </a:r>
          </a:p>
          <a:p xmlns:a="http://schemas.openxmlformats.org/drawingml/2006/main">
            <a:pPr algn="l">
              <a:defRPr sz="2100" b="1">
                <a:solidFill>
                  <a:srgbClr val="172943"/>
                </a:solidFill>
                <a:latin typeface="Noto Sans JP"/>
                <a:ea typeface="Noto Sans JP"/>
                <a:cs typeface="Noto Sans JP"/>
              </a:defRPr>
            </a:pPr>
            <a:r>
              <a:rPr sz="2100" b="1">
                <a:solidFill>
                  <a:srgbClr val="172943"/>
                </a:solidFill>
                <a:latin typeface="Noto Sans JP"/>
                <a:ea typeface="Noto Sans JP"/>
                <a:cs typeface="Noto Sans JP"/>
              </a:rPr>
              <a:t>AI Modeを含む生成AI</a:t>
            </a:r>
          </a:p>
        </p:txBody>
      </p:sp>
      <p:graphicFrame>
        <p:nvGraphicFramePr>
          <p:cNvPr id="9" name="Chart">
            <a:extLst xmlns:a="http://schemas.openxmlformats.org/drawingml/2006/main">
              <a:ext uri="{FF2B5EF4-FFF2-40B4-BE49-F238E27FC236}">
                <a16:creationId xmlns:a16="http://schemas.microsoft.com/office/drawing/2014/main" id="{35DA8236-88F7-45C0-BA8E-B89935EDF001}"/>
              </a:ext>
            </a:extLst>
          </p:cNvPr>
          <p:cNvGraphicFramePr/>
          <p:nvPr/>
        </p:nvGraphicFramePr>
        <p:xfrm>
          <a:off xmlns:a="http://schemas.openxmlformats.org/drawingml/2006/main" x="5257800" y="2352675"/>
          <a:ext xmlns:a="http://schemas.openxmlformats.org/drawingml/2006/main" cx="6324600" cy="3038475"/>
        </p:xfrm>
        <a:graphic xmlns:a="http://schemas.openxmlformats.org/drawingml/2006/main">
          <a:graphicData uri="http://schemas.openxmlformats.org/drawingml/2006/chart">
            <c:chart xmlns:r="http://schemas.openxmlformats.org/officeDocument/2006/relationships" xmlns:c="http://schemas.openxmlformats.org/drawingml/2006/chart" r:id="Rb295eb6cee284775"/>
          </a:graphicData>
        </a:graphic>
      </p:graphicFrame>
      <p:sp>
        <p:nvSpPr>
          <p:cNvPr id="10" name="出典：サイバーエージェント GEOラボ 2026年8月期調査（n=9,278、15〜69歳">
            <a:extLst xmlns:a="http://schemas.openxmlformats.org/drawingml/2006/main">
              <a:ext uri="{FF2B5EF4-FFF2-40B4-BE49-F238E27FC236}">
                <a16:creationId xmlns:a16="http://schemas.microsoft.com/office/drawing/2014/main" id="{CDAB34FF-62C6-4EE0-8444-A9B25F7FAFD3}"/>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出典：サイバーエージェント GEOラボ 2026年8月期調査（n=9,278、15〜69歳）</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検索利用者の割合です。検索回数のシェアや、当社サービスの成果率ではありません。</a:t>
            </a:r>
          </a:p>
        </p:txBody>
      </p:sp>
      <p:sp>
        <p:nvSpPr>
          <p:cNvPr id="12" name="2026年2月以降はAI Modeを含む（集計範囲変更）">
            <a:extLst xmlns:a="http://schemas.openxmlformats.org/drawingml/2006/main">
              <a:ext uri="{FF2B5EF4-FFF2-40B4-BE49-F238E27FC236}">
                <a16:creationId xmlns:a16="http://schemas.microsoft.com/office/drawing/2014/main" id="{F0380CDD-7538-4FF0-9AFE-5B443017739C}"/>
              </a:ext>
            </a:extLst>
          </p:cNvPr>
          <p:cNvSpPr>
            <a:spLocks xmlns:a="http://schemas.openxmlformats.org/drawingml/2006/main" noGrp="1"/>
          </p:cNvSpPr>
          <p:nvPr/>
        </p:nvSpPr>
        <p:spPr>
          <a:xfrm xmlns:a="http://schemas.openxmlformats.org/drawingml/2006/main">
            <a:off x="5257800" y="1952625"/>
            <a:ext cx="6324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526078"/>
                </a:solidFill>
                <a:latin typeface="Noto Sans JP"/>
                <a:ea typeface="Noto Sans JP"/>
                <a:cs typeface="Noto Sans JP"/>
              </a:defRPr>
            </a:defPPr>
          </a:lstStyle>
          <a:p xmlns:a="http://schemas.openxmlformats.org/drawingml/2006/main">
            <a:pPr algn="l">
              <a:defRPr sz="1350" b="0">
                <a:solidFill>
                  <a:srgbClr val="526078"/>
                </a:solidFill>
                <a:latin typeface="Noto Sans JP"/>
                <a:ea typeface="Noto Sans JP"/>
                <a:cs typeface="Noto Sans JP"/>
              </a:defRPr>
            </a:pPr>
            <a:r>
              <a:rPr sz="1350" b="0">
                <a:solidFill>
                  <a:srgbClr val="526078"/>
                </a:solidFill>
                <a:latin typeface="Noto Sans JP"/>
                <a:ea typeface="Noto Sans JP"/>
                <a:cs typeface="Noto Sans JP"/>
              </a:rPr>
              <a:t>2026年2月以降はAI Modeを含む（集計範囲変更）</a:t>
            </a:r>
          </a:p>
        </p:txBody>
      </p:sp>
    </p:spTree>
    <p:extLst>
      <p:ext uri="{BB962C8B-B14F-4D97-AF65-F5344CB8AC3E}">
        <p14:creationId xmlns:p14="http://schemas.microsoft.com/office/powerpoint/2010/main" val="19988291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01  指名検索と一般検索">
            <a:extLst xmlns:a="http://schemas.openxmlformats.org/drawingml/2006/main">
              <a:ext uri="{FF2B5EF4-FFF2-40B4-BE49-F238E27FC236}">
                <a16:creationId xmlns:a16="http://schemas.microsoft.com/office/drawing/2014/main" id="{B8F79231-8364-4DCE-8C9A-D143AC1E315A}"/>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01  指名検索と一般検索</a:t>
            </a:r>
          </a:p>
        </p:txBody>
      </p:sp>
      <p:sp>
        <p:nvSpPr>
          <p:cNvPr id="2" name="指名で信頼を整え、一般で出会う機会を増やす">
            <a:extLst xmlns:a="http://schemas.openxmlformats.org/drawingml/2006/main">
              <a:ext uri="{FF2B5EF4-FFF2-40B4-BE49-F238E27FC236}">
                <a16:creationId xmlns:a16="http://schemas.microsoft.com/office/drawing/2014/main" id="{1F03B469-9FED-4700-AA7E-7CB58DF2EACD}"/>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指名で信頼を整え、一般で出会う機会を増やす</a:t>
            </a:r>
          </a:p>
        </p:txBody>
      </p:sp>
      <p:sp>
        <p:nvSpPr>
          <p:cNvPr id="3" name="">
            <a:extLst xmlns:a="http://schemas.openxmlformats.org/drawingml/2006/main">
              <a:ext uri="{FF2B5EF4-FFF2-40B4-BE49-F238E27FC236}">
                <a16:creationId xmlns:a16="http://schemas.microsoft.com/office/drawing/2014/main" id="{FDD5C657-F145-4099-B752-94523CDB96B8}"/>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AEA97E6C-CDAE-48C2-AF05-D5BE78FBE681}"/>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06">
            <a:extLst xmlns:a="http://schemas.openxmlformats.org/drawingml/2006/main">
              <a:ext uri="{FF2B5EF4-FFF2-40B4-BE49-F238E27FC236}">
                <a16:creationId xmlns:a16="http://schemas.microsoft.com/office/drawing/2014/main" id="{62C1EC31-B803-4D98-802B-B54B2FABD9F9}"/>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06</a:t>
            </a:r>
          </a:p>
        </p:txBody>
      </p:sp>
      <p:sp>
        <p:nvSpPr>
          <p:cNvPr id="6" name="指名検索">
            <a:extLst xmlns:a="http://schemas.openxmlformats.org/drawingml/2006/main">
              <a:ext uri="{FF2B5EF4-FFF2-40B4-BE49-F238E27FC236}">
                <a16:creationId xmlns:a16="http://schemas.microsoft.com/office/drawing/2014/main" id="{8C44BE5B-EBB4-48B4-9C1D-0C0EA61C6C8C}"/>
              </a:ext>
            </a:extLst>
          </p:cNvPr>
          <p:cNvSpPr>
            <a:spLocks xmlns:a="http://schemas.openxmlformats.org/drawingml/2006/main" noGrp="1"/>
          </p:cNvSpPr>
          <p:nvPr/>
        </p:nvSpPr>
        <p:spPr>
          <a:xfrm xmlns:a="http://schemas.openxmlformats.org/drawingml/2006/main">
            <a:off x="609600" y="2057400"/>
            <a:ext cx="5238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指名検索</a:t>
            </a:r>
          </a:p>
        </p:txBody>
      </p:sp>
      <p:sp>
        <p:nvSpPr>
          <p:cNvPr id="7" name="一般検索">
            <a:extLst xmlns:a="http://schemas.openxmlformats.org/drawingml/2006/main">
              <a:ext uri="{FF2B5EF4-FFF2-40B4-BE49-F238E27FC236}">
                <a16:creationId xmlns:a16="http://schemas.microsoft.com/office/drawing/2014/main" id="{95D78BEF-501B-496E-A4CF-6545DAB01AB9}"/>
              </a:ext>
            </a:extLst>
          </p:cNvPr>
          <p:cNvSpPr>
            <a:spLocks xmlns:a="http://schemas.openxmlformats.org/drawingml/2006/main" noGrp="1"/>
          </p:cNvSpPr>
          <p:nvPr/>
        </p:nvSpPr>
        <p:spPr>
          <a:xfrm xmlns:a="http://schemas.openxmlformats.org/drawingml/2006/main">
            <a:off x="6477000" y="2057400"/>
            <a:ext cx="5105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一般検索</a:t>
            </a:r>
          </a:p>
        </p:txBody>
      </p:sp>
      <p:sp>
        <p:nvSpPr>
          <p:cNvPr id="8" name="会社をすでに知っている人">
            <a:extLst xmlns:a="http://schemas.openxmlformats.org/drawingml/2006/main">
              <a:ext uri="{FF2B5EF4-FFF2-40B4-BE49-F238E27FC236}">
                <a16:creationId xmlns:a16="http://schemas.microsoft.com/office/drawing/2014/main" id="{1807B8D2-F26D-409F-B6D6-E45D92CE4F4E}"/>
              </a:ext>
            </a:extLst>
          </p:cNvPr>
          <p:cNvSpPr>
            <a:spLocks xmlns:a="http://schemas.openxmlformats.org/drawingml/2006/main" noGrp="1"/>
          </p:cNvSpPr>
          <p:nvPr/>
        </p:nvSpPr>
        <p:spPr>
          <a:xfrm xmlns:a="http://schemas.openxmlformats.org/drawingml/2006/main">
            <a:off x="609600" y="27717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A78025"/>
                </a:solidFill>
                <a:latin typeface="Noto Sans JP"/>
                <a:ea typeface="Noto Sans JP"/>
                <a:cs typeface="Noto Sans JP"/>
              </a:defRPr>
            </a:defPPr>
          </a:lstStyle>
          <a:p xmlns:a="http://schemas.openxmlformats.org/drawingml/2006/main">
            <a:pPr algn="l">
              <a:defRPr sz="1875" b="1">
                <a:solidFill>
                  <a:srgbClr val="A78025"/>
                </a:solidFill>
                <a:latin typeface="Noto Sans JP"/>
                <a:ea typeface="Noto Sans JP"/>
                <a:cs typeface="Noto Sans JP"/>
              </a:defRPr>
            </a:pPr>
            <a:r>
              <a:rPr sz="1875" b="1">
                <a:solidFill>
                  <a:srgbClr val="A78025"/>
                </a:solidFill>
                <a:latin typeface="Noto Sans JP"/>
                <a:ea typeface="Noto Sans JP"/>
                <a:cs typeface="Noto Sans JP"/>
              </a:rPr>
              <a:t>会社をすでに知っている人</a:t>
            </a:r>
          </a:p>
        </p:txBody>
      </p:sp>
      <p:sp>
        <p:nvSpPr>
          <p:cNvPr id="9" name="会社をまだ知らない人">
            <a:extLst xmlns:a="http://schemas.openxmlformats.org/drawingml/2006/main">
              <a:ext uri="{FF2B5EF4-FFF2-40B4-BE49-F238E27FC236}">
                <a16:creationId xmlns:a16="http://schemas.microsoft.com/office/drawing/2014/main" id="{91D2BEC0-8DB7-4A76-8C65-23D61D537DD2}"/>
              </a:ext>
            </a:extLst>
          </p:cNvPr>
          <p:cNvSpPr>
            <a:spLocks xmlns:a="http://schemas.openxmlformats.org/drawingml/2006/main" noGrp="1"/>
          </p:cNvSpPr>
          <p:nvPr/>
        </p:nvSpPr>
        <p:spPr>
          <a:xfrm xmlns:a="http://schemas.openxmlformats.org/drawingml/2006/main">
            <a:off x="6477000" y="27717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A78025"/>
                </a:solidFill>
                <a:latin typeface="Noto Sans JP"/>
                <a:ea typeface="Noto Sans JP"/>
                <a:cs typeface="Noto Sans JP"/>
              </a:defRPr>
            </a:defPPr>
          </a:lstStyle>
          <a:p xmlns:a="http://schemas.openxmlformats.org/drawingml/2006/main">
            <a:pPr algn="l">
              <a:defRPr sz="1875" b="1">
                <a:solidFill>
                  <a:srgbClr val="A78025"/>
                </a:solidFill>
                <a:latin typeface="Noto Sans JP"/>
                <a:ea typeface="Noto Sans JP"/>
                <a:cs typeface="Noto Sans JP"/>
              </a:defRPr>
            </a:pPr>
            <a:r>
              <a:rPr sz="1875" b="1">
                <a:solidFill>
                  <a:srgbClr val="A78025"/>
                </a:solidFill>
                <a:latin typeface="Noto Sans JP"/>
                <a:ea typeface="Noto Sans JP"/>
                <a:cs typeface="Noto Sans JP"/>
              </a:rPr>
              <a:t>会社をまだ知らない人</a:t>
            </a:r>
          </a:p>
        </p:txBody>
      </p:sp>
      <p:sp>
        <p:nvSpPr>
          <p:cNvPr id="10" name="「〇〇株式会社の評判は？」&#10;「△△サービスの実績は？」">
            <a:extLst xmlns:a="http://schemas.openxmlformats.org/drawingml/2006/main">
              <a:ext uri="{FF2B5EF4-FFF2-40B4-BE49-F238E27FC236}">
                <a16:creationId xmlns:a16="http://schemas.microsoft.com/office/drawing/2014/main" id="{772BA764-07B6-40E3-BF19-AEEFB9979B82}"/>
              </a:ext>
            </a:extLst>
          </p:cNvPr>
          <p:cNvSpPr>
            <a:spLocks xmlns:a="http://schemas.openxmlformats.org/drawingml/2006/main" noGrp="1"/>
          </p:cNvSpPr>
          <p:nvPr/>
        </p:nvSpPr>
        <p:spPr>
          <a:xfrm xmlns:a="http://schemas.openxmlformats.org/drawingml/2006/main">
            <a:off x="609600" y="3438525"/>
            <a:ext cx="5238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0">
                <a:solidFill>
                  <a:srgbClr val="172943"/>
                </a:solidFill>
                <a:latin typeface="Noto Sans JP"/>
                <a:ea typeface="Noto Sans JP"/>
                <a:cs typeface="Noto Sans JP"/>
              </a:defRPr>
            </a:defPPr>
          </a:lstStyle>
          <a:p xmlns:a="http://schemas.openxmlformats.org/drawingml/2006/main">
            <a:pPr algn="l">
              <a:defRPr sz="2250" b="0">
                <a:solidFill>
                  <a:srgbClr val="172943"/>
                </a:solidFill>
                <a:latin typeface="Noto Sans JP"/>
                <a:ea typeface="Noto Sans JP"/>
                <a:cs typeface="Noto Sans JP"/>
              </a:defRPr>
            </a:pPr>
            <a:r>
              <a:rPr sz="2250" b="0">
                <a:solidFill>
                  <a:srgbClr val="172943"/>
                </a:solidFill>
                <a:latin typeface="Noto Sans JP"/>
                <a:ea typeface="Noto Sans JP"/>
                <a:cs typeface="Noto Sans JP"/>
              </a:rPr>
              <a:t>「〇〇株式会社の評判は？」</a:t>
            </a:r>
          </a:p>
          <a:p xmlns:a="http://schemas.openxmlformats.org/drawingml/2006/main">
            <a:pPr algn="l">
              <a:defRPr sz="2250" b="0">
                <a:solidFill>
                  <a:srgbClr val="172943"/>
                </a:solidFill>
                <a:latin typeface="Noto Sans JP"/>
                <a:ea typeface="Noto Sans JP"/>
                <a:cs typeface="Noto Sans JP"/>
              </a:defRPr>
            </a:pPr>
            <a:r>
              <a:rPr sz="2250" b="0">
                <a:solidFill>
                  <a:srgbClr val="172943"/>
                </a:solidFill>
                <a:latin typeface="Noto Sans JP"/>
                <a:ea typeface="Noto Sans JP"/>
                <a:cs typeface="Noto Sans JP"/>
              </a:rPr>
              <a:t>「△△サービスの実績は？」</a:t>
            </a:r>
          </a:p>
        </p:txBody>
      </p:sp>
      <p:sp>
        <p:nvSpPr>
          <p:cNvPr id="11" name="「渋谷で相談できる税理士は？」&#10;「中小企業向けの採用支援は？」">
            <a:extLst xmlns:a="http://schemas.openxmlformats.org/drawingml/2006/main">
              <a:ext uri="{FF2B5EF4-FFF2-40B4-BE49-F238E27FC236}">
                <a16:creationId xmlns:a16="http://schemas.microsoft.com/office/drawing/2014/main" id="{2D5B39B3-F4A8-4523-9727-DC337FE58081}"/>
              </a:ext>
            </a:extLst>
          </p:cNvPr>
          <p:cNvSpPr>
            <a:spLocks xmlns:a="http://schemas.openxmlformats.org/drawingml/2006/main" noGrp="1"/>
          </p:cNvSpPr>
          <p:nvPr/>
        </p:nvSpPr>
        <p:spPr>
          <a:xfrm xmlns:a="http://schemas.openxmlformats.org/drawingml/2006/main">
            <a:off x="6477000" y="3438525"/>
            <a:ext cx="51054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943"/>
                </a:solidFill>
                <a:latin typeface="Noto Sans JP"/>
                <a:ea typeface="Noto Sans JP"/>
                <a:cs typeface="Noto Sans JP"/>
              </a:defRPr>
            </a:defPPr>
          </a:lstStyle>
          <a:p xmlns:a="http://schemas.openxmlformats.org/drawingml/2006/main">
            <a:pPr algn="l">
              <a:defRPr sz="2100" b="0">
                <a:solidFill>
                  <a:srgbClr val="172943"/>
                </a:solidFill>
                <a:latin typeface="Noto Sans JP"/>
                <a:ea typeface="Noto Sans JP"/>
                <a:cs typeface="Noto Sans JP"/>
              </a:defRPr>
            </a:pPr>
            <a:r>
              <a:rPr sz="2100" b="0">
                <a:solidFill>
                  <a:srgbClr val="172943"/>
                </a:solidFill>
                <a:latin typeface="Noto Sans JP"/>
                <a:ea typeface="Noto Sans JP"/>
                <a:cs typeface="Noto Sans JP"/>
              </a:rPr>
              <a:t>「渋谷で相談できる税理士は？」</a:t>
            </a:r>
          </a:p>
          <a:p xmlns:a="http://schemas.openxmlformats.org/drawingml/2006/main">
            <a:pPr algn="l">
              <a:defRPr sz="2100" b="0">
                <a:solidFill>
                  <a:srgbClr val="172943"/>
                </a:solidFill>
                <a:latin typeface="Noto Sans JP"/>
                <a:ea typeface="Noto Sans JP"/>
                <a:cs typeface="Noto Sans JP"/>
              </a:defRPr>
            </a:pPr>
            <a:r>
              <a:rPr sz="2100" b="0">
                <a:solidFill>
                  <a:srgbClr val="172943"/>
                </a:solidFill>
                <a:latin typeface="Noto Sans JP"/>
                <a:ea typeface="Noto Sans JP"/>
                <a:cs typeface="Noto Sans JP"/>
              </a:rPr>
              <a:t>「中小企業向けの採用支援は？」</a:t>
            </a:r>
          </a:p>
        </p:txBody>
      </p:sp>
      <p:sp>
        <p:nvSpPr>
          <p:cNvPr id="12" name="">
            <a:extLst xmlns:a="http://schemas.openxmlformats.org/drawingml/2006/main">
              <a:ext uri="{FF2B5EF4-FFF2-40B4-BE49-F238E27FC236}">
                <a16:creationId xmlns:a16="http://schemas.microsoft.com/office/drawing/2014/main" id="{D4D7873D-4D9C-4541-9F15-7594DB871EB2}"/>
              </a:ext>
            </a:extLst>
          </p:cNvPr>
          <p:cNvSpPr>
            <a:spLocks xmlns:a="http://schemas.openxmlformats.org/drawingml/2006/main" noGrp="1"/>
          </p:cNvSpPr>
          <p:nvPr/>
        </p:nvSpPr>
        <p:spPr>
          <a:xfrm xmlns:a="http://schemas.openxmlformats.org/drawingml/2006/main">
            <a:off x="6096000" y="2047875"/>
            <a:ext cx="9525" cy="34766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13" name="比較・検討で選ぶ理由を伝える">
            <a:extLst xmlns:a="http://schemas.openxmlformats.org/drawingml/2006/main">
              <a:ext uri="{FF2B5EF4-FFF2-40B4-BE49-F238E27FC236}">
                <a16:creationId xmlns:a16="http://schemas.microsoft.com/office/drawing/2014/main" id="{8847B65B-6627-4747-AB41-908B2FC93A97}"/>
              </a:ext>
            </a:extLst>
          </p:cNvPr>
          <p:cNvSpPr>
            <a:spLocks xmlns:a="http://schemas.openxmlformats.org/drawingml/2006/main" noGrp="1"/>
          </p:cNvSpPr>
          <p:nvPr/>
        </p:nvSpPr>
        <p:spPr>
          <a:xfrm xmlns:a="http://schemas.openxmlformats.org/drawingml/2006/main">
            <a:off x="609600" y="49720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82E65"/>
                </a:solidFill>
                <a:latin typeface="Noto Sans JP"/>
                <a:ea typeface="Noto Sans JP"/>
                <a:cs typeface="Noto Sans JP"/>
              </a:defRPr>
            </a:defPPr>
          </a:lstStyle>
          <a:p xmlns:a="http://schemas.openxmlformats.org/drawingml/2006/main">
            <a:pPr algn="l">
              <a:defRPr sz="2250" b="1">
                <a:solidFill>
                  <a:srgbClr val="182E65"/>
                </a:solidFill>
                <a:latin typeface="Noto Sans JP"/>
                <a:ea typeface="Noto Sans JP"/>
                <a:cs typeface="Noto Sans JP"/>
              </a:defRPr>
            </a:pPr>
            <a:r>
              <a:rPr sz="2250" b="1">
                <a:solidFill>
                  <a:srgbClr val="182E65"/>
                </a:solidFill>
                <a:latin typeface="Noto Sans JP"/>
                <a:ea typeface="Noto Sans JP"/>
                <a:cs typeface="Noto Sans JP"/>
              </a:rPr>
              <a:t>比較・検討で選ぶ理由を伝える</a:t>
            </a:r>
          </a:p>
        </p:txBody>
      </p:sp>
      <p:sp>
        <p:nvSpPr>
          <p:cNvPr id="14" name="新たな候補として見つけてもらう">
            <a:extLst xmlns:a="http://schemas.openxmlformats.org/drawingml/2006/main">
              <a:ext uri="{FF2B5EF4-FFF2-40B4-BE49-F238E27FC236}">
                <a16:creationId xmlns:a16="http://schemas.microsoft.com/office/drawing/2014/main" id="{4EEE8E14-A66D-4815-BB61-0D803A635E09}"/>
              </a:ext>
            </a:extLst>
          </p:cNvPr>
          <p:cNvSpPr>
            <a:spLocks xmlns:a="http://schemas.openxmlformats.org/drawingml/2006/main" noGrp="1"/>
          </p:cNvSpPr>
          <p:nvPr/>
        </p:nvSpPr>
        <p:spPr>
          <a:xfrm xmlns:a="http://schemas.openxmlformats.org/drawingml/2006/main">
            <a:off x="6477000" y="4972050"/>
            <a:ext cx="5105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82E65"/>
                </a:solidFill>
                <a:latin typeface="Noto Sans JP"/>
                <a:ea typeface="Noto Sans JP"/>
                <a:cs typeface="Noto Sans JP"/>
              </a:defRPr>
            </a:defPPr>
          </a:lstStyle>
          <a:p xmlns:a="http://schemas.openxmlformats.org/drawingml/2006/main">
            <a:pPr algn="l">
              <a:defRPr sz="2100" b="1">
                <a:solidFill>
                  <a:srgbClr val="182E65"/>
                </a:solidFill>
                <a:latin typeface="Noto Sans JP"/>
                <a:ea typeface="Noto Sans JP"/>
                <a:cs typeface="Noto Sans JP"/>
              </a:defRPr>
            </a:pPr>
            <a:r>
              <a:rPr sz="2100" b="1">
                <a:solidFill>
                  <a:srgbClr val="182E65"/>
                </a:solidFill>
                <a:latin typeface="Noto Sans JP"/>
                <a:ea typeface="Noto Sans JP"/>
                <a:cs typeface="Noto Sans JP"/>
              </a:rPr>
              <a:t>新たな候補として見つけてもらう</a:t>
            </a:r>
          </a:p>
        </p:txBody>
      </p:sp>
      <p:sp>
        <p:nvSpPr>
          <p:cNvPr id="15" name="10万円プランは、指名検索の5万円プランに一般検索を加えたセットです。">
            <a:extLst xmlns:a="http://schemas.openxmlformats.org/drawingml/2006/main">
              <a:ext uri="{FF2B5EF4-FFF2-40B4-BE49-F238E27FC236}">
                <a16:creationId xmlns:a16="http://schemas.microsoft.com/office/drawing/2014/main" id="{0C8DA8A3-1965-4B62-8D97-FA0BC8568F03}"/>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10万円プランは、指名検索の5万円プランに一般検索を加えたセットです。</a:t>
            </a:r>
          </a:p>
        </p:txBody>
      </p:sp>
    </p:spTree>
    <p:extLst>
      <p:ext uri="{BB962C8B-B14F-4D97-AF65-F5344CB8AC3E}">
        <p14:creationId xmlns:p14="http://schemas.microsoft.com/office/powerpoint/2010/main" val="14063584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02  メディくるの3つの特徴">
            <a:extLst xmlns:a="http://schemas.openxmlformats.org/drawingml/2006/main">
              <a:ext uri="{FF2B5EF4-FFF2-40B4-BE49-F238E27FC236}">
                <a16:creationId xmlns:a16="http://schemas.microsoft.com/office/drawing/2014/main" id="{3DAB717B-B9A2-4EC7-A6F9-5259A50F466E}"/>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メディくるの3つの特徴</a:t>
            </a:r>
          </a:p>
        </p:txBody>
      </p:sp>
      <p:sp>
        <p:nvSpPr>
          <p:cNvPr id="2" name="中心にあるのは、プロによる正式な取材記事">
            <a:extLst xmlns:a="http://schemas.openxmlformats.org/drawingml/2006/main">
              <a:ext uri="{FF2B5EF4-FFF2-40B4-BE49-F238E27FC236}">
                <a16:creationId xmlns:a16="http://schemas.microsoft.com/office/drawing/2014/main" id="{FA2FC352-12C8-43F8-BB9A-69A0B75E2087}"/>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中心にあるのは、プロによる正式な取材記事</a:t>
            </a:r>
          </a:p>
        </p:txBody>
      </p:sp>
      <p:sp>
        <p:nvSpPr>
          <p:cNvPr id="3" name="">
            <a:extLst xmlns:a="http://schemas.openxmlformats.org/drawingml/2006/main">
              <a:ext uri="{FF2B5EF4-FFF2-40B4-BE49-F238E27FC236}">
                <a16:creationId xmlns:a16="http://schemas.microsoft.com/office/drawing/2014/main" id="{687FBC51-CE88-462D-A345-49D34C3BD02D}"/>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CD7D20E4-4E6D-4574-8C88-C84C4EFB7C46}"/>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07">
            <a:extLst xmlns:a="http://schemas.openxmlformats.org/drawingml/2006/main">
              <a:ext uri="{FF2B5EF4-FFF2-40B4-BE49-F238E27FC236}">
                <a16:creationId xmlns:a16="http://schemas.microsoft.com/office/drawing/2014/main" id="{B60A6034-2155-4BA3-ACFE-97B3689C31FB}"/>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07</a:t>
            </a:r>
          </a:p>
        </p:txBody>
      </p:sp>
      <p:sp>
        <p:nvSpPr>
          <p:cNvPr id="6" name="">
            <a:extLst xmlns:a="http://schemas.openxmlformats.org/drawingml/2006/main">
              <a:ext uri="{FF2B5EF4-FFF2-40B4-BE49-F238E27FC236}">
                <a16:creationId xmlns:a16="http://schemas.microsoft.com/office/drawing/2014/main" id="{36E72400-697D-4356-8222-F9711171272F}"/>
              </a:ext>
            </a:extLst>
          </p:cNvPr>
          <p:cNvSpPr>
            <a:spLocks xmlns:a="http://schemas.openxmlformats.org/drawingml/2006/main" noGrp="1"/>
          </p:cNvSpPr>
          <p:nvPr/>
        </p:nvSpPr>
        <p:spPr>
          <a:xfrm xmlns:a="http://schemas.openxmlformats.org/drawingml/2006/main">
            <a:off x="609600" y="1952625"/>
            <a:ext cx="10972800" cy="1362075"/>
          </a:xfrm>
          <a:prstGeom xmlns:a="http://schemas.openxmlformats.org/drawingml/2006/main" prst="rect">
            <a:avLst/>
          </a:prstGeom>
          <a:solidFill xmlns:a="http://schemas.openxmlformats.org/drawingml/2006/main">
            <a:srgbClr val="182E65"/>
          </a:solidFill>
          <a:ln xmlns:a="http://schemas.openxmlformats.org/drawingml/2006/main" w="0">
            <a:noFill/>
          </a:ln>
        </p:spPr>
      </p:sp>
      <p:sp>
        <p:nvSpPr>
          <p:cNvPr id="7" name="01">
            <a:extLst xmlns:a="http://schemas.openxmlformats.org/drawingml/2006/main">
              <a:ext uri="{FF2B5EF4-FFF2-40B4-BE49-F238E27FC236}">
                <a16:creationId xmlns:a16="http://schemas.microsoft.com/office/drawing/2014/main" id="{3292C7CC-1151-4968-894A-4B8A5859AE60}"/>
              </a:ext>
            </a:extLst>
          </p:cNvPr>
          <p:cNvSpPr>
            <a:spLocks xmlns:a="http://schemas.openxmlformats.org/drawingml/2006/main" noGrp="1"/>
          </p:cNvSpPr>
          <p:nvPr/>
        </p:nvSpPr>
        <p:spPr>
          <a:xfrm xmlns:a="http://schemas.openxmlformats.org/drawingml/2006/main">
            <a:off x="838200" y="2171700"/>
            <a:ext cx="781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E7C766"/>
                </a:solidFill>
                <a:latin typeface="Noto Sans JP"/>
                <a:ea typeface="Noto Sans JP"/>
                <a:cs typeface="Noto Sans JP"/>
              </a:defRPr>
            </a:defPPr>
          </a:lstStyle>
          <a:p xmlns:a="http://schemas.openxmlformats.org/drawingml/2006/main">
            <a:pPr algn="l">
              <a:defRPr sz="2700" b="1">
                <a:solidFill>
                  <a:srgbClr val="E7C766"/>
                </a:solidFill>
                <a:latin typeface="Noto Sans JP"/>
                <a:ea typeface="Noto Sans JP"/>
                <a:cs typeface="Noto Sans JP"/>
              </a:defRPr>
            </a:pPr>
            <a:r>
              <a:rPr sz="2700" b="1">
                <a:solidFill>
                  <a:srgbClr val="E7C766"/>
                </a:solidFill>
                <a:latin typeface="Noto Sans JP"/>
                <a:ea typeface="Noto Sans JP"/>
                <a:cs typeface="Noto Sans JP"/>
              </a:rPr>
              <a:t>01</a:t>
            </a:r>
          </a:p>
        </p:txBody>
      </p:sp>
      <p:sp>
        <p:nvSpPr>
          <p:cNvPr id="8" name="正式な取材記事を、大手ネットニュースへ">
            <a:extLst xmlns:a="http://schemas.openxmlformats.org/drawingml/2006/main">
              <a:ext uri="{FF2B5EF4-FFF2-40B4-BE49-F238E27FC236}">
                <a16:creationId xmlns:a16="http://schemas.microsoft.com/office/drawing/2014/main" id="{AB973248-3FD0-4553-AE8B-4F251A41C039}"/>
              </a:ext>
            </a:extLst>
          </p:cNvPr>
          <p:cNvSpPr>
            <a:spLocks xmlns:a="http://schemas.openxmlformats.org/drawingml/2006/main" noGrp="1"/>
          </p:cNvSpPr>
          <p:nvPr/>
        </p:nvSpPr>
        <p:spPr>
          <a:xfrm xmlns:a="http://schemas.openxmlformats.org/drawingml/2006/main">
            <a:off x="1819275" y="2143125"/>
            <a:ext cx="9372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FFFFFF"/>
                </a:solidFill>
                <a:latin typeface="Noto Sans JP"/>
                <a:ea typeface="Noto Sans JP"/>
                <a:cs typeface="Noto Sans JP"/>
              </a:defRPr>
            </a:defPPr>
          </a:lstStyle>
          <a:p xmlns:a="http://schemas.openxmlformats.org/drawingml/2006/main">
            <a:pPr algn="l">
              <a:defRPr sz="2700" b="1">
                <a:solidFill>
                  <a:srgbClr val="FFFFFF"/>
                </a:solidFill>
                <a:latin typeface="Noto Sans JP"/>
                <a:ea typeface="Noto Sans JP"/>
                <a:cs typeface="Noto Sans JP"/>
              </a:defRPr>
            </a:pPr>
            <a:r>
              <a:rPr sz="2700" b="1">
                <a:solidFill>
                  <a:srgbClr val="FFFFFF"/>
                </a:solidFill>
                <a:latin typeface="Noto Sans JP"/>
                <a:ea typeface="Noto Sans JP"/>
                <a:cs typeface="Noto Sans JP"/>
              </a:rPr>
              <a:t>正式な取材記事を、大手ネットニュースへ</a:t>
            </a:r>
          </a:p>
        </p:txBody>
      </p:sp>
      <p:sp>
        <p:nvSpPr>
          <p:cNvPr id="9" name="企業の背景・強み・実績を、根拠まで確認して伝える。">
            <a:extLst xmlns:a="http://schemas.openxmlformats.org/drawingml/2006/main">
              <a:ext uri="{FF2B5EF4-FFF2-40B4-BE49-F238E27FC236}">
                <a16:creationId xmlns:a16="http://schemas.microsoft.com/office/drawing/2014/main" id="{5506D429-9B80-495B-80BB-54FA53D4EE67}"/>
              </a:ext>
            </a:extLst>
          </p:cNvPr>
          <p:cNvSpPr>
            <a:spLocks xmlns:a="http://schemas.openxmlformats.org/drawingml/2006/main" noGrp="1"/>
          </p:cNvSpPr>
          <p:nvPr/>
        </p:nvSpPr>
        <p:spPr>
          <a:xfrm xmlns:a="http://schemas.openxmlformats.org/drawingml/2006/main">
            <a:off x="1819275" y="2762250"/>
            <a:ext cx="937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FFFFFF"/>
                </a:solidFill>
                <a:latin typeface="Noto Sans JP"/>
                <a:ea typeface="Noto Sans JP"/>
                <a:cs typeface="Noto Sans JP"/>
              </a:defRPr>
            </a:defPPr>
          </a:lstStyle>
          <a:p xmlns:a="http://schemas.openxmlformats.org/drawingml/2006/main">
            <a:pPr algn="l">
              <a:defRPr sz="1875" b="0">
                <a:solidFill>
                  <a:srgbClr val="FFFFFF"/>
                </a:solidFill>
                <a:latin typeface="Noto Sans JP"/>
                <a:ea typeface="Noto Sans JP"/>
                <a:cs typeface="Noto Sans JP"/>
              </a:defRPr>
            </a:pPr>
            <a:r>
              <a:rPr sz="1875" b="0">
                <a:solidFill>
                  <a:srgbClr val="FFFFFF"/>
                </a:solidFill>
                <a:latin typeface="Noto Sans JP"/>
                <a:ea typeface="Noto Sans JP"/>
                <a:cs typeface="Noto Sans JP"/>
              </a:rPr>
              <a:t>企業の背景・強み・実績を、根拠まで確認して伝える。</a:t>
            </a:r>
          </a:p>
        </p:txBody>
      </p:sp>
      <p:sp>
        <p:nvSpPr>
          <p:cNvPr id="10" name="02">
            <a:extLst xmlns:a="http://schemas.openxmlformats.org/drawingml/2006/main">
              <a:ext uri="{FF2B5EF4-FFF2-40B4-BE49-F238E27FC236}">
                <a16:creationId xmlns:a16="http://schemas.microsoft.com/office/drawing/2014/main" id="{4AD5A8AC-4C83-4225-BDD8-87257087DD56}"/>
              </a:ext>
            </a:extLst>
          </p:cNvPr>
          <p:cNvSpPr>
            <a:spLocks xmlns:a="http://schemas.openxmlformats.org/drawingml/2006/main" noGrp="1"/>
          </p:cNvSpPr>
          <p:nvPr/>
        </p:nvSpPr>
        <p:spPr>
          <a:xfrm xmlns:a="http://schemas.openxmlformats.org/drawingml/2006/main">
            <a:off x="609600" y="36480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02</a:t>
            </a:r>
          </a:p>
        </p:txBody>
      </p:sp>
      <p:sp>
        <p:nvSpPr>
          <p:cNvPr id="11" name="第三者メディアで、情報を補い深める">
            <a:extLst xmlns:a="http://schemas.openxmlformats.org/drawingml/2006/main">
              <a:ext uri="{FF2B5EF4-FFF2-40B4-BE49-F238E27FC236}">
                <a16:creationId xmlns:a16="http://schemas.microsoft.com/office/drawing/2014/main" id="{668DC245-E150-4FBE-A97B-F17158795A9A}"/>
              </a:ext>
            </a:extLst>
          </p:cNvPr>
          <p:cNvSpPr>
            <a:spLocks xmlns:a="http://schemas.openxmlformats.org/drawingml/2006/main" noGrp="1"/>
          </p:cNvSpPr>
          <p:nvPr/>
        </p:nvSpPr>
        <p:spPr>
          <a:xfrm xmlns:a="http://schemas.openxmlformats.org/drawingml/2006/main">
            <a:off x="1314450" y="3648075"/>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第三者メディアで、情報を補い深める</a:t>
            </a:r>
          </a:p>
        </p:txBody>
      </p:sp>
      <p:sp>
        <p:nvSpPr>
          <p:cNvPr id="12" name="会社の特徴や経営者の想いを、ニュースと一貫する情報に。">
            <a:extLst xmlns:a="http://schemas.openxmlformats.org/drawingml/2006/main">
              <a:ext uri="{FF2B5EF4-FFF2-40B4-BE49-F238E27FC236}">
                <a16:creationId xmlns:a16="http://schemas.microsoft.com/office/drawing/2014/main" id="{62FFCDF0-CC9F-4EDA-A64B-66E82AD5134E}"/>
              </a:ext>
            </a:extLst>
          </p:cNvPr>
          <p:cNvSpPr>
            <a:spLocks xmlns:a="http://schemas.openxmlformats.org/drawingml/2006/main" noGrp="1"/>
          </p:cNvSpPr>
          <p:nvPr/>
        </p:nvSpPr>
        <p:spPr>
          <a:xfrm xmlns:a="http://schemas.openxmlformats.org/drawingml/2006/main">
            <a:off x="1314450" y="4152900"/>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会社の特徴や経営者の想いを、ニュースと一貫する情報に。</a:t>
            </a:r>
          </a:p>
        </p:txBody>
      </p:sp>
      <p:sp>
        <p:nvSpPr>
          <p:cNvPr id="13" name="03">
            <a:extLst xmlns:a="http://schemas.openxmlformats.org/drawingml/2006/main">
              <a:ext uri="{FF2B5EF4-FFF2-40B4-BE49-F238E27FC236}">
                <a16:creationId xmlns:a16="http://schemas.microsoft.com/office/drawing/2014/main" id="{B46DB6BC-7FD6-45D0-947F-273620640309}"/>
              </a:ext>
            </a:extLst>
          </p:cNvPr>
          <p:cNvSpPr>
            <a:spLocks xmlns:a="http://schemas.openxmlformats.org/drawingml/2006/main" noGrp="1"/>
          </p:cNvSpPr>
          <p:nvPr/>
        </p:nvSpPr>
        <p:spPr>
          <a:xfrm xmlns:a="http://schemas.openxmlformats.org/drawingml/2006/main">
            <a:off x="609600" y="4819650"/>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03</a:t>
            </a:r>
          </a:p>
        </p:txBody>
      </p:sp>
      <p:sp>
        <p:nvSpPr>
          <p:cNvPr id="14" name="AI引用の特許技術を活用する">
            <a:extLst xmlns:a="http://schemas.openxmlformats.org/drawingml/2006/main">
              <a:ext uri="{FF2B5EF4-FFF2-40B4-BE49-F238E27FC236}">
                <a16:creationId xmlns:a16="http://schemas.microsoft.com/office/drawing/2014/main" id="{3959CCF5-E77E-4C7E-9682-6D4F91EA7715}"/>
              </a:ext>
            </a:extLst>
          </p:cNvPr>
          <p:cNvSpPr>
            <a:spLocks xmlns:a="http://schemas.openxmlformats.org/drawingml/2006/main" noGrp="1"/>
          </p:cNvSpPr>
          <p:nvPr/>
        </p:nvSpPr>
        <p:spPr>
          <a:xfrm xmlns:a="http://schemas.openxmlformats.org/drawingml/2006/main">
            <a:off x="1314450" y="4819650"/>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AI引用の特許技術を活用する</a:t>
            </a:r>
          </a:p>
        </p:txBody>
      </p:sp>
      <p:sp>
        <p:nvSpPr>
          <p:cNvPr id="15" name="会社を理解する参照情報を整え、AIの回答と引用状況を追う。">
            <a:extLst xmlns:a="http://schemas.openxmlformats.org/drawingml/2006/main">
              <a:ext uri="{FF2B5EF4-FFF2-40B4-BE49-F238E27FC236}">
                <a16:creationId xmlns:a16="http://schemas.microsoft.com/office/drawing/2014/main" id="{11854A18-EF80-4126-97C8-DE8967EBD8C0}"/>
              </a:ext>
            </a:extLst>
          </p:cNvPr>
          <p:cNvSpPr>
            <a:spLocks xmlns:a="http://schemas.openxmlformats.org/drawingml/2006/main" noGrp="1"/>
          </p:cNvSpPr>
          <p:nvPr/>
        </p:nvSpPr>
        <p:spPr>
          <a:xfrm xmlns:a="http://schemas.openxmlformats.org/drawingml/2006/main">
            <a:off x="1314450" y="5324475"/>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会社を理解する参照情報を整え、AIの回答と引用状況を追う。</a:t>
            </a:r>
          </a:p>
        </p:txBody>
      </p:sp>
      <p:sp>
        <p:nvSpPr>
          <p:cNvPr id="16" name="正式ニュース年2回は20万円プラン。記事・取材の制作量や媒体条件は個別に定めます。">
            <a:extLst xmlns:a="http://schemas.openxmlformats.org/drawingml/2006/main">
              <a:ext uri="{FF2B5EF4-FFF2-40B4-BE49-F238E27FC236}">
                <a16:creationId xmlns:a16="http://schemas.microsoft.com/office/drawing/2014/main" id="{AA4A2882-0C60-4ADD-9DE3-E22D4B57B637}"/>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正式ニュース年2回は20万円プラン。記事・取材の制作量や媒体条件は個別に定めます。</a:t>
            </a:r>
          </a:p>
        </p:txBody>
      </p:sp>
    </p:spTree>
    <p:extLst>
      <p:ext uri="{BB962C8B-B14F-4D97-AF65-F5344CB8AC3E}">
        <p14:creationId xmlns:p14="http://schemas.microsoft.com/office/powerpoint/2010/main" val="17473957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2  正式なニュースを信頼の土台に">
            <a:extLst xmlns:a="http://schemas.openxmlformats.org/drawingml/2006/main">
              <a:ext uri="{FF2B5EF4-FFF2-40B4-BE49-F238E27FC236}">
                <a16:creationId xmlns:a16="http://schemas.microsoft.com/office/drawing/2014/main" id="{F0AA21FF-D0F2-41EC-A509-3F1E03CF792B}"/>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buNone/>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正式なニュースを信頼の土台に</a:t>
            </a:r>
          </a:p>
        </p:txBody>
      </p:sp>
      <p:sp>
        <p:nvSpPr>
          <p:cNvPr id="2" name="会社の魅力を、外から確かめられる記事へ">
            <a:extLst xmlns:a="http://schemas.openxmlformats.org/drawingml/2006/main">
              <a:ext uri="{FF2B5EF4-FFF2-40B4-BE49-F238E27FC236}">
                <a16:creationId xmlns:a16="http://schemas.microsoft.com/office/drawing/2014/main" id="{9EE23D44-669F-42FC-A756-77D0BE4D4D6C}"/>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2E65"/>
                </a:solidFill>
                <a:latin typeface="Noto Sans JP"/>
                <a:ea typeface="Noto Sans JP"/>
                <a:cs typeface="Noto Sans JP"/>
              </a:defRPr>
            </a:defPPr>
            <a:lvl1pPr algn="l">
              <a:defRPr sz="3000" b="1">
                <a:solidFill>
                  <a:srgbClr val="182E65"/>
                </a:solidFill>
                <a:latin typeface="Noto Sans JP"/>
                <a:ea typeface="Noto Sans JP"/>
                <a:cs typeface="Noto Sans JP"/>
              </a:defRPr>
            </a:lvl1pPr>
            <a:lvl2pPr algn="l">
              <a:defRPr sz="3000" b="1">
                <a:solidFill>
                  <a:srgbClr val="182E65"/>
                </a:solidFill>
                <a:latin typeface="Noto Sans JP"/>
                <a:ea typeface="Noto Sans JP"/>
                <a:cs typeface="Noto Sans JP"/>
              </a:defRPr>
            </a:lvl2pPr>
            <a:lvl3pPr algn="l">
              <a:defRPr sz="3000" b="1">
                <a:solidFill>
                  <a:srgbClr val="182E65"/>
                </a:solidFill>
                <a:latin typeface="Noto Sans JP"/>
                <a:ea typeface="Noto Sans JP"/>
                <a:cs typeface="Noto Sans JP"/>
              </a:defRPr>
            </a:lvl3pPr>
            <a:lvl4pPr algn="l">
              <a:defRPr sz="3000" b="1">
                <a:solidFill>
                  <a:srgbClr val="182E65"/>
                </a:solidFill>
                <a:latin typeface="Noto Sans JP"/>
                <a:ea typeface="Noto Sans JP"/>
                <a:cs typeface="Noto Sans JP"/>
              </a:defRPr>
            </a:lvl4pPr>
            <a:lvl5pPr algn="l">
              <a:defRPr sz="3000" b="1">
                <a:solidFill>
                  <a:srgbClr val="182E65"/>
                </a:solidFill>
                <a:latin typeface="Noto Sans JP"/>
                <a:ea typeface="Noto Sans JP"/>
                <a:cs typeface="Noto Sans JP"/>
              </a:defRPr>
            </a:lvl5pPr>
            <a:lvl6pPr algn="l">
              <a:defRPr sz="3000" b="1">
                <a:solidFill>
                  <a:srgbClr val="182E65"/>
                </a:solidFill>
                <a:latin typeface="Noto Sans JP"/>
                <a:ea typeface="Noto Sans JP"/>
                <a:cs typeface="Noto Sans JP"/>
              </a:defRPr>
            </a:lvl6pPr>
            <a:lvl7pPr algn="l">
              <a:defRPr sz="3000" b="1">
                <a:solidFill>
                  <a:srgbClr val="182E65"/>
                </a:solidFill>
                <a:latin typeface="Noto Sans JP"/>
                <a:ea typeface="Noto Sans JP"/>
                <a:cs typeface="Noto Sans JP"/>
              </a:defRPr>
            </a:lvl7pPr>
            <a:lvl8pPr algn="l">
              <a:defRPr sz="3000" b="1">
                <a:solidFill>
                  <a:srgbClr val="182E65"/>
                </a:solidFill>
                <a:latin typeface="Noto Sans JP"/>
                <a:ea typeface="Noto Sans JP"/>
                <a:cs typeface="Noto Sans JP"/>
              </a:defRPr>
            </a:lvl8pPr>
            <a:lvl9pPr algn="l">
              <a:defRPr sz="3000" b="1">
                <a:solidFill>
                  <a:srgbClr val="182E65"/>
                </a:solidFill>
                <a:latin typeface="Noto Sans JP"/>
                <a:ea typeface="Noto Sans JP"/>
                <a:cs typeface="Noto Sans JP"/>
              </a:defRPr>
            </a:lvl9pPr>
          </a:lstStyle>
          <a:p xmlns:a="http://schemas.openxmlformats.org/drawingml/2006/main">
            <a:pPr algn="l">
              <a:buNone/>
              <a:defRPr sz="3000" b="1">
                <a:solidFill>
                  <a:srgbClr val="182E65"/>
                </a:solidFill>
                <a:latin typeface="Noto Sans JP"/>
                <a:ea typeface="Noto Sans JP"/>
                <a:cs typeface="Noto Sans JP"/>
              </a:defRPr>
            </a:pPr>
            <a:r>
              <a:rPr sz="3000" b="1">
                <a:solidFill>
                  <a:srgbClr val="182E65"/>
                </a:solidFill>
                <a:latin typeface="Noto Sans JP"/>
                <a:ea typeface="Noto Sans JP"/>
                <a:cs typeface="Noto Sans JP"/>
              </a:rPr>
              <a:t>AI検索の前に、ニュース掲載そのものに価値がある</a:t>
            </a:r>
          </a:p>
        </p:txBody>
      </p:sp>
      <p:sp>
        <p:nvSpPr>
          <p:cNvPr id="3" name="">
            <a:extLst xmlns:a="http://schemas.openxmlformats.org/drawingml/2006/main">
              <a:ext uri="{FF2B5EF4-FFF2-40B4-BE49-F238E27FC236}">
                <a16:creationId xmlns:a16="http://schemas.microsoft.com/office/drawing/2014/main" id="{699B85EC-4026-4DC8-860C-405F4456D4B5}"/>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CE7DB4E8-3C1C-4DFA-A5A8-3655D6F38F56}"/>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buNone/>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08">
            <a:extLst xmlns:a="http://schemas.openxmlformats.org/drawingml/2006/main">
              <a:ext uri="{FF2B5EF4-FFF2-40B4-BE49-F238E27FC236}">
                <a16:creationId xmlns:a16="http://schemas.microsoft.com/office/drawing/2014/main" id="{02ADEBB0-E365-452A-A23A-DD2F2EC3D603}"/>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buNone/>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08</a:t>
            </a:r>
          </a:p>
        </p:txBody>
      </p:sp>
      <p:pic>
        <p:nvPicPr>
          <p:cNvPr id="6" name="">
            <a:extLst xmlns:a="http://schemas.openxmlformats.org/drawingml/2006/main">
              <a:ext uri="{FF2B5EF4-FFF2-40B4-BE49-F238E27FC236}">
                <a16:creationId xmlns:a16="http://schemas.microsoft.com/office/drawing/2014/main" id="{5044C0B9-E625-4EFC-AF86-E9A40FBE3646}"/>
              </a:ext>
            </a:extLst>
          </p:cNvPr>
          <p:cNvPicPr>
            <a:picLocks xmlns:a="http://schemas.openxmlformats.org/drawingml/2006/main" noChangeAspect="1"/>
          </p:cNvPicPr>
          <p:nvPr/>
        </p:nvPicPr>
        <p:blipFill>
          <a:blip xmlns:r="http://schemas.openxmlformats.org/officeDocument/2006/relationships" xmlns:a="http://schemas.openxmlformats.org/drawingml/2006/main" r:embed="Rf24c5b834dd84843"/>
          <a:stretch xmlns:a="http://schemas.openxmlformats.org/drawingml/2006/main"/>
        </p:blipFill>
        <p:spPr>
          <a:xfrm xmlns:a="http://schemas.openxmlformats.org/drawingml/2006/main">
            <a:off x="928688" y="2019300"/>
            <a:ext cx="4648200" cy="3486150"/>
          </a:xfrm>
          <a:prstGeom xmlns:a="http://schemas.openxmlformats.org/drawingml/2006/main" prst="rect">
            <a:avLst/>
          </a:prstGeom>
        </p:spPr>
      </p:pic>
      <p:sp>
        <p:nvSpPr>
          <p:cNvPr id="7" name="人にとっては、判断の根拠">
            <a:extLst xmlns:a="http://schemas.openxmlformats.org/drawingml/2006/main">
              <a:ext uri="{FF2B5EF4-FFF2-40B4-BE49-F238E27FC236}">
                <a16:creationId xmlns:a16="http://schemas.microsoft.com/office/drawing/2014/main" id="{DAC81DE2-E2FE-4F80-B9EF-BF4551782B63}"/>
              </a:ext>
            </a:extLst>
          </p:cNvPr>
          <p:cNvSpPr>
            <a:spLocks xmlns:a="http://schemas.openxmlformats.org/drawingml/2006/main" noGrp="1"/>
          </p:cNvSpPr>
          <p:nvPr/>
        </p:nvSpPr>
        <p:spPr>
          <a:xfrm xmlns:a="http://schemas.openxmlformats.org/drawingml/2006/main">
            <a:off x="6524625" y="2085975"/>
            <a:ext cx="50577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82E65"/>
                </a:solidFill>
                <a:latin typeface="Noto Sans JP"/>
                <a:ea typeface="Noto Sans JP"/>
                <a:cs typeface="Noto Sans JP"/>
              </a:defRPr>
            </a:defPPr>
            <a:lvl1pPr algn="l">
              <a:defRPr sz="2250" b="1">
                <a:solidFill>
                  <a:srgbClr val="182E65"/>
                </a:solidFill>
                <a:latin typeface="Noto Sans JP"/>
                <a:ea typeface="Noto Sans JP"/>
                <a:cs typeface="Noto Sans JP"/>
              </a:defRPr>
            </a:lvl1pPr>
            <a:lvl2pPr algn="l">
              <a:defRPr sz="2250" b="1">
                <a:solidFill>
                  <a:srgbClr val="182E65"/>
                </a:solidFill>
                <a:latin typeface="Noto Sans JP"/>
                <a:ea typeface="Noto Sans JP"/>
                <a:cs typeface="Noto Sans JP"/>
              </a:defRPr>
            </a:lvl2pPr>
            <a:lvl3pPr algn="l">
              <a:defRPr sz="2250" b="1">
                <a:solidFill>
                  <a:srgbClr val="182E65"/>
                </a:solidFill>
                <a:latin typeface="Noto Sans JP"/>
                <a:ea typeface="Noto Sans JP"/>
                <a:cs typeface="Noto Sans JP"/>
              </a:defRPr>
            </a:lvl3pPr>
            <a:lvl4pPr algn="l">
              <a:defRPr sz="2250" b="1">
                <a:solidFill>
                  <a:srgbClr val="182E65"/>
                </a:solidFill>
                <a:latin typeface="Noto Sans JP"/>
                <a:ea typeface="Noto Sans JP"/>
                <a:cs typeface="Noto Sans JP"/>
              </a:defRPr>
            </a:lvl4pPr>
            <a:lvl5pPr algn="l">
              <a:defRPr sz="2250" b="1">
                <a:solidFill>
                  <a:srgbClr val="182E65"/>
                </a:solidFill>
                <a:latin typeface="Noto Sans JP"/>
                <a:ea typeface="Noto Sans JP"/>
                <a:cs typeface="Noto Sans JP"/>
              </a:defRPr>
            </a:lvl5pPr>
            <a:lvl6pPr algn="l">
              <a:defRPr sz="2250" b="1">
                <a:solidFill>
                  <a:srgbClr val="182E65"/>
                </a:solidFill>
                <a:latin typeface="Noto Sans JP"/>
                <a:ea typeface="Noto Sans JP"/>
                <a:cs typeface="Noto Sans JP"/>
              </a:defRPr>
            </a:lvl6pPr>
            <a:lvl7pPr algn="l">
              <a:defRPr sz="2250" b="1">
                <a:solidFill>
                  <a:srgbClr val="182E65"/>
                </a:solidFill>
                <a:latin typeface="Noto Sans JP"/>
                <a:ea typeface="Noto Sans JP"/>
                <a:cs typeface="Noto Sans JP"/>
              </a:defRPr>
            </a:lvl7pPr>
            <a:lvl8pPr algn="l">
              <a:defRPr sz="2250" b="1">
                <a:solidFill>
                  <a:srgbClr val="182E65"/>
                </a:solidFill>
                <a:latin typeface="Noto Sans JP"/>
                <a:ea typeface="Noto Sans JP"/>
                <a:cs typeface="Noto Sans JP"/>
              </a:defRPr>
            </a:lvl8pPr>
            <a:lvl9pPr algn="l">
              <a:defRPr sz="2250" b="1">
                <a:solidFill>
                  <a:srgbClr val="182E65"/>
                </a:solidFill>
                <a:latin typeface="Noto Sans JP"/>
                <a:ea typeface="Noto Sans JP"/>
                <a:cs typeface="Noto Sans JP"/>
              </a:defRPr>
            </a:lvl9pPr>
          </a:lstStyle>
          <a:p xmlns:a="http://schemas.openxmlformats.org/drawingml/2006/main">
            <a:pPr algn="l">
              <a:buNone/>
              <a:defRPr sz="2250" b="1">
                <a:solidFill>
                  <a:srgbClr val="182E65"/>
                </a:solidFill>
                <a:latin typeface="Noto Sans JP"/>
                <a:ea typeface="Noto Sans JP"/>
                <a:cs typeface="Noto Sans JP"/>
              </a:defRPr>
            </a:pPr>
            <a:r>
              <a:rPr sz="2250" b="1">
                <a:solidFill>
                  <a:srgbClr val="182E65"/>
                </a:solidFill>
                <a:latin typeface="Noto Sans JP"/>
                <a:ea typeface="Noto Sans JP"/>
                <a:cs typeface="Noto Sans JP"/>
              </a:rPr>
              <a:t>お客様が読める、取材記事</a:t>
            </a:r>
          </a:p>
        </p:txBody>
      </p:sp>
      <p:sp>
        <p:nvSpPr>
          <p:cNvPr id="8" name="何をしている会社か。&#10;どんな経験や想いがあるか。&#10;検討者が自分で確かめられる。">
            <a:extLst xmlns:a="http://schemas.openxmlformats.org/drawingml/2006/main">
              <a:ext uri="{FF2B5EF4-FFF2-40B4-BE49-F238E27FC236}">
                <a16:creationId xmlns:a16="http://schemas.microsoft.com/office/drawing/2014/main" id="{BDA134A6-ADDA-4B5E-8BE8-C178A998B7AB}"/>
              </a:ext>
            </a:extLst>
          </p:cNvPr>
          <p:cNvSpPr>
            <a:spLocks xmlns:a="http://schemas.openxmlformats.org/drawingml/2006/main" noGrp="1"/>
          </p:cNvSpPr>
          <p:nvPr/>
        </p:nvSpPr>
        <p:spPr>
          <a:xfrm xmlns:a="http://schemas.openxmlformats.org/drawingml/2006/main">
            <a:off x="6524625" y="2743200"/>
            <a:ext cx="50577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172943"/>
                </a:solidFill>
                <a:latin typeface="Noto Sans JP"/>
                <a:ea typeface="Noto Sans JP"/>
                <a:cs typeface="Noto Sans JP"/>
              </a:defRPr>
            </a:defPPr>
            <a:lvl1pPr algn="l">
              <a:defRPr sz="2025" b="0">
                <a:solidFill>
                  <a:srgbClr val="172943"/>
                </a:solidFill>
                <a:latin typeface="Noto Sans JP"/>
                <a:ea typeface="Noto Sans JP"/>
                <a:cs typeface="Noto Sans JP"/>
              </a:defRPr>
            </a:lvl1pPr>
            <a:lvl2pPr algn="l">
              <a:defRPr sz="2025" b="0">
                <a:solidFill>
                  <a:srgbClr val="172943"/>
                </a:solidFill>
                <a:latin typeface="Noto Sans JP"/>
                <a:ea typeface="Noto Sans JP"/>
                <a:cs typeface="Noto Sans JP"/>
              </a:defRPr>
            </a:lvl2pPr>
            <a:lvl3pPr algn="l">
              <a:defRPr sz="2025" b="0">
                <a:solidFill>
                  <a:srgbClr val="172943"/>
                </a:solidFill>
                <a:latin typeface="Noto Sans JP"/>
                <a:ea typeface="Noto Sans JP"/>
                <a:cs typeface="Noto Sans JP"/>
              </a:defRPr>
            </a:lvl3pPr>
            <a:lvl4pPr algn="l">
              <a:defRPr sz="2025" b="0">
                <a:solidFill>
                  <a:srgbClr val="172943"/>
                </a:solidFill>
                <a:latin typeface="Noto Sans JP"/>
                <a:ea typeface="Noto Sans JP"/>
                <a:cs typeface="Noto Sans JP"/>
              </a:defRPr>
            </a:lvl4pPr>
            <a:lvl5pPr algn="l">
              <a:defRPr sz="2025" b="0">
                <a:solidFill>
                  <a:srgbClr val="172943"/>
                </a:solidFill>
                <a:latin typeface="Noto Sans JP"/>
                <a:ea typeface="Noto Sans JP"/>
                <a:cs typeface="Noto Sans JP"/>
              </a:defRPr>
            </a:lvl5pPr>
            <a:lvl6pPr algn="l">
              <a:defRPr sz="2025" b="0">
                <a:solidFill>
                  <a:srgbClr val="172943"/>
                </a:solidFill>
                <a:latin typeface="Noto Sans JP"/>
                <a:ea typeface="Noto Sans JP"/>
                <a:cs typeface="Noto Sans JP"/>
              </a:defRPr>
            </a:lvl6pPr>
            <a:lvl7pPr algn="l">
              <a:defRPr sz="2025" b="0">
                <a:solidFill>
                  <a:srgbClr val="172943"/>
                </a:solidFill>
                <a:latin typeface="Noto Sans JP"/>
                <a:ea typeface="Noto Sans JP"/>
                <a:cs typeface="Noto Sans JP"/>
              </a:defRPr>
            </a:lvl7pPr>
            <a:lvl8pPr algn="l">
              <a:defRPr sz="2025" b="0">
                <a:solidFill>
                  <a:srgbClr val="172943"/>
                </a:solidFill>
                <a:latin typeface="Noto Sans JP"/>
                <a:ea typeface="Noto Sans JP"/>
                <a:cs typeface="Noto Sans JP"/>
              </a:defRPr>
            </a:lvl8pPr>
            <a:lvl9pPr algn="l">
              <a:defRPr sz="2025" b="0">
                <a:solidFill>
                  <a:srgbClr val="172943"/>
                </a:solidFill>
                <a:latin typeface="Noto Sans JP"/>
                <a:ea typeface="Noto Sans JP"/>
                <a:cs typeface="Noto Sans JP"/>
              </a:defRPr>
            </a:lvl9pPr>
          </a:lstStyle>
          <a:p xmlns:a="http://schemas.openxmlformats.org/drawingml/2006/main">
            <a:pPr algn="l">
              <a:buNone/>
              <a:defRPr sz="2025" b="0">
                <a:solidFill>
                  <a:srgbClr val="172943"/>
                </a:solidFill>
                <a:latin typeface="Noto Sans JP"/>
                <a:ea typeface="Noto Sans JP"/>
                <a:cs typeface="Noto Sans JP"/>
              </a:defRPr>
            </a:pPr>
            <a:r>
              <a:rPr sz="2025" b="0">
                <a:solidFill>
                  <a:srgbClr val="172943"/>
                </a:solidFill>
                <a:latin typeface="Noto Sans JP"/>
                <a:ea typeface="Noto Sans JP"/>
                <a:cs typeface="Noto Sans JP"/>
              </a:rPr>
              <a:t>会社の強み・背景・実績を、</a:t>
            </a:r>
          </a:p>
          <a:p xmlns:a="http://schemas.openxmlformats.org/drawingml/2006/main">
            <a:pPr algn="l">
              <a:buNone/>
              <a:defRPr sz="2025" b="0">
                <a:solidFill>
                  <a:srgbClr val="172943"/>
                </a:solidFill>
                <a:latin typeface="Noto Sans JP"/>
                <a:ea typeface="Noto Sans JP"/>
                <a:cs typeface="Noto Sans JP"/>
              </a:defRPr>
            </a:pPr>
            <a:r>
              <a:rPr sz="2025" b="0">
                <a:solidFill>
                  <a:srgbClr val="172943"/>
                </a:solidFill>
                <a:latin typeface="Noto Sans JP"/>
                <a:ea typeface="Noto Sans JP"/>
                <a:cs typeface="Noto Sans JP"/>
              </a:rPr>
              <a:t>第三者の視点で伝える。</a:t>
            </a:r>
          </a:p>
        </p:txBody>
      </p:sp>
      <p:sp>
        <p:nvSpPr>
          <p:cNvPr id="9" name="AIにとっては、参照できる情報">
            <a:extLst xmlns:a="http://schemas.openxmlformats.org/drawingml/2006/main">
              <a:ext uri="{FF2B5EF4-FFF2-40B4-BE49-F238E27FC236}">
                <a16:creationId xmlns:a16="http://schemas.microsoft.com/office/drawing/2014/main" id="{4AEBA6CF-2E46-4896-A903-D8D1F12E7D68}"/>
              </a:ext>
            </a:extLst>
          </p:cNvPr>
          <p:cNvSpPr>
            <a:spLocks xmlns:a="http://schemas.openxmlformats.org/drawingml/2006/main" noGrp="1"/>
          </p:cNvSpPr>
          <p:nvPr/>
        </p:nvSpPr>
        <p:spPr>
          <a:xfrm xmlns:a="http://schemas.openxmlformats.org/drawingml/2006/main">
            <a:off x="6524625" y="4200525"/>
            <a:ext cx="5057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A78025"/>
                </a:solidFill>
                <a:latin typeface="Noto Sans JP"/>
                <a:ea typeface="Noto Sans JP"/>
                <a:cs typeface="Noto Sans JP"/>
              </a:defRPr>
            </a:defPPr>
            <a:lvl1pPr algn="l">
              <a:defRPr sz="2100" b="1">
                <a:solidFill>
                  <a:srgbClr val="A78025"/>
                </a:solidFill>
                <a:latin typeface="Noto Sans JP"/>
                <a:ea typeface="Noto Sans JP"/>
                <a:cs typeface="Noto Sans JP"/>
              </a:defRPr>
            </a:lvl1pPr>
            <a:lvl2pPr algn="l">
              <a:defRPr sz="2100" b="1">
                <a:solidFill>
                  <a:srgbClr val="A78025"/>
                </a:solidFill>
                <a:latin typeface="Noto Sans JP"/>
                <a:ea typeface="Noto Sans JP"/>
                <a:cs typeface="Noto Sans JP"/>
              </a:defRPr>
            </a:lvl2pPr>
            <a:lvl3pPr algn="l">
              <a:defRPr sz="2100" b="1">
                <a:solidFill>
                  <a:srgbClr val="A78025"/>
                </a:solidFill>
                <a:latin typeface="Noto Sans JP"/>
                <a:ea typeface="Noto Sans JP"/>
                <a:cs typeface="Noto Sans JP"/>
              </a:defRPr>
            </a:lvl3pPr>
            <a:lvl4pPr algn="l">
              <a:defRPr sz="2100" b="1">
                <a:solidFill>
                  <a:srgbClr val="A78025"/>
                </a:solidFill>
                <a:latin typeface="Noto Sans JP"/>
                <a:ea typeface="Noto Sans JP"/>
                <a:cs typeface="Noto Sans JP"/>
              </a:defRPr>
            </a:lvl4pPr>
            <a:lvl5pPr algn="l">
              <a:defRPr sz="2100" b="1">
                <a:solidFill>
                  <a:srgbClr val="A78025"/>
                </a:solidFill>
                <a:latin typeface="Noto Sans JP"/>
                <a:ea typeface="Noto Sans JP"/>
                <a:cs typeface="Noto Sans JP"/>
              </a:defRPr>
            </a:lvl5pPr>
            <a:lvl6pPr algn="l">
              <a:defRPr sz="2100" b="1">
                <a:solidFill>
                  <a:srgbClr val="A78025"/>
                </a:solidFill>
                <a:latin typeface="Noto Sans JP"/>
                <a:ea typeface="Noto Sans JP"/>
                <a:cs typeface="Noto Sans JP"/>
              </a:defRPr>
            </a:lvl6pPr>
            <a:lvl7pPr algn="l">
              <a:defRPr sz="2100" b="1">
                <a:solidFill>
                  <a:srgbClr val="A78025"/>
                </a:solidFill>
                <a:latin typeface="Noto Sans JP"/>
                <a:ea typeface="Noto Sans JP"/>
                <a:cs typeface="Noto Sans JP"/>
              </a:defRPr>
            </a:lvl7pPr>
            <a:lvl8pPr algn="l">
              <a:defRPr sz="2100" b="1">
                <a:solidFill>
                  <a:srgbClr val="A78025"/>
                </a:solidFill>
                <a:latin typeface="Noto Sans JP"/>
                <a:ea typeface="Noto Sans JP"/>
                <a:cs typeface="Noto Sans JP"/>
              </a:defRPr>
            </a:lvl8pPr>
            <a:lvl9pPr algn="l">
              <a:defRPr sz="2100" b="1">
                <a:solidFill>
                  <a:srgbClr val="A78025"/>
                </a:solidFill>
                <a:latin typeface="Noto Sans JP"/>
                <a:ea typeface="Noto Sans JP"/>
                <a:cs typeface="Noto Sans JP"/>
              </a:defRPr>
            </a:lvl9pPr>
          </a:lstStyle>
          <a:p xmlns:a="http://schemas.openxmlformats.org/drawingml/2006/main">
            <a:pPr algn="l">
              <a:buNone/>
              <a:defRPr sz="2100" b="1">
                <a:solidFill>
                  <a:srgbClr val="A78025"/>
                </a:solidFill>
                <a:latin typeface="Noto Sans JP"/>
                <a:ea typeface="Noto Sans JP"/>
                <a:cs typeface="Noto Sans JP"/>
              </a:defRPr>
            </a:pPr>
            <a:r>
              <a:rPr sz="2100" b="1">
                <a:solidFill>
                  <a:srgbClr val="A78025"/>
                </a:solidFill>
                <a:latin typeface="Noto Sans JP"/>
                <a:ea typeface="Noto Sans JP"/>
                <a:cs typeface="Noto Sans JP"/>
              </a:rPr>
              <a:t>営業で示せる、</a:t>
            </a:r>
            <a:r>
              <a:rPr sz="2100" b="1">
                <a:solidFill>
                  <a:srgbClr val="C33830"/>
                </a:solidFill>
                <a:latin typeface="Noto Sans JP"/>
                <a:ea typeface="Noto Sans JP"/>
                <a:cs typeface="Noto Sans JP"/>
              </a:rPr>
              <a:t>掲載実績</a:t>
            </a:r>
          </a:p>
        </p:txBody>
      </p:sp>
      <p:sp>
        <p:nvSpPr>
          <p:cNvPr id="10" name="確認した事実を公開し、&#10;引用URLで参照の状況を確認する。">
            <a:extLst xmlns:a="http://schemas.openxmlformats.org/drawingml/2006/main">
              <a:ext uri="{FF2B5EF4-FFF2-40B4-BE49-F238E27FC236}">
                <a16:creationId xmlns:a16="http://schemas.microsoft.com/office/drawing/2014/main" id="{C31FD1E4-D706-4841-8633-4CA82CB19B55}"/>
              </a:ext>
            </a:extLst>
          </p:cNvPr>
          <p:cNvSpPr>
            <a:spLocks xmlns:a="http://schemas.openxmlformats.org/drawingml/2006/main" noGrp="1"/>
          </p:cNvSpPr>
          <p:nvPr/>
        </p:nvSpPr>
        <p:spPr>
          <a:xfrm xmlns:a="http://schemas.openxmlformats.org/drawingml/2006/main">
            <a:off x="6524625" y="4848225"/>
            <a:ext cx="5057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72943"/>
                </a:solidFill>
                <a:latin typeface="Noto Sans JP"/>
                <a:ea typeface="Noto Sans JP"/>
                <a:cs typeface="Noto Sans JP"/>
              </a:defRPr>
            </a:defPPr>
            <a:lvl1pPr algn="l">
              <a:defRPr sz="1875" b="0">
                <a:solidFill>
                  <a:srgbClr val="172943"/>
                </a:solidFill>
                <a:latin typeface="Noto Sans JP"/>
                <a:ea typeface="Noto Sans JP"/>
                <a:cs typeface="Noto Sans JP"/>
              </a:defRPr>
            </a:lvl1pPr>
            <a:lvl2pPr algn="l">
              <a:defRPr sz="1875" b="0">
                <a:solidFill>
                  <a:srgbClr val="172943"/>
                </a:solidFill>
                <a:latin typeface="Noto Sans JP"/>
                <a:ea typeface="Noto Sans JP"/>
                <a:cs typeface="Noto Sans JP"/>
              </a:defRPr>
            </a:lvl2pPr>
            <a:lvl3pPr algn="l">
              <a:defRPr sz="1875" b="0">
                <a:solidFill>
                  <a:srgbClr val="172943"/>
                </a:solidFill>
                <a:latin typeface="Noto Sans JP"/>
                <a:ea typeface="Noto Sans JP"/>
                <a:cs typeface="Noto Sans JP"/>
              </a:defRPr>
            </a:lvl3pPr>
            <a:lvl4pPr algn="l">
              <a:defRPr sz="1875" b="0">
                <a:solidFill>
                  <a:srgbClr val="172943"/>
                </a:solidFill>
                <a:latin typeface="Noto Sans JP"/>
                <a:ea typeface="Noto Sans JP"/>
                <a:cs typeface="Noto Sans JP"/>
              </a:defRPr>
            </a:lvl4pPr>
            <a:lvl5pPr algn="l">
              <a:defRPr sz="1875" b="0">
                <a:solidFill>
                  <a:srgbClr val="172943"/>
                </a:solidFill>
                <a:latin typeface="Noto Sans JP"/>
                <a:ea typeface="Noto Sans JP"/>
                <a:cs typeface="Noto Sans JP"/>
              </a:defRPr>
            </a:lvl5pPr>
            <a:lvl6pPr algn="l">
              <a:defRPr sz="1875" b="0">
                <a:solidFill>
                  <a:srgbClr val="172943"/>
                </a:solidFill>
                <a:latin typeface="Noto Sans JP"/>
                <a:ea typeface="Noto Sans JP"/>
                <a:cs typeface="Noto Sans JP"/>
              </a:defRPr>
            </a:lvl6pPr>
            <a:lvl7pPr algn="l">
              <a:defRPr sz="1875" b="0">
                <a:solidFill>
                  <a:srgbClr val="172943"/>
                </a:solidFill>
                <a:latin typeface="Noto Sans JP"/>
                <a:ea typeface="Noto Sans JP"/>
                <a:cs typeface="Noto Sans JP"/>
              </a:defRPr>
            </a:lvl7pPr>
            <a:lvl8pPr algn="l">
              <a:defRPr sz="1875" b="0">
                <a:solidFill>
                  <a:srgbClr val="172943"/>
                </a:solidFill>
                <a:latin typeface="Noto Sans JP"/>
                <a:ea typeface="Noto Sans JP"/>
                <a:cs typeface="Noto Sans JP"/>
              </a:defRPr>
            </a:lvl8pPr>
            <a:lvl9pPr algn="l">
              <a:defRPr sz="1875" b="0">
                <a:solidFill>
                  <a:srgbClr val="172943"/>
                </a:solidFill>
                <a:latin typeface="Noto Sans JP"/>
                <a:ea typeface="Noto Sans JP"/>
                <a:cs typeface="Noto Sans JP"/>
              </a:defRPr>
            </a:lvl9pPr>
          </a:lstStyle>
          <a:p xmlns:a="http://schemas.openxmlformats.org/drawingml/2006/main">
            <a:pPr algn="l">
              <a:buNone/>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媒体名・掲載日・記事URLで、</a:t>
            </a:r>
          </a:p>
          <a:p xmlns:a="http://schemas.openxmlformats.org/drawingml/2006/main">
            <a:pPr algn="l">
              <a:buNone/>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お客様自身が確かめられる。</a:t>
            </a:r>
          </a:p>
        </p:txBody>
      </p:sp>
      <p:sp>
        <p:nvSpPr>
          <p:cNvPr id="11" name="実掲載例：Global News Asia配信・Infoseek掲載（2026年8月7日）">
            <a:extLst xmlns:a="http://schemas.openxmlformats.org/drawingml/2006/main">
              <a:ext uri="{FF2B5EF4-FFF2-40B4-BE49-F238E27FC236}">
                <a16:creationId xmlns:a16="http://schemas.microsoft.com/office/drawing/2014/main" id="{0D3FB9F1-100C-4337-B24C-AED801ED4305}"/>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vl1pPr algn="l">
              <a:defRPr sz="1163" b="0">
                <a:solidFill>
                  <a:srgbClr val="526078"/>
                </a:solidFill>
                <a:latin typeface="Noto Sans JP"/>
                <a:ea typeface="Noto Sans JP"/>
                <a:cs typeface="Noto Sans JP"/>
              </a:defRPr>
            </a:lvl1pPr>
            <a:lvl2pPr algn="l">
              <a:defRPr sz="1163" b="0">
                <a:solidFill>
                  <a:srgbClr val="526078"/>
                </a:solidFill>
                <a:latin typeface="Noto Sans JP"/>
                <a:ea typeface="Noto Sans JP"/>
                <a:cs typeface="Noto Sans JP"/>
              </a:defRPr>
            </a:lvl2pPr>
            <a:lvl3pPr algn="l">
              <a:defRPr sz="1163" b="0">
                <a:solidFill>
                  <a:srgbClr val="526078"/>
                </a:solidFill>
                <a:latin typeface="Noto Sans JP"/>
                <a:ea typeface="Noto Sans JP"/>
                <a:cs typeface="Noto Sans JP"/>
              </a:defRPr>
            </a:lvl3pPr>
            <a:lvl4pPr algn="l">
              <a:defRPr sz="1163" b="0">
                <a:solidFill>
                  <a:srgbClr val="526078"/>
                </a:solidFill>
                <a:latin typeface="Noto Sans JP"/>
                <a:ea typeface="Noto Sans JP"/>
                <a:cs typeface="Noto Sans JP"/>
              </a:defRPr>
            </a:lvl4pPr>
            <a:lvl5pPr algn="l">
              <a:defRPr sz="1163" b="0">
                <a:solidFill>
                  <a:srgbClr val="526078"/>
                </a:solidFill>
                <a:latin typeface="Noto Sans JP"/>
                <a:ea typeface="Noto Sans JP"/>
                <a:cs typeface="Noto Sans JP"/>
              </a:defRPr>
            </a:lvl5pPr>
            <a:lvl6pPr algn="l">
              <a:defRPr sz="1163" b="0">
                <a:solidFill>
                  <a:srgbClr val="526078"/>
                </a:solidFill>
                <a:latin typeface="Noto Sans JP"/>
                <a:ea typeface="Noto Sans JP"/>
                <a:cs typeface="Noto Sans JP"/>
              </a:defRPr>
            </a:lvl6pPr>
            <a:lvl7pPr algn="l">
              <a:defRPr sz="1163" b="0">
                <a:solidFill>
                  <a:srgbClr val="526078"/>
                </a:solidFill>
                <a:latin typeface="Noto Sans JP"/>
                <a:ea typeface="Noto Sans JP"/>
                <a:cs typeface="Noto Sans JP"/>
              </a:defRPr>
            </a:lvl7pPr>
            <a:lvl8pPr algn="l">
              <a:defRPr sz="1163" b="0">
                <a:solidFill>
                  <a:srgbClr val="526078"/>
                </a:solidFill>
                <a:latin typeface="Noto Sans JP"/>
                <a:ea typeface="Noto Sans JP"/>
                <a:cs typeface="Noto Sans JP"/>
              </a:defRPr>
            </a:lvl8pPr>
            <a:lvl9pPr algn="l">
              <a:defRPr sz="1163" b="0">
                <a:solidFill>
                  <a:srgbClr val="526078"/>
                </a:solidFill>
                <a:latin typeface="Noto Sans JP"/>
                <a:ea typeface="Noto Sans JP"/>
                <a:cs typeface="Noto Sans JP"/>
              </a:defRPr>
            </a:lvl9pPr>
          </a:lstStyle>
          <a:p xmlns:a="http://schemas.openxmlformats.org/drawingml/2006/main">
            <a:pPr algn="l">
              <a:buNone/>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実掲載例：Global News Asia配信・Infoseek掲載（2026年8月7日）。</a:t>
            </a:r>
          </a:p>
          <a:p xmlns:a="http://schemas.openxmlformats.org/drawingml/2006/main">
            <a:pPr algn="l">
              <a:buNone/>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掲載先と取材・編集・配信元は区別します。掲載実績は媒体による品質の認定・推薦ではありません。</a:t>
            </a:r>
          </a:p>
        </p:txBody>
      </p:sp>
    </p:spTree>
    <p:extLst>
      <p:ext uri="{BB962C8B-B14F-4D97-AF65-F5344CB8AC3E}">
        <p14:creationId xmlns:p14="http://schemas.microsoft.com/office/powerpoint/2010/main" val="12803279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02  取材で引き出す情報">
            <a:extLst xmlns:a="http://schemas.openxmlformats.org/drawingml/2006/main">
              <a:ext uri="{FF2B5EF4-FFF2-40B4-BE49-F238E27FC236}">
                <a16:creationId xmlns:a16="http://schemas.microsoft.com/office/drawing/2014/main" id="{F28948AA-F3AA-4F61-AB08-4795375B501D}"/>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取材で引き出す情報</a:t>
            </a:r>
          </a:p>
        </p:txBody>
      </p:sp>
      <p:sp>
        <p:nvSpPr>
          <p:cNvPr id="2" name="プロが聞き取り、強みの背景と根拠まで記事に">
            <a:extLst xmlns:a="http://schemas.openxmlformats.org/drawingml/2006/main">
              <a:ext uri="{FF2B5EF4-FFF2-40B4-BE49-F238E27FC236}">
                <a16:creationId xmlns:a16="http://schemas.microsoft.com/office/drawing/2014/main" id="{01C7BC6B-69E4-4C94-8C4C-FEFBAB0D38F3}"/>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プロが聞き取り、強みの背景と根拠まで記事に</a:t>
            </a:r>
          </a:p>
        </p:txBody>
      </p:sp>
      <p:sp>
        <p:nvSpPr>
          <p:cNvPr id="3" name="">
            <a:extLst xmlns:a="http://schemas.openxmlformats.org/drawingml/2006/main">
              <a:ext uri="{FF2B5EF4-FFF2-40B4-BE49-F238E27FC236}">
                <a16:creationId xmlns:a16="http://schemas.microsoft.com/office/drawing/2014/main" id="{CCC862EA-57F2-4070-8653-361B1E2456F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C9147A4E-34C5-4BDF-97FF-A65412376194}"/>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09">
            <a:extLst xmlns:a="http://schemas.openxmlformats.org/drawingml/2006/main">
              <a:ext uri="{FF2B5EF4-FFF2-40B4-BE49-F238E27FC236}">
                <a16:creationId xmlns:a16="http://schemas.microsoft.com/office/drawing/2014/main" id="{13993D63-2E57-4CFE-BD07-8B8A6E9A7F13}"/>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09</a:t>
            </a:r>
          </a:p>
        </p:txBody>
      </p:sp>
      <p:pic>
        <p:nvPicPr>
          <p:cNvPr id="6" name="">
            <a:extLst xmlns:a="http://schemas.openxmlformats.org/drawingml/2006/main">
              <a:ext uri="{FF2B5EF4-FFF2-40B4-BE49-F238E27FC236}">
                <a16:creationId xmlns:a16="http://schemas.microsoft.com/office/drawing/2014/main" id="{A251AA59-7523-4235-B371-16889B59CBEF}"/>
              </a:ext>
            </a:extLst>
          </p:cNvPr>
          <p:cNvPicPr>
            <a:picLocks xmlns:a="http://schemas.openxmlformats.org/drawingml/2006/main" noChangeAspect="1"/>
          </p:cNvPicPr>
          <p:nvPr/>
        </p:nvPicPr>
        <p:blipFill>
          <a:blip xmlns:r="http://schemas.openxmlformats.org/officeDocument/2006/relationships" xmlns:a="http://schemas.openxmlformats.org/drawingml/2006/main" r:embed="Rf4941c1425474ada"/>
          <a:stretch xmlns:a="http://schemas.openxmlformats.org/drawingml/2006/main"/>
        </p:blipFill>
        <p:spPr>
          <a:xfrm xmlns:a="http://schemas.openxmlformats.org/drawingml/2006/main">
            <a:off x="609600" y="2313225"/>
            <a:ext cx="5048250" cy="2841150"/>
          </a:xfrm>
          <a:prstGeom xmlns:a="http://schemas.openxmlformats.org/drawingml/2006/main" prst="rect">
            <a:avLst/>
          </a:prstGeom>
        </p:spPr>
      </p:pic>
      <p:sp>
        <p:nvSpPr>
          <p:cNvPr id="7" name="Q1">
            <a:extLst xmlns:a="http://schemas.openxmlformats.org/drawingml/2006/main">
              <a:ext uri="{FF2B5EF4-FFF2-40B4-BE49-F238E27FC236}">
                <a16:creationId xmlns:a16="http://schemas.microsoft.com/office/drawing/2014/main" id="{50A52458-D887-489F-9A0F-1EAD5BA395D0}"/>
              </a:ext>
            </a:extLst>
          </p:cNvPr>
          <p:cNvSpPr>
            <a:spLocks xmlns:a="http://schemas.openxmlformats.org/drawingml/2006/main" noGrp="1"/>
          </p:cNvSpPr>
          <p:nvPr/>
        </p:nvSpPr>
        <p:spPr>
          <a:xfrm xmlns:a="http://schemas.openxmlformats.org/drawingml/2006/main">
            <a:off x="6267450" y="20288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Q1</a:t>
            </a:r>
          </a:p>
        </p:txBody>
      </p:sp>
      <p:sp>
        <p:nvSpPr>
          <p:cNvPr id="8" name="誰の、どんな課題に応えるか">
            <a:extLst xmlns:a="http://schemas.openxmlformats.org/drawingml/2006/main">
              <a:ext uri="{FF2B5EF4-FFF2-40B4-BE49-F238E27FC236}">
                <a16:creationId xmlns:a16="http://schemas.microsoft.com/office/drawing/2014/main" id="{D78C66BF-4557-4D69-BCD9-B31672ED6B66}"/>
              </a:ext>
            </a:extLst>
          </p:cNvPr>
          <p:cNvSpPr>
            <a:spLocks xmlns:a="http://schemas.openxmlformats.org/drawingml/2006/main" noGrp="1"/>
          </p:cNvSpPr>
          <p:nvPr/>
        </p:nvSpPr>
        <p:spPr>
          <a:xfrm xmlns:a="http://schemas.openxmlformats.org/drawingml/2006/main">
            <a:off x="6972300" y="2028825"/>
            <a:ext cx="461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誰の、どんな課題に応えるか</a:t>
            </a:r>
          </a:p>
        </p:txBody>
      </p:sp>
      <p:sp>
        <p:nvSpPr>
          <p:cNvPr id="9" name="お客様の困りごとと、提供する価値。">
            <a:extLst xmlns:a="http://schemas.openxmlformats.org/drawingml/2006/main">
              <a:ext uri="{FF2B5EF4-FFF2-40B4-BE49-F238E27FC236}">
                <a16:creationId xmlns:a16="http://schemas.microsoft.com/office/drawing/2014/main" id="{D75AA39F-59C1-45B5-A75F-C4CF906656BA}"/>
              </a:ext>
            </a:extLst>
          </p:cNvPr>
          <p:cNvSpPr>
            <a:spLocks xmlns:a="http://schemas.openxmlformats.org/drawingml/2006/main" noGrp="1"/>
          </p:cNvSpPr>
          <p:nvPr/>
        </p:nvSpPr>
        <p:spPr>
          <a:xfrm xmlns:a="http://schemas.openxmlformats.org/drawingml/2006/main">
            <a:off x="6972300" y="2533650"/>
            <a:ext cx="4610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お客様の困りごとと、提供する価値。</a:t>
            </a:r>
          </a:p>
        </p:txBody>
      </p:sp>
      <p:sp>
        <p:nvSpPr>
          <p:cNvPr id="10" name="Q2">
            <a:extLst xmlns:a="http://schemas.openxmlformats.org/drawingml/2006/main">
              <a:ext uri="{FF2B5EF4-FFF2-40B4-BE49-F238E27FC236}">
                <a16:creationId xmlns:a16="http://schemas.microsoft.com/office/drawing/2014/main" id="{986B8D93-A47C-483B-BA74-D3849E68C401}"/>
              </a:ext>
            </a:extLst>
          </p:cNvPr>
          <p:cNvSpPr>
            <a:spLocks xmlns:a="http://schemas.openxmlformats.org/drawingml/2006/main" noGrp="1"/>
          </p:cNvSpPr>
          <p:nvPr/>
        </p:nvSpPr>
        <p:spPr>
          <a:xfrm xmlns:a="http://schemas.openxmlformats.org/drawingml/2006/main">
            <a:off x="6267450" y="3257550"/>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Q2</a:t>
            </a:r>
          </a:p>
        </p:txBody>
      </p:sp>
      <p:sp>
        <p:nvSpPr>
          <p:cNvPr id="11" name="なぜ、その方法を選んだか">
            <a:extLst xmlns:a="http://schemas.openxmlformats.org/drawingml/2006/main">
              <a:ext uri="{FF2B5EF4-FFF2-40B4-BE49-F238E27FC236}">
                <a16:creationId xmlns:a16="http://schemas.microsoft.com/office/drawing/2014/main" id="{A86212C0-C555-4B5E-BDBD-DD8BE525BABB}"/>
              </a:ext>
            </a:extLst>
          </p:cNvPr>
          <p:cNvSpPr>
            <a:spLocks xmlns:a="http://schemas.openxmlformats.org/drawingml/2006/main" noGrp="1"/>
          </p:cNvSpPr>
          <p:nvPr/>
        </p:nvSpPr>
        <p:spPr>
          <a:xfrm xmlns:a="http://schemas.openxmlformats.org/drawingml/2006/main">
            <a:off x="6972300" y="3257550"/>
            <a:ext cx="461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なぜ、その方法を選んだか</a:t>
            </a:r>
          </a:p>
        </p:txBody>
      </p:sp>
      <p:sp>
        <p:nvSpPr>
          <p:cNvPr id="12" name="工夫・判断の理由・大切にする姿勢。">
            <a:extLst xmlns:a="http://schemas.openxmlformats.org/drawingml/2006/main">
              <a:ext uri="{FF2B5EF4-FFF2-40B4-BE49-F238E27FC236}">
                <a16:creationId xmlns:a16="http://schemas.microsoft.com/office/drawing/2014/main" id="{09E37442-D6CF-42DD-AD61-1B34972583F7}"/>
              </a:ext>
            </a:extLst>
          </p:cNvPr>
          <p:cNvSpPr>
            <a:spLocks xmlns:a="http://schemas.openxmlformats.org/drawingml/2006/main" noGrp="1"/>
          </p:cNvSpPr>
          <p:nvPr/>
        </p:nvSpPr>
        <p:spPr>
          <a:xfrm xmlns:a="http://schemas.openxmlformats.org/drawingml/2006/main">
            <a:off x="6972300" y="3762375"/>
            <a:ext cx="4610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工夫・判断の理由・大切にする姿勢。</a:t>
            </a:r>
          </a:p>
        </p:txBody>
      </p:sp>
      <p:sp>
        <p:nvSpPr>
          <p:cNvPr id="13" name="Q3">
            <a:extLst xmlns:a="http://schemas.openxmlformats.org/drawingml/2006/main">
              <a:ext uri="{FF2B5EF4-FFF2-40B4-BE49-F238E27FC236}">
                <a16:creationId xmlns:a16="http://schemas.microsoft.com/office/drawing/2014/main" id="{EF787316-F893-4B6F-887B-E29868CB0114}"/>
              </a:ext>
            </a:extLst>
          </p:cNvPr>
          <p:cNvSpPr>
            <a:spLocks xmlns:a="http://schemas.openxmlformats.org/drawingml/2006/main" noGrp="1"/>
          </p:cNvSpPr>
          <p:nvPr/>
        </p:nvSpPr>
        <p:spPr>
          <a:xfrm xmlns:a="http://schemas.openxmlformats.org/drawingml/2006/main">
            <a:off x="6267450" y="44862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Q3</a:t>
            </a:r>
          </a:p>
        </p:txBody>
      </p:sp>
      <p:sp>
        <p:nvSpPr>
          <p:cNvPr id="14" name="どんな経験が、今につながるか">
            <a:extLst xmlns:a="http://schemas.openxmlformats.org/drawingml/2006/main">
              <a:ext uri="{FF2B5EF4-FFF2-40B4-BE49-F238E27FC236}">
                <a16:creationId xmlns:a16="http://schemas.microsoft.com/office/drawing/2014/main" id="{5575F961-3CD0-4453-9FE8-37459B07CD0A}"/>
              </a:ext>
            </a:extLst>
          </p:cNvPr>
          <p:cNvSpPr>
            <a:spLocks xmlns:a="http://schemas.openxmlformats.org/drawingml/2006/main" noGrp="1"/>
          </p:cNvSpPr>
          <p:nvPr/>
        </p:nvSpPr>
        <p:spPr>
          <a:xfrm xmlns:a="http://schemas.openxmlformats.org/drawingml/2006/main">
            <a:off x="6972300" y="4486275"/>
            <a:ext cx="461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どんな経験が、今につながるか</a:t>
            </a:r>
          </a:p>
        </p:txBody>
      </p:sp>
      <p:sp>
        <p:nvSpPr>
          <p:cNvPr id="15" name="創業の背景と、積み重ねた強み。">
            <a:extLst xmlns:a="http://schemas.openxmlformats.org/drawingml/2006/main">
              <a:ext uri="{FF2B5EF4-FFF2-40B4-BE49-F238E27FC236}">
                <a16:creationId xmlns:a16="http://schemas.microsoft.com/office/drawing/2014/main" id="{1F95A9D3-5DA2-4F1B-A7F7-E0D48063BB50}"/>
              </a:ext>
            </a:extLst>
          </p:cNvPr>
          <p:cNvSpPr>
            <a:spLocks xmlns:a="http://schemas.openxmlformats.org/drawingml/2006/main" noGrp="1"/>
          </p:cNvSpPr>
          <p:nvPr/>
        </p:nvSpPr>
        <p:spPr>
          <a:xfrm xmlns:a="http://schemas.openxmlformats.org/drawingml/2006/main">
            <a:off x="6972300" y="4991100"/>
            <a:ext cx="46101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創業の背景と、積み重ねた強み。</a:t>
            </a:r>
          </a:p>
        </p:txBody>
      </p:sp>
      <p:sp>
        <p:nvSpPr>
          <p:cNvPr id="16" name="公開できる事例・資料・写真に加え、数字の対象・期間・根拠、氏名や画像の利用範囲も確認します">
            <a:extLst xmlns:a="http://schemas.openxmlformats.org/drawingml/2006/main">
              <a:ext uri="{FF2B5EF4-FFF2-40B4-BE49-F238E27FC236}">
                <a16:creationId xmlns:a16="http://schemas.microsoft.com/office/drawing/2014/main" id="{8D874207-5570-428A-94F5-DFCDC37D1778}"/>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公開できる事例・資料・写真に加え、数字の対象・期間・根拠、氏名や画像の利用範囲も確認します。</a:t>
            </a:r>
          </a:p>
        </p:txBody>
      </p:sp>
    </p:spTree>
    <p:extLst>
      <p:ext uri="{BB962C8B-B14F-4D97-AF65-F5344CB8AC3E}">
        <p14:creationId xmlns:p14="http://schemas.microsoft.com/office/powerpoint/2010/main" val="12990507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02  発表を記事にする具体例">
            <a:extLst xmlns:a="http://schemas.openxmlformats.org/drawingml/2006/main">
              <a:ext uri="{FF2B5EF4-FFF2-40B4-BE49-F238E27FC236}">
                <a16:creationId xmlns:a16="http://schemas.microsoft.com/office/drawing/2014/main" id="{B4C0141C-C271-4997-B9D7-912F063BF4F9}"/>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発表を記事にする具体例</a:t>
            </a:r>
          </a:p>
        </p:txBody>
      </p:sp>
      <p:sp>
        <p:nvSpPr>
          <p:cNvPr id="2" name="機能の紹介から、選ばれる理由が伝わる記事へ">
            <a:extLst xmlns:a="http://schemas.openxmlformats.org/drawingml/2006/main">
              <a:ext uri="{FF2B5EF4-FFF2-40B4-BE49-F238E27FC236}">
                <a16:creationId xmlns:a16="http://schemas.microsoft.com/office/drawing/2014/main" id="{CADE627C-0362-4F50-8400-50E4CF6052EC}"/>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機能の紹介から、選ばれる理由が伝わる記事へ</a:t>
            </a:r>
          </a:p>
        </p:txBody>
      </p:sp>
      <p:sp>
        <p:nvSpPr>
          <p:cNvPr id="3" name="">
            <a:extLst xmlns:a="http://schemas.openxmlformats.org/drawingml/2006/main">
              <a:ext uri="{FF2B5EF4-FFF2-40B4-BE49-F238E27FC236}">
                <a16:creationId xmlns:a16="http://schemas.microsoft.com/office/drawing/2014/main" id="{5CF56053-7AC8-4665-91D3-055E12C3F14D}"/>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4980CB83-251A-4E80-9CD3-3E70E3A96FD0}"/>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10">
            <a:extLst xmlns:a="http://schemas.openxmlformats.org/drawingml/2006/main">
              <a:ext uri="{FF2B5EF4-FFF2-40B4-BE49-F238E27FC236}">
                <a16:creationId xmlns:a16="http://schemas.microsoft.com/office/drawing/2014/main" id="{F5060777-00B3-4519-B597-2732B0888E44}"/>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10</a:t>
            </a:r>
          </a:p>
        </p:txBody>
      </p:sp>
      <p:graphicFrame>
        <p:nvGraphicFramePr>
          <p:cNvPr id="6" name="">
            <a:extLst xmlns:a="http://schemas.openxmlformats.org/drawingml/2006/main">
              <a:ext uri="{FF2B5EF4-FFF2-40B4-BE49-F238E27FC236}">
                <a16:creationId xmlns:a16="http://schemas.microsoft.com/office/drawing/2014/main" id="{CFEC7F70-DA95-422A-B4BF-026AF1ACDA31}"/>
              </a:ext>
            </a:extLst>
          </p:cNvPr>
          <p:cNvGraphicFramePr/>
          <p:nvPr/>
        </p:nvGraphicFramePr>
        <p:xfrm>
          <a:off xmlns:a="http://schemas.openxmlformats.org/drawingml/2006/main" x="609600" y="1952625"/>
          <a:ext xmlns:a="http://schemas.openxmlformats.org/drawingml/2006/main" cx="10972800" cy="3571875"/>
        </p:xfrm>
        <a:graphic xmlns:a="http://schemas.openxmlformats.org/drawingml/2006/main">
          <a:graphicData uri="http://schemas.openxmlformats.org/drawingml/2006/table">
            <a:tbl>
              <a:tblPr firstRow="0" bandRow="0"/>
              <a:tblGrid>
                <a:gridCol w="2095500"/>
                <a:gridCol w="4438650"/>
                <a:gridCol w="4438650"/>
              </a:tblGrid>
              <a:tr h="714375">
                <a:tc>
                  <a:txBody>
                    <a:bodyPr wrap="square" lIns="161925" tIns="85725" rIns="161925" bIns="85725">
                      <a:noAutofit/>
                    </a:bodyPr>
                    <a:lstStyle/>
                    <a:p>
                      <a:pPr algn="l"/>
                      <a:r>
                        <a:rPr sz="1650" b="1">
                          <a:solidFill>
                            <a:srgbClr val="FFFFFF"/>
                          </a:solidFill>
                          <a:latin typeface="Noto Sans JP"/>
                          <a:ea typeface="Noto Sans JP"/>
                          <a:cs typeface="Noto Sans JP"/>
                        </a:rPr>
                        <a:t>工程</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50" b="1">
                          <a:solidFill>
                            <a:srgbClr val="FFFFFF"/>
                          </a:solidFill>
                          <a:latin typeface="Noto Sans JP"/>
                          <a:ea typeface="Noto Sans JP"/>
                          <a:cs typeface="Noto Sans JP"/>
                        </a:rPr>
                        <a:t>確認する内容</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50" b="1">
                          <a:solidFill>
                            <a:srgbClr val="FFFFFF"/>
                          </a:solidFill>
                          <a:latin typeface="Noto Sans JP"/>
                          <a:ea typeface="Noto Sans JP"/>
                          <a:cs typeface="Noto Sans JP"/>
                        </a:rPr>
                        <a:t>記事で伝わること</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714375">
                <a:tc>
                  <a:txBody>
                    <a:bodyPr wrap="square" lIns="161925" tIns="85725" rIns="161925" bIns="85725">
                      <a:noAutofit/>
                    </a:bodyPr>
                    <a:lstStyle/>
                    <a:p>
                      <a:pPr algn="l"/>
                      <a:r>
                        <a:rPr sz="1650" b="1">
                          <a:solidFill>
                            <a:srgbClr val="172943"/>
                          </a:solidFill>
                          <a:latin typeface="Noto Sans JP"/>
                          <a:ea typeface="Noto Sans JP"/>
                          <a:cs typeface="Noto Sans JP"/>
                        </a:rPr>
                        <a:t>会社の発表</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予約管理サービスを提供開始</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機能・開始日・対象者</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14375">
                <a:tc>
                  <a:txBody>
                    <a:bodyPr wrap="square" lIns="161925" tIns="85725" rIns="161925" bIns="85725">
                      <a:noAutofit/>
                    </a:bodyPr>
                    <a:lstStyle/>
                    <a:p>
                      <a:pPr algn="l"/>
                      <a:r>
                        <a:rPr sz="1650" b="1">
                          <a:solidFill>
                            <a:srgbClr val="172943"/>
                          </a:solidFill>
                          <a:latin typeface="Noto Sans JP"/>
                          <a:ea typeface="Noto Sans JP"/>
                          <a:cs typeface="Noto Sans JP"/>
                        </a:rPr>
                        <a:t>プロの取材</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電話対応の負担を減らしたかった</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開発のきっかけ・解決する課題</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714375">
                <a:tc>
                  <a:txBody>
                    <a:bodyPr wrap="square" lIns="161925" tIns="85725" rIns="161925" bIns="85725">
                      <a:noAutofit/>
                    </a:bodyPr>
                    <a:lstStyle/>
                    <a:p>
                      <a:pPr algn="l"/>
                      <a:r>
                        <a:rPr sz="1650" b="1">
                          <a:solidFill>
                            <a:srgbClr val="172943"/>
                          </a:solidFill>
                          <a:latin typeface="Noto Sans JP"/>
                          <a:ea typeface="Noto Sans JP"/>
                          <a:cs typeface="Noto Sans JP"/>
                        </a:rPr>
                        <a:t>根拠の確認</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予約の流れを資料と実画面で確認</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具体的な仕組み・利用の条件</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14375">
                <a:tc>
                  <a:txBody>
                    <a:bodyPr wrap="square" lIns="161925" tIns="85725" rIns="161925" bIns="85725">
                      <a:noAutofit/>
                    </a:bodyPr>
                    <a:lstStyle/>
                    <a:p>
                      <a:pPr algn="l"/>
                      <a:r>
                        <a:rPr sz="1650" b="1">
                          <a:solidFill>
                            <a:srgbClr val="172943"/>
                          </a:solidFill>
                          <a:latin typeface="Noto Sans JP"/>
                          <a:ea typeface="Noto Sans JP"/>
                          <a:cs typeface="Noto Sans JP"/>
                        </a:rPr>
                        <a:t>記事に整理</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店舗の課題から生まれたサービス</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背景と機能を合わせた選ぶ理由</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bl>
          </a:graphicData>
        </a:graphic>
      </p:graphicFrame>
      <p:sp>
        <p:nvSpPr>
          <p:cNvPr id="7" name="説明用の架空例です。取材記事は、実際の取材内容と確認できる根拠に基づいて制作します。">
            <a:extLst xmlns:a="http://schemas.openxmlformats.org/drawingml/2006/main">
              <a:ext uri="{FF2B5EF4-FFF2-40B4-BE49-F238E27FC236}">
                <a16:creationId xmlns:a16="http://schemas.microsoft.com/office/drawing/2014/main" id="{557F278F-56B0-4D54-9752-0C94A2C9E1E0}"/>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説明用の架空例です。取材記事は、実際の取材内容と確認できる根拠に基づいて制作します。</a:t>
            </a:r>
          </a:p>
        </p:txBody>
      </p:sp>
    </p:spTree>
    <p:extLst>
      <p:ext uri="{BB962C8B-B14F-4D97-AF65-F5344CB8AC3E}">
        <p14:creationId xmlns:p14="http://schemas.microsoft.com/office/powerpoint/2010/main" val="7863127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02  プレスリリース配信との違い">
            <a:extLst xmlns:a="http://schemas.openxmlformats.org/drawingml/2006/main">
              <a:ext uri="{FF2B5EF4-FFF2-40B4-BE49-F238E27FC236}">
                <a16:creationId xmlns:a16="http://schemas.microsoft.com/office/drawing/2014/main" id="{A2B17A4A-5E60-4EA6-B70E-9B5CE6C306A9}"/>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buNone/>
              <a:defRPr sz="1275" b="1">
                <a:solidFill>
                  <a:srgbClr val="A78025"/>
                </a:solidFill>
                <a:latin typeface="Noto Sans JP"/>
                <a:ea typeface="Noto Sans JP"/>
                <a:cs typeface="Noto Sans JP"/>
              </a:defRPr>
            </a:lvl1pPr>
            <a:lvl2pPr algn="l">
              <a:buNone/>
              <a:defRPr sz="1275" b="1">
                <a:solidFill>
                  <a:srgbClr val="A78025"/>
                </a:solidFill>
                <a:latin typeface="Noto Sans JP"/>
                <a:ea typeface="Noto Sans JP"/>
                <a:cs typeface="Noto Sans JP"/>
              </a:defRPr>
            </a:lvl2pPr>
            <a:lvl3pPr algn="l">
              <a:buNone/>
              <a:defRPr sz="1275" b="1">
                <a:solidFill>
                  <a:srgbClr val="A78025"/>
                </a:solidFill>
                <a:latin typeface="Noto Sans JP"/>
                <a:ea typeface="Noto Sans JP"/>
                <a:cs typeface="Noto Sans JP"/>
              </a:defRPr>
            </a:lvl3pPr>
            <a:lvl4pPr algn="l">
              <a:buNone/>
              <a:defRPr sz="1275" b="1">
                <a:solidFill>
                  <a:srgbClr val="A78025"/>
                </a:solidFill>
                <a:latin typeface="Noto Sans JP"/>
                <a:ea typeface="Noto Sans JP"/>
                <a:cs typeface="Noto Sans JP"/>
              </a:defRPr>
            </a:lvl4pPr>
            <a:lvl5pPr algn="l">
              <a:buNone/>
              <a:defRPr sz="1275" b="1">
                <a:solidFill>
                  <a:srgbClr val="A78025"/>
                </a:solidFill>
                <a:latin typeface="Noto Sans JP"/>
                <a:ea typeface="Noto Sans JP"/>
                <a:cs typeface="Noto Sans JP"/>
              </a:defRPr>
            </a:lvl5pPr>
            <a:lvl6pPr algn="l">
              <a:buNone/>
              <a:defRPr sz="1275" b="1">
                <a:solidFill>
                  <a:srgbClr val="A78025"/>
                </a:solidFill>
                <a:latin typeface="Noto Sans JP"/>
                <a:ea typeface="Noto Sans JP"/>
                <a:cs typeface="Noto Sans JP"/>
              </a:defRPr>
            </a:lvl6pPr>
            <a:lvl7pPr algn="l">
              <a:buNone/>
              <a:defRPr sz="1275" b="1">
                <a:solidFill>
                  <a:srgbClr val="A78025"/>
                </a:solidFill>
                <a:latin typeface="Noto Sans JP"/>
                <a:ea typeface="Noto Sans JP"/>
                <a:cs typeface="Noto Sans JP"/>
              </a:defRPr>
            </a:lvl7pPr>
            <a:lvl8pPr algn="l">
              <a:buNone/>
              <a:defRPr sz="1275" b="1">
                <a:solidFill>
                  <a:srgbClr val="A78025"/>
                </a:solidFill>
                <a:latin typeface="Noto Sans JP"/>
                <a:ea typeface="Noto Sans JP"/>
                <a:cs typeface="Noto Sans JP"/>
              </a:defRPr>
            </a:lvl8pPr>
            <a:lvl9pPr algn="l">
              <a:buNone/>
              <a:defRPr sz="1275" b="1">
                <a:solidFill>
                  <a:srgbClr val="A78025"/>
                </a:solidFill>
                <a:latin typeface="Noto Sans JP"/>
                <a:ea typeface="Noto Sans JP"/>
                <a:cs typeface="Noto Sans JP"/>
              </a:defRPr>
            </a:lvl9pPr>
          </a:lstStyle>
          <a:p xmlns:a="http://schemas.openxmlformats.org/drawingml/2006/main">
            <a:pPr algn="l">
              <a:buNone/>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原文転載と、取材ニュースの掲載</a:t>
            </a:r>
          </a:p>
        </p:txBody>
      </p:sp>
      <p:sp>
        <p:nvSpPr>
          <p:cNvPr id="2" name="発表原稿の配信と、取材記事の制作は工程が違う">
            <a:extLst xmlns:a="http://schemas.openxmlformats.org/drawingml/2006/main">
              <a:ext uri="{FF2B5EF4-FFF2-40B4-BE49-F238E27FC236}">
                <a16:creationId xmlns:a16="http://schemas.microsoft.com/office/drawing/2014/main" id="{13022E9D-B919-4492-AB7B-697E501AF4EB}"/>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2E65"/>
                </a:solidFill>
                <a:latin typeface="Noto Sans JP"/>
                <a:ea typeface="Noto Sans JP"/>
                <a:cs typeface="Noto Sans JP"/>
              </a:defRPr>
            </a:defPPr>
            <a:lvl1pPr algn="l">
              <a:buNone/>
              <a:defRPr sz="3000" b="1">
                <a:solidFill>
                  <a:srgbClr val="182E65"/>
                </a:solidFill>
                <a:latin typeface="Noto Sans JP"/>
                <a:ea typeface="Noto Sans JP"/>
                <a:cs typeface="Noto Sans JP"/>
              </a:defRPr>
            </a:lvl1pPr>
            <a:lvl2pPr algn="l">
              <a:buNone/>
              <a:defRPr sz="3000" b="1">
                <a:solidFill>
                  <a:srgbClr val="182E65"/>
                </a:solidFill>
                <a:latin typeface="Noto Sans JP"/>
                <a:ea typeface="Noto Sans JP"/>
                <a:cs typeface="Noto Sans JP"/>
              </a:defRPr>
            </a:lvl2pPr>
            <a:lvl3pPr algn="l">
              <a:buNone/>
              <a:defRPr sz="3000" b="1">
                <a:solidFill>
                  <a:srgbClr val="182E65"/>
                </a:solidFill>
                <a:latin typeface="Noto Sans JP"/>
                <a:ea typeface="Noto Sans JP"/>
                <a:cs typeface="Noto Sans JP"/>
              </a:defRPr>
            </a:lvl3pPr>
            <a:lvl4pPr algn="l">
              <a:buNone/>
              <a:defRPr sz="3000" b="1">
                <a:solidFill>
                  <a:srgbClr val="182E65"/>
                </a:solidFill>
                <a:latin typeface="Noto Sans JP"/>
                <a:ea typeface="Noto Sans JP"/>
                <a:cs typeface="Noto Sans JP"/>
              </a:defRPr>
            </a:lvl4pPr>
            <a:lvl5pPr algn="l">
              <a:buNone/>
              <a:defRPr sz="3000" b="1">
                <a:solidFill>
                  <a:srgbClr val="182E65"/>
                </a:solidFill>
                <a:latin typeface="Noto Sans JP"/>
                <a:ea typeface="Noto Sans JP"/>
                <a:cs typeface="Noto Sans JP"/>
              </a:defRPr>
            </a:lvl5pPr>
            <a:lvl6pPr algn="l">
              <a:buNone/>
              <a:defRPr sz="3000" b="1">
                <a:solidFill>
                  <a:srgbClr val="182E65"/>
                </a:solidFill>
                <a:latin typeface="Noto Sans JP"/>
                <a:ea typeface="Noto Sans JP"/>
                <a:cs typeface="Noto Sans JP"/>
              </a:defRPr>
            </a:lvl6pPr>
            <a:lvl7pPr algn="l">
              <a:buNone/>
              <a:defRPr sz="3000" b="1">
                <a:solidFill>
                  <a:srgbClr val="182E65"/>
                </a:solidFill>
                <a:latin typeface="Noto Sans JP"/>
                <a:ea typeface="Noto Sans JP"/>
                <a:cs typeface="Noto Sans JP"/>
              </a:defRPr>
            </a:lvl7pPr>
            <a:lvl8pPr algn="l">
              <a:buNone/>
              <a:defRPr sz="3000" b="1">
                <a:solidFill>
                  <a:srgbClr val="182E65"/>
                </a:solidFill>
                <a:latin typeface="Noto Sans JP"/>
                <a:ea typeface="Noto Sans JP"/>
                <a:cs typeface="Noto Sans JP"/>
              </a:defRPr>
            </a:lvl8pPr>
            <a:lvl9pPr algn="l">
              <a:buNone/>
              <a:defRPr sz="3000" b="1">
                <a:solidFill>
                  <a:srgbClr val="182E65"/>
                </a:solidFill>
                <a:latin typeface="Noto Sans JP"/>
                <a:ea typeface="Noto Sans JP"/>
                <a:cs typeface="Noto Sans JP"/>
              </a:defRPr>
            </a:lvl9pPr>
          </a:lstStyle>
          <a:p xmlns:a="http://schemas.openxmlformats.org/drawingml/2006/main">
            <a:pPr algn="l">
              <a:buNone/>
              <a:defRPr sz="3000" b="1">
                <a:solidFill>
                  <a:srgbClr val="182E65"/>
                </a:solidFill>
                <a:latin typeface="Noto Sans JP"/>
                <a:ea typeface="Noto Sans JP"/>
                <a:cs typeface="Noto Sans JP"/>
              </a:defRPr>
            </a:pPr>
            <a:r>
              <a:rPr sz="3000" b="1">
                <a:solidFill>
                  <a:srgbClr val="182E65"/>
                </a:solidFill>
                <a:latin typeface="Noto Sans JP"/>
                <a:ea typeface="Noto Sans JP"/>
                <a:cs typeface="Noto Sans JP"/>
              </a:rPr>
              <a:t>企業発表のPR枠と、取材ニュースの掲載枠は違う</a:t>
            </a:r>
          </a:p>
        </p:txBody>
      </p:sp>
      <p:sp>
        <p:nvSpPr>
          <p:cNvPr id="3" name="">
            <a:extLst xmlns:a="http://schemas.openxmlformats.org/drawingml/2006/main">
              <a:ext uri="{FF2B5EF4-FFF2-40B4-BE49-F238E27FC236}">
                <a16:creationId xmlns:a16="http://schemas.microsoft.com/office/drawing/2014/main" id="{F3CC13BF-F801-4246-A075-E6E4DF043BB2}"/>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A1CE5BAF-82E5-4556-A7FF-2D53A7E7641E}"/>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buNone/>
              <a:defRPr sz="975" b="0">
                <a:solidFill>
                  <a:srgbClr val="526078"/>
                </a:solidFill>
                <a:latin typeface="Noto Sans JP"/>
                <a:ea typeface="Noto Sans JP"/>
                <a:cs typeface="Noto Sans JP"/>
              </a:defRPr>
            </a:lvl1pPr>
            <a:lvl2pPr algn="l">
              <a:buNone/>
              <a:defRPr sz="975" b="0">
                <a:solidFill>
                  <a:srgbClr val="526078"/>
                </a:solidFill>
                <a:latin typeface="Noto Sans JP"/>
                <a:ea typeface="Noto Sans JP"/>
                <a:cs typeface="Noto Sans JP"/>
              </a:defRPr>
            </a:lvl2pPr>
            <a:lvl3pPr algn="l">
              <a:buNone/>
              <a:defRPr sz="975" b="0">
                <a:solidFill>
                  <a:srgbClr val="526078"/>
                </a:solidFill>
                <a:latin typeface="Noto Sans JP"/>
                <a:ea typeface="Noto Sans JP"/>
                <a:cs typeface="Noto Sans JP"/>
              </a:defRPr>
            </a:lvl3pPr>
            <a:lvl4pPr algn="l">
              <a:buNone/>
              <a:defRPr sz="975" b="0">
                <a:solidFill>
                  <a:srgbClr val="526078"/>
                </a:solidFill>
                <a:latin typeface="Noto Sans JP"/>
                <a:ea typeface="Noto Sans JP"/>
                <a:cs typeface="Noto Sans JP"/>
              </a:defRPr>
            </a:lvl4pPr>
            <a:lvl5pPr algn="l">
              <a:buNone/>
              <a:defRPr sz="975" b="0">
                <a:solidFill>
                  <a:srgbClr val="526078"/>
                </a:solidFill>
                <a:latin typeface="Noto Sans JP"/>
                <a:ea typeface="Noto Sans JP"/>
                <a:cs typeface="Noto Sans JP"/>
              </a:defRPr>
            </a:lvl5pPr>
            <a:lvl6pPr algn="l">
              <a:buNone/>
              <a:defRPr sz="975" b="0">
                <a:solidFill>
                  <a:srgbClr val="526078"/>
                </a:solidFill>
                <a:latin typeface="Noto Sans JP"/>
                <a:ea typeface="Noto Sans JP"/>
                <a:cs typeface="Noto Sans JP"/>
              </a:defRPr>
            </a:lvl6pPr>
            <a:lvl7pPr algn="l">
              <a:buNone/>
              <a:defRPr sz="975" b="0">
                <a:solidFill>
                  <a:srgbClr val="526078"/>
                </a:solidFill>
                <a:latin typeface="Noto Sans JP"/>
                <a:ea typeface="Noto Sans JP"/>
                <a:cs typeface="Noto Sans JP"/>
              </a:defRPr>
            </a:lvl7pPr>
            <a:lvl8pPr algn="l">
              <a:buNone/>
              <a:defRPr sz="975" b="0">
                <a:solidFill>
                  <a:srgbClr val="526078"/>
                </a:solidFill>
                <a:latin typeface="Noto Sans JP"/>
                <a:ea typeface="Noto Sans JP"/>
                <a:cs typeface="Noto Sans JP"/>
              </a:defRPr>
            </a:lvl8pPr>
            <a:lvl9pPr algn="l">
              <a:buNone/>
              <a:defRPr sz="975" b="0">
                <a:solidFill>
                  <a:srgbClr val="526078"/>
                </a:solidFill>
                <a:latin typeface="Noto Sans JP"/>
                <a:ea typeface="Noto Sans JP"/>
                <a:cs typeface="Noto Sans JP"/>
              </a:defRPr>
            </a:lvl9pPr>
          </a:lstStyle>
          <a:p xmlns:a="http://schemas.openxmlformats.org/drawingml/2006/main">
            <a:pPr algn="l">
              <a:buNone/>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11">
            <a:extLst xmlns:a="http://schemas.openxmlformats.org/drawingml/2006/main">
              <a:ext uri="{FF2B5EF4-FFF2-40B4-BE49-F238E27FC236}">
                <a16:creationId xmlns:a16="http://schemas.microsoft.com/office/drawing/2014/main" id="{5A563253-FBE0-4D50-A41D-8962B90BB63D}"/>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buNone/>
              <a:defRPr sz="1350" b="1">
                <a:solidFill>
                  <a:srgbClr val="182E65"/>
                </a:solidFill>
                <a:latin typeface="Noto Sans JP"/>
                <a:ea typeface="Noto Sans JP"/>
                <a:cs typeface="Noto Sans JP"/>
              </a:defRPr>
            </a:lvl1pPr>
            <a:lvl2pPr algn="r">
              <a:buNone/>
              <a:defRPr sz="1350" b="1">
                <a:solidFill>
                  <a:srgbClr val="182E65"/>
                </a:solidFill>
                <a:latin typeface="Noto Sans JP"/>
                <a:ea typeface="Noto Sans JP"/>
                <a:cs typeface="Noto Sans JP"/>
              </a:defRPr>
            </a:lvl2pPr>
            <a:lvl3pPr algn="r">
              <a:buNone/>
              <a:defRPr sz="1350" b="1">
                <a:solidFill>
                  <a:srgbClr val="182E65"/>
                </a:solidFill>
                <a:latin typeface="Noto Sans JP"/>
                <a:ea typeface="Noto Sans JP"/>
                <a:cs typeface="Noto Sans JP"/>
              </a:defRPr>
            </a:lvl3pPr>
            <a:lvl4pPr algn="r">
              <a:buNone/>
              <a:defRPr sz="1350" b="1">
                <a:solidFill>
                  <a:srgbClr val="182E65"/>
                </a:solidFill>
                <a:latin typeface="Noto Sans JP"/>
                <a:ea typeface="Noto Sans JP"/>
                <a:cs typeface="Noto Sans JP"/>
              </a:defRPr>
            </a:lvl4pPr>
            <a:lvl5pPr algn="r">
              <a:buNone/>
              <a:defRPr sz="1350" b="1">
                <a:solidFill>
                  <a:srgbClr val="182E65"/>
                </a:solidFill>
                <a:latin typeface="Noto Sans JP"/>
                <a:ea typeface="Noto Sans JP"/>
                <a:cs typeface="Noto Sans JP"/>
              </a:defRPr>
            </a:lvl5pPr>
            <a:lvl6pPr algn="r">
              <a:buNone/>
              <a:defRPr sz="1350" b="1">
                <a:solidFill>
                  <a:srgbClr val="182E65"/>
                </a:solidFill>
                <a:latin typeface="Noto Sans JP"/>
                <a:ea typeface="Noto Sans JP"/>
                <a:cs typeface="Noto Sans JP"/>
              </a:defRPr>
            </a:lvl6pPr>
            <a:lvl7pPr algn="r">
              <a:buNone/>
              <a:defRPr sz="1350" b="1">
                <a:solidFill>
                  <a:srgbClr val="182E65"/>
                </a:solidFill>
                <a:latin typeface="Noto Sans JP"/>
                <a:ea typeface="Noto Sans JP"/>
                <a:cs typeface="Noto Sans JP"/>
              </a:defRPr>
            </a:lvl7pPr>
            <a:lvl8pPr algn="r">
              <a:buNone/>
              <a:defRPr sz="1350" b="1">
                <a:solidFill>
                  <a:srgbClr val="182E65"/>
                </a:solidFill>
                <a:latin typeface="Noto Sans JP"/>
                <a:ea typeface="Noto Sans JP"/>
                <a:cs typeface="Noto Sans JP"/>
              </a:defRPr>
            </a:lvl8pPr>
            <a:lvl9pPr algn="r">
              <a:buNone/>
              <a:defRPr sz="1350" b="1">
                <a:solidFill>
                  <a:srgbClr val="182E65"/>
                </a:solidFill>
                <a:latin typeface="Noto Sans JP"/>
                <a:ea typeface="Noto Sans JP"/>
                <a:cs typeface="Noto Sans JP"/>
              </a:defRPr>
            </a:lvl9pPr>
          </a:lstStyle>
          <a:p xmlns:a="http://schemas.openxmlformats.org/drawingml/2006/main">
            <a:pPr algn="r">
              <a:buNone/>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11</a:t>
            </a:r>
          </a:p>
        </p:txBody>
      </p:sp>
      <p:graphicFrame>
        <p:nvGraphicFramePr>
          <p:cNvPr id="6" name="">
            <a:extLst xmlns:a="http://schemas.openxmlformats.org/drawingml/2006/main">
              <a:ext uri="{FF2B5EF4-FFF2-40B4-BE49-F238E27FC236}">
                <a16:creationId xmlns:a16="http://schemas.microsoft.com/office/drawing/2014/main" id="{85C487D8-B0F8-4F04-B064-216B1CA4D311}"/>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firstRow="0" bandRow="0"/>
              <a:tblGrid>
                <a:gridCol w="2133600"/>
                <a:gridCol w="4419600"/>
                <a:gridCol w="4419600"/>
              </a:tblGrid>
              <a:tr h="723900">
                <a:tc>
                  <a:txBody>
                    <a:bodyPr wrap="square" lIns="161925" tIns="85725" rIns="161925" bIns="85725">
                      <a:noAutofit/>
                    </a:bodyPr>
                    <a:lstStyle/>
                    <a:p>
                      <a:pPr algn="l">
                        <a:buNone/>
                      </a:pPr>
                      <a:r>
                        <a:rPr sz="1650" b="1">
                          <a:solidFill>
                            <a:srgbClr val="FFFFFF"/>
                          </a:solidFill>
                          <a:latin typeface="Noto Sans JP"/>
                          <a:ea typeface="Noto Sans JP"/>
                          <a:cs typeface="Noto Sans JP"/>
                        </a:rPr>
                        <a:t>見る点</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buNone/>
                      </a:pPr>
                      <a:r>
                        <a:rPr sz="1650" b="1">
                          <a:solidFill>
                            <a:srgbClr val="FFFFFF"/>
                          </a:solidFill>
                          <a:latin typeface="Noto Sans JP"/>
                          <a:ea typeface="Noto Sans JP"/>
                          <a:cs typeface="Noto Sans JP"/>
                        </a:rPr>
                        <a:t>PR TIMES等の原文転載</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buNone/>
                      </a:pPr>
                      <a:r>
                        <a:rPr sz="1650" b="1">
                          <a:solidFill>
                            <a:srgbClr val="FFFFFF"/>
                          </a:solidFill>
                          <a:latin typeface="Noto Sans JP"/>
                          <a:ea typeface="Noto Sans JP"/>
                          <a:cs typeface="Noto Sans JP"/>
                        </a:rPr>
                        <a:t>メディくるの取材ニュース</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723900">
                <a:tc>
                  <a:txBody>
                    <a:bodyPr wrap="square" lIns="161925" tIns="85725" rIns="161925" bIns="85725">
                      <a:noAutofit/>
                    </a:bodyPr>
                    <a:lstStyle/>
                    <a:p>
                      <a:pPr algn="l">
                        <a:buNone/>
                      </a:pPr>
                      <a:r>
                        <a:rPr sz="1650" b="1">
                          <a:solidFill>
                            <a:srgbClr val="172943"/>
                          </a:solidFill>
                          <a:latin typeface="Noto Sans JP"/>
                          <a:ea typeface="Noto Sans JP"/>
                          <a:cs typeface="Noto Sans JP"/>
                        </a:rPr>
                        <a:t>掲載の場所</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buNone/>
                      </a:pPr>
                      <a:r>
                        <a:rPr sz="1650" b="0">
                          <a:solidFill>
                            <a:srgbClr val="172943"/>
                          </a:solidFill>
                          <a:latin typeface="Noto Sans JP"/>
                          <a:ea typeface="Noto Sans JP"/>
                          <a:cs typeface="Noto Sans JP"/>
                        </a:rPr>
                        <a:t>PR・プレスリリース欄</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buNone/>
                      </a:pPr>
                      <a:r>
                        <a:rPr sz="1650" b="0">
                          <a:solidFill>
                            <a:srgbClr val="172943"/>
                          </a:solidFill>
                          <a:latin typeface="Noto Sans JP"/>
                          <a:ea typeface="Noto Sans JP"/>
                          <a:cs typeface="Noto Sans JP"/>
                        </a:rPr>
                        <a:t>ニュース欄（取材・編集記事）</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23900">
                <a:tc>
                  <a:txBody>
                    <a:bodyPr wrap="square" lIns="161925" tIns="85725" rIns="161925" bIns="85725">
                      <a:noAutofit/>
                    </a:bodyPr>
                    <a:lstStyle/>
                    <a:p>
                      <a:pPr algn="l">
                        <a:buNone/>
                      </a:pPr>
                      <a:r>
                        <a:rPr sz="1650" b="1">
                          <a:solidFill>
                            <a:srgbClr val="172943"/>
                          </a:solidFill>
                          <a:latin typeface="Noto Sans JP"/>
                          <a:ea typeface="Noto Sans JP"/>
                          <a:cs typeface="Noto Sans JP"/>
                        </a:rPr>
                        <a:t>記事の作り方</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buNone/>
                      </a:pPr>
                      <a:r>
                        <a:rPr sz="1650" b="0">
                          <a:solidFill>
                            <a:srgbClr val="172943"/>
                          </a:solidFill>
                          <a:latin typeface="Noto Sans JP"/>
                          <a:ea typeface="Noto Sans JP"/>
                          <a:cs typeface="Noto Sans JP"/>
                        </a:rPr>
                        <a:t>企業が用意した発表原稿を転載</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buNone/>
                      </a:pPr>
                      <a:r>
                        <a:rPr sz="1650" b="0">
                          <a:solidFill>
                            <a:srgbClr val="172943"/>
                          </a:solidFill>
                          <a:latin typeface="Noto Sans JP"/>
                          <a:ea typeface="Noto Sans JP"/>
                          <a:cs typeface="Noto Sans JP"/>
                        </a:rPr>
                        <a:t>取材・根拠確認・編集を経て掲載</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723900">
                <a:tc>
                  <a:txBody>
                    <a:bodyPr wrap="square" lIns="161925" tIns="85725" rIns="161925" bIns="85725">
                      <a:noAutofit/>
                    </a:bodyPr>
                    <a:lstStyle/>
                    <a:p>
                      <a:pPr algn="l">
                        <a:buNone/>
                      </a:pPr>
                      <a:r>
                        <a:rPr sz="1650" b="1">
                          <a:solidFill>
                            <a:srgbClr val="172943"/>
                          </a:solidFill>
                          <a:latin typeface="Noto Sans JP"/>
                          <a:ea typeface="Noto Sans JP"/>
                          <a:cs typeface="Noto Sans JP"/>
                        </a:rPr>
                        <a:t>広告換算の区分</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buNone/>
                      </a:pPr>
                      <a:r>
                        <a:rPr sz="1650" b="0">
                          <a:solidFill>
                            <a:srgbClr val="172943"/>
                          </a:solidFill>
                          <a:latin typeface="Noto Sans JP"/>
                          <a:ea typeface="Noto Sans JP"/>
                          <a:cs typeface="Noto Sans JP"/>
                        </a:rPr>
                        <a:t>リリース原文転載として評価</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buNone/>
                      </a:pPr>
                      <a:r>
                        <a:rPr sz="1650" b="0">
                          <a:solidFill>
                            <a:srgbClr val="172943"/>
                          </a:solidFill>
                          <a:latin typeface="Noto Sans JP"/>
                          <a:ea typeface="Noto Sans JP"/>
                          <a:cs typeface="Noto Sans JP"/>
                        </a:rPr>
                        <a:t>編集記事・ニュース転載として評価</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23900">
                <a:tc>
                  <a:txBody>
                    <a:bodyPr wrap="square" lIns="161925" tIns="85725" rIns="161925" bIns="85725">
                      <a:noAutofit/>
                    </a:bodyPr>
                    <a:lstStyle/>
                    <a:p>
                      <a:pPr algn="l">
                        <a:buNone/>
                      </a:pPr>
                      <a:r>
                        <a:rPr sz="1650" b="1">
                          <a:solidFill>
                            <a:srgbClr val="172943"/>
                          </a:solidFill>
                          <a:latin typeface="Noto Sans JP"/>
                          <a:ea typeface="Noto Sans JP"/>
                          <a:cs typeface="Noto Sans JP"/>
                        </a:rPr>
                        <a:t>掲載後の訴求</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buNone/>
                      </a:pPr>
                      <a:r>
                        <a:rPr sz="1650" b="0">
                          <a:solidFill>
                            <a:srgbClr val="172943"/>
                          </a:solidFill>
                          <a:latin typeface="Noto Sans JP"/>
                          <a:ea typeface="Noto Sans JP"/>
                          <a:cs typeface="Noto Sans JP"/>
                        </a:rPr>
                        <a:t>企業発表の掲載として案内</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buNone/>
                      </a:pPr>
                      <a:r>
                        <a:rPr sz="1650" b="0">
                          <a:solidFill>
                            <a:srgbClr val="172943"/>
                          </a:solidFill>
                          <a:latin typeface="Noto Sans JP"/>
                          <a:ea typeface="Noto Sans JP"/>
                          <a:cs typeface="Noto Sans JP"/>
                        </a:rPr>
                        <a:t>取材・ニュース掲載実績として</a:t>
                      </a:r>
                    </a:p>
                    <a:p>
                      <a:pPr algn="ctr">
                        <a:buNone/>
                      </a:pPr>
                      <a:r>
                        <a:rPr sz="1650" b="0">
                          <a:solidFill>
                            <a:srgbClr val="172943"/>
                          </a:solidFill>
                          <a:latin typeface="Noto Sans JP"/>
                          <a:ea typeface="Noto Sans JP"/>
                          <a:cs typeface="Noto Sans JP"/>
                        </a:rPr>
                        <a:t>HP・LP・営業資料で活用</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bl>
          </a:graphicData>
        </a:graphic>
      </p:graphicFrame>
      <p:sp>
        <p:nvSpPr>
          <p:cNvPr id="7" name="サービスごとに範囲は異なります。プレスリリースから正式取材につながる場合もあります。&#10;ニュ">
            <a:extLst xmlns:a="http://schemas.openxmlformats.org/drawingml/2006/main">
              <a:ext uri="{FF2B5EF4-FFF2-40B4-BE49-F238E27FC236}">
                <a16:creationId xmlns:a16="http://schemas.microsoft.com/office/drawing/2014/main" id="{9B7D0314-5C4E-4A5A-ABD0-E6F714E4C965}"/>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vl1pPr algn="l">
              <a:buNone/>
              <a:defRPr sz="1163" b="0">
                <a:solidFill>
                  <a:srgbClr val="526078"/>
                </a:solidFill>
                <a:latin typeface="Noto Sans JP"/>
                <a:ea typeface="Noto Sans JP"/>
                <a:cs typeface="Noto Sans JP"/>
              </a:defRPr>
            </a:lvl1pPr>
            <a:lvl2pPr algn="l">
              <a:buNone/>
              <a:defRPr sz="1163" b="0">
                <a:solidFill>
                  <a:srgbClr val="526078"/>
                </a:solidFill>
                <a:latin typeface="Noto Sans JP"/>
                <a:ea typeface="Noto Sans JP"/>
                <a:cs typeface="Noto Sans JP"/>
              </a:defRPr>
            </a:lvl2pPr>
            <a:lvl3pPr algn="l">
              <a:buNone/>
              <a:defRPr sz="1163" b="0">
                <a:solidFill>
                  <a:srgbClr val="526078"/>
                </a:solidFill>
                <a:latin typeface="Noto Sans JP"/>
                <a:ea typeface="Noto Sans JP"/>
                <a:cs typeface="Noto Sans JP"/>
              </a:defRPr>
            </a:lvl3pPr>
            <a:lvl4pPr algn="l">
              <a:buNone/>
              <a:defRPr sz="1163" b="0">
                <a:solidFill>
                  <a:srgbClr val="526078"/>
                </a:solidFill>
                <a:latin typeface="Noto Sans JP"/>
                <a:ea typeface="Noto Sans JP"/>
                <a:cs typeface="Noto Sans JP"/>
              </a:defRPr>
            </a:lvl4pPr>
            <a:lvl5pPr algn="l">
              <a:buNone/>
              <a:defRPr sz="1163" b="0">
                <a:solidFill>
                  <a:srgbClr val="526078"/>
                </a:solidFill>
                <a:latin typeface="Noto Sans JP"/>
                <a:ea typeface="Noto Sans JP"/>
                <a:cs typeface="Noto Sans JP"/>
              </a:defRPr>
            </a:lvl5pPr>
            <a:lvl6pPr algn="l">
              <a:buNone/>
              <a:defRPr sz="1163" b="0">
                <a:solidFill>
                  <a:srgbClr val="526078"/>
                </a:solidFill>
                <a:latin typeface="Noto Sans JP"/>
                <a:ea typeface="Noto Sans JP"/>
                <a:cs typeface="Noto Sans JP"/>
              </a:defRPr>
            </a:lvl6pPr>
            <a:lvl7pPr algn="l">
              <a:buNone/>
              <a:defRPr sz="1163" b="0">
                <a:solidFill>
                  <a:srgbClr val="526078"/>
                </a:solidFill>
                <a:latin typeface="Noto Sans JP"/>
                <a:ea typeface="Noto Sans JP"/>
                <a:cs typeface="Noto Sans JP"/>
              </a:defRPr>
            </a:lvl7pPr>
            <a:lvl8pPr algn="l">
              <a:buNone/>
              <a:defRPr sz="1163" b="0">
                <a:solidFill>
                  <a:srgbClr val="526078"/>
                </a:solidFill>
                <a:latin typeface="Noto Sans JP"/>
                <a:ea typeface="Noto Sans JP"/>
                <a:cs typeface="Noto Sans JP"/>
              </a:defRPr>
            </a:lvl8pPr>
            <a:lvl9pPr algn="l">
              <a:buNone/>
              <a:defRPr sz="1163" b="0">
                <a:solidFill>
                  <a:srgbClr val="526078"/>
                </a:solidFill>
                <a:latin typeface="Noto Sans JP"/>
                <a:ea typeface="Noto Sans JP"/>
                <a:cs typeface="Noto Sans JP"/>
              </a:defRPr>
            </a:lvl9pPr>
          </a:lstStyle>
          <a:p xmlns:a="http://schemas.openxmlformats.org/drawingml/2006/main">
            <a:pPr algn="l">
              <a:buNone/>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比較対象はPR TIMES等の原文転載。プレスリリースをきっかけに独自取材へ進む場合もあります。</a:t>
            </a:r>
          </a:p>
          <a:p xmlns:a="http://schemas.openxmlformats.org/drawingml/2006/main">
            <a:pPr algn="l">
              <a:buNone/>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掲載欄だけで広告該当性を決めず、実際の編集関係を確認。ロゴ・記事等は各媒体の許諾範囲で利用します。</a:t>
            </a:r>
          </a:p>
        </p:txBody>
      </p:sp>
    </p:spTree>
    <p:extLst>
      <p:ext uri="{BB962C8B-B14F-4D97-AF65-F5344CB8AC3E}">
        <p14:creationId xmlns:p14="http://schemas.microsoft.com/office/powerpoint/2010/main" val="18532446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02  ニュース・第三者情報・AIの関係">
            <a:extLst xmlns:a="http://schemas.openxmlformats.org/drawingml/2006/main">
              <a:ext uri="{FF2B5EF4-FFF2-40B4-BE49-F238E27FC236}">
                <a16:creationId xmlns:a16="http://schemas.microsoft.com/office/drawing/2014/main" id="{A950F77D-AC0F-4C41-AD44-DA5E190972FB}"/>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buNone/>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ニュース・第三者情報・AIの関係</a:t>
            </a:r>
          </a:p>
        </p:txBody>
      </p:sp>
      <p:sp>
        <p:nvSpPr>
          <p:cNvPr id="2" name="正式ニュースを軸に、会社の情報を一貫させる">
            <a:extLst xmlns:a="http://schemas.openxmlformats.org/drawingml/2006/main">
              <a:ext uri="{FF2B5EF4-FFF2-40B4-BE49-F238E27FC236}">
                <a16:creationId xmlns:a16="http://schemas.microsoft.com/office/drawing/2014/main" id="{F0546181-8E78-4DF5-BD13-BD19A981404F}"/>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2E65"/>
                </a:solidFill>
                <a:latin typeface="Noto Sans JP"/>
                <a:ea typeface="Noto Sans JP"/>
                <a:cs typeface="Noto Sans JP"/>
              </a:defRPr>
            </a:defPPr>
            <a:lvl1pPr algn="l">
              <a:defRPr sz="3000" b="1">
                <a:solidFill>
                  <a:srgbClr val="182E65"/>
                </a:solidFill>
                <a:latin typeface="Noto Sans JP"/>
                <a:ea typeface="Noto Sans JP"/>
                <a:cs typeface="Noto Sans JP"/>
              </a:defRPr>
            </a:lvl1pPr>
            <a:lvl2pPr algn="l">
              <a:defRPr sz="3000" b="1">
                <a:solidFill>
                  <a:srgbClr val="182E65"/>
                </a:solidFill>
                <a:latin typeface="Noto Sans JP"/>
                <a:ea typeface="Noto Sans JP"/>
                <a:cs typeface="Noto Sans JP"/>
              </a:defRPr>
            </a:lvl2pPr>
            <a:lvl3pPr algn="l">
              <a:defRPr sz="3000" b="1">
                <a:solidFill>
                  <a:srgbClr val="182E65"/>
                </a:solidFill>
                <a:latin typeface="Noto Sans JP"/>
                <a:ea typeface="Noto Sans JP"/>
                <a:cs typeface="Noto Sans JP"/>
              </a:defRPr>
            </a:lvl3pPr>
            <a:lvl4pPr algn="l">
              <a:defRPr sz="3000" b="1">
                <a:solidFill>
                  <a:srgbClr val="182E65"/>
                </a:solidFill>
                <a:latin typeface="Noto Sans JP"/>
                <a:ea typeface="Noto Sans JP"/>
                <a:cs typeface="Noto Sans JP"/>
              </a:defRPr>
            </a:lvl4pPr>
            <a:lvl5pPr algn="l">
              <a:defRPr sz="3000" b="1">
                <a:solidFill>
                  <a:srgbClr val="182E65"/>
                </a:solidFill>
                <a:latin typeface="Noto Sans JP"/>
                <a:ea typeface="Noto Sans JP"/>
                <a:cs typeface="Noto Sans JP"/>
              </a:defRPr>
            </a:lvl5pPr>
            <a:lvl6pPr algn="l">
              <a:defRPr sz="3000" b="1">
                <a:solidFill>
                  <a:srgbClr val="182E65"/>
                </a:solidFill>
                <a:latin typeface="Noto Sans JP"/>
                <a:ea typeface="Noto Sans JP"/>
                <a:cs typeface="Noto Sans JP"/>
              </a:defRPr>
            </a:lvl6pPr>
            <a:lvl7pPr algn="l">
              <a:defRPr sz="3000" b="1">
                <a:solidFill>
                  <a:srgbClr val="182E65"/>
                </a:solidFill>
                <a:latin typeface="Noto Sans JP"/>
                <a:ea typeface="Noto Sans JP"/>
                <a:cs typeface="Noto Sans JP"/>
              </a:defRPr>
            </a:lvl7pPr>
            <a:lvl8pPr algn="l">
              <a:defRPr sz="3000" b="1">
                <a:solidFill>
                  <a:srgbClr val="182E65"/>
                </a:solidFill>
                <a:latin typeface="Noto Sans JP"/>
                <a:ea typeface="Noto Sans JP"/>
                <a:cs typeface="Noto Sans JP"/>
              </a:defRPr>
            </a:lvl8pPr>
            <a:lvl9pPr algn="l">
              <a:defRPr sz="3000" b="1">
                <a:solidFill>
                  <a:srgbClr val="182E65"/>
                </a:solidFill>
                <a:latin typeface="Noto Sans JP"/>
                <a:ea typeface="Noto Sans JP"/>
                <a:cs typeface="Noto Sans JP"/>
              </a:defRPr>
            </a:lvl9pPr>
          </a:lstStyle>
          <a:p xmlns:a="http://schemas.openxmlformats.org/drawingml/2006/main">
            <a:pPr algn="l">
              <a:buNone/>
              <a:defRPr sz="3000" b="1">
                <a:solidFill>
                  <a:srgbClr val="182E65"/>
                </a:solidFill>
                <a:latin typeface="Noto Sans JP"/>
                <a:ea typeface="Noto Sans JP"/>
                <a:cs typeface="Noto Sans JP"/>
              </a:defRPr>
            </a:pPr>
            <a:r>
              <a:rPr sz="3000" b="1">
                <a:solidFill>
                  <a:srgbClr val="182E65"/>
                </a:solidFill>
                <a:latin typeface="Noto Sans JP"/>
                <a:ea typeface="Noto Sans JP"/>
                <a:cs typeface="Noto Sans JP"/>
              </a:rPr>
              <a:t>ニュースの信用を、第三者メディアとAI検索へ</a:t>
            </a:r>
          </a:p>
        </p:txBody>
      </p:sp>
      <p:sp>
        <p:nvSpPr>
          <p:cNvPr id="3" name="">
            <a:extLst xmlns:a="http://schemas.openxmlformats.org/drawingml/2006/main">
              <a:ext uri="{FF2B5EF4-FFF2-40B4-BE49-F238E27FC236}">
                <a16:creationId xmlns:a16="http://schemas.microsoft.com/office/drawing/2014/main" id="{46279511-386D-4265-9AB3-B5EA6E80155B}"/>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0A400176-245F-4C12-BCE8-F3989A5B14DC}"/>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buNone/>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12">
            <a:extLst xmlns:a="http://schemas.openxmlformats.org/drawingml/2006/main">
              <a:ext uri="{FF2B5EF4-FFF2-40B4-BE49-F238E27FC236}">
                <a16:creationId xmlns:a16="http://schemas.microsoft.com/office/drawing/2014/main" id="{42507B89-4512-4C5B-B785-4EB4A7FC7774}"/>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buNone/>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18</a:t>
            </a:r>
          </a:p>
        </p:txBody>
      </p:sp>
      <p:sp>
        <p:nvSpPr>
          <p:cNvPr id="6" name="01">
            <a:extLst xmlns:a="http://schemas.openxmlformats.org/drawingml/2006/main">
              <a:ext uri="{FF2B5EF4-FFF2-40B4-BE49-F238E27FC236}">
                <a16:creationId xmlns:a16="http://schemas.microsoft.com/office/drawing/2014/main" id="{4041696A-70EF-4095-9074-0E1D0B99466A}"/>
              </a:ext>
            </a:extLst>
          </p:cNvPr>
          <p:cNvSpPr>
            <a:spLocks xmlns:a="http://schemas.openxmlformats.org/drawingml/2006/main" noGrp="1"/>
          </p:cNvSpPr>
          <p:nvPr/>
        </p:nvSpPr>
        <p:spPr>
          <a:xfrm xmlns:a="http://schemas.openxmlformats.org/drawingml/2006/main">
            <a:off x="609600" y="19526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vl1pPr algn="l">
              <a:defRPr sz="1950" b="1">
                <a:solidFill>
                  <a:srgbClr val="A78025"/>
                </a:solidFill>
                <a:latin typeface="Noto Sans JP"/>
                <a:ea typeface="Noto Sans JP"/>
                <a:cs typeface="Noto Sans JP"/>
              </a:defRPr>
            </a:lvl1pPr>
            <a:lvl2pPr algn="l">
              <a:defRPr sz="1950" b="1">
                <a:solidFill>
                  <a:srgbClr val="A78025"/>
                </a:solidFill>
                <a:latin typeface="Noto Sans JP"/>
                <a:ea typeface="Noto Sans JP"/>
                <a:cs typeface="Noto Sans JP"/>
              </a:defRPr>
            </a:lvl2pPr>
            <a:lvl3pPr algn="l">
              <a:defRPr sz="1950" b="1">
                <a:solidFill>
                  <a:srgbClr val="A78025"/>
                </a:solidFill>
                <a:latin typeface="Noto Sans JP"/>
                <a:ea typeface="Noto Sans JP"/>
                <a:cs typeface="Noto Sans JP"/>
              </a:defRPr>
            </a:lvl3pPr>
            <a:lvl4pPr algn="l">
              <a:defRPr sz="1950" b="1">
                <a:solidFill>
                  <a:srgbClr val="A78025"/>
                </a:solidFill>
                <a:latin typeface="Noto Sans JP"/>
                <a:ea typeface="Noto Sans JP"/>
                <a:cs typeface="Noto Sans JP"/>
              </a:defRPr>
            </a:lvl4pPr>
            <a:lvl5pPr algn="l">
              <a:defRPr sz="1950" b="1">
                <a:solidFill>
                  <a:srgbClr val="A78025"/>
                </a:solidFill>
                <a:latin typeface="Noto Sans JP"/>
                <a:ea typeface="Noto Sans JP"/>
                <a:cs typeface="Noto Sans JP"/>
              </a:defRPr>
            </a:lvl5pPr>
            <a:lvl6pPr algn="l">
              <a:defRPr sz="1950" b="1">
                <a:solidFill>
                  <a:srgbClr val="A78025"/>
                </a:solidFill>
                <a:latin typeface="Noto Sans JP"/>
                <a:ea typeface="Noto Sans JP"/>
                <a:cs typeface="Noto Sans JP"/>
              </a:defRPr>
            </a:lvl6pPr>
            <a:lvl7pPr algn="l">
              <a:defRPr sz="1950" b="1">
                <a:solidFill>
                  <a:srgbClr val="A78025"/>
                </a:solidFill>
                <a:latin typeface="Noto Sans JP"/>
                <a:ea typeface="Noto Sans JP"/>
                <a:cs typeface="Noto Sans JP"/>
              </a:defRPr>
            </a:lvl7pPr>
            <a:lvl8pPr algn="l">
              <a:defRPr sz="1950" b="1">
                <a:solidFill>
                  <a:srgbClr val="A78025"/>
                </a:solidFill>
                <a:latin typeface="Noto Sans JP"/>
                <a:ea typeface="Noto Sans JP"/>
                <a:cs typeface="Noto Sans JP"/>
              </a:defRPr>
            </a:lvl8pPr>
            <a:lvl9pPr algn="l">
              <a:defRPr sz="1950" b="1">
                <a:solidFill>
                  <a:srgbClr val="A78025"/>
                </a:solidFill>
                <a:latin typeface="Noto Sans JP"/>
                <a:ea typeface="Noto Sans JP"/>
                <a:cs typeface="Noto Sans JP"/>
              </a:defRPr>
            </a:lvl9pPr>
          </a:lstStyle>
          <a:p xmlns:a="http://schemas.openxmlformats.org/drawingml/2006/main">
            <a:pPr algn="l">
              <a:buNone/>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01</a:t>
            </a:r>
          </a:p>
        </p:txBody>
      </p:sp>
      <p:sp>
        <p:nvSpPr>
          <p:cNvPr id="7" name="正式ニュースで、事実と背景を伝える">
            <a:extLst xmlns:a="http://schemas.openxmlformats.org/drawingml/2006/main">
              <a:ext uri="{FF2B5EF4-FFF2-40B4-BE49-F238E27FC236}">
                <a16:creationId xmlns:a16="http://schemas.microsoft.com/office/drawing/2014/main" id="{6405C7C4-8AA2-4E12-850E-03578499D14C}"/>
              </a:ext>
            </a:extLst>
          </p:cNvPr>
          <p:cNvSpPr>
            <a:spLocks xmlns:a="http://schemas.openxmlformats.org/drawingml/2006/main" noGrp="1"/>
          </p:cNvSpPr>
          <p:nvPr/>
        </p:nvSpPr>
        <p:spPr>
          <a:xfrm xmlns:a="http://schemas.openxmlformats.org/drawingml/2006/main">
            <a:off x="1314450" y="1952625"/>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vl1pPr algn="l">
              <a:defRPr sz="2175" b="1">
                <a:solidFill>
                  <a:srgbClr val="182E65"/>
                </a:solidFill>
                <a:latin typeface="Noto Sans JP"/>
                <a:ea typeface="Noto Sans JP"/>
                <a:cs typeface="Noto Sans JP"/>
              </a:defRPr>
            </a:lvl1pPr>
            <a:lvl2pPr algn="l">
              <a:defRPr sz="2175" b="1">
                <a:solidFill>
                  <a:srgbClr val="182E65"/>
                </a:solidFill>
                <a:latin typeface="Noto Sans JP"/>
                <a:ea typeface="Noto Sans JP"/>
                <a:cs typeface="Noto Sans JP"/>
              </a:defRPr>
            </a:lvl2pPr>
            <a:lvl3pPr algn="l">
              <a:defRPr sz="2175" b="1">
                <a:solidFill>
                  <a:srgbClr val="182E65"/>
                </a:solidFill>
                <a:latin typeface="Noto Sans JP"/>
                <a:ea typeface="Noto Sans JP"/>
                <a:cs typeface="Noto Sans JP"/>
              </a:defRPr>
            </a:lvl3pPr>
            <a:lvl4pPr algn="l">
              <a:defRPr sz="2175" b="1">
                <a:solidFill>
                  <a:srgbClr val="182E65"/>
                </a:solidFill>
                <a:latin typeface="Noto Sans JP"/>
                <a:ea typeface="Noto Sans JP"/>
                <a:cs typeface="Noto Sans JP"/>
              </a:defRPr>
            </a:lvl4pPr>
            <a:lvl5pPr algn="l">
              <a:defRPr sz="2175" b="1">
                <a:solidFill>
                  <a:srgbClr val="182E65"/>
                </a:solidFill>
                <a:latin typeface="Noto Sans JP"/>
                <a:ea typeface="Noto Sans JP"/>
                <a:cs typeface="Noto Sans JP"/>
              </a:defRPr>
            </a:lvl5pPr>
            <a:lvl6pPr algn="l">
              <a:defRPr sz="2175" b="1">
                <a:solidFill>
                  <a:srgbClr val="182E65"/>
                </a:solidFill>
                <a:latin typeface="Noto Sans JP"/>
                <a:ea typeface="Noto Sans JP"/>
                <a:cs typeface="Noto Sans JP"/>
              </a:defRPr>
            </a:lvl6pPr>
            <a:lvl7pPr algn="l">
              <a:defRPr sz="2175" b="1">
                <a:solidFill>
                  <a:srgbClr val="182E65"/>
                </a:solidFill>
                <a:latin typeface="Noto Sans JP"/>
                <a:ea typeface="Noto Sans JP"/>
                <a:cs typeface="Noto Sans JP"/>
              </a:defRPr>
            </a:lvl7pPr>
            <a:lvl8pPr algn="l">
              <a:defRPr sz="2175" b="1">
                <a:solidFill>
                  <a:srgbClr val="182E65"/>
                </a:solidFill>
                <a:latin typeface="Noto Sans JP"/>
                <a:ea typeface="Noto Sans JP"/>
                <a:cs typeface="Noto Sans JP"/>
              </a:defRPr>
            </a:lvl8pPr>
            <a:lvl9pPr algn="l">
              <a:defRPr sz="2175" b="1">
                <a:solidFill>
                  <a:srgbClr val="182E65"/>
                </a:solidFill>
                <a:latin typeface="Noto Sans JP"/>
                <a:ea typeface="Noto Sans JP"/>
                <a:cs typeface="Noto Sans JP"/>
              </a:defRPr>
            </a:lvl9pPr>
          </a:lstStyle>
          <a:p xmlns:a="http://schemas.openxmlformats.org/drawingml/2006/main">
            <a:pPr algn="l">
              <a:buNone/>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まず、取材記事と掲載実績をつくる</a:t>
            </a:r>
          </a:p>
        </p:txBody>
      </p:sp>
      <p:sp>
        <p:nvSpPr>
          <p:cNvPr id="8" name="誰が、何を、なぜ行うか。取材・編集の主体と根拠を示す。">
            <a:extLst xmlns:a="http://schemas.openxmlformats.org/drawingml/2006/main">
              <a:ext uri="{FF2B5EF4-FFF2-40B4-BE49-F238E27FC236}">
                <a16:creationId xmlns:a16="http://schemas.microsoft.com/office/drawing/2014/main" id="{3C742D62-5787-4357-9B39-5CB6292876D0}"/>
              </a:ext>
            </a:extLst>
          </p:cNvPr>
          <p:cNvSpPr>
            <a:spLocks xmlns:a="http://schemas.openxmlformats.org/drawingml/2006/main" noGrp="1"/>
          </p:cNvSpPr>
          <p:nvPr/>
        </p:nvSpPr>
        <p:spPr>
          <a:xfrm xmlns:a="http://schemas.openxmlformats.org/drawingml/2006/main">
            <a:off x="1314450" y="2457450"/>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ニュース掲載とLP・営業での活用を、選ぶための判断材料に。</a:t>
            </a:r>
          </a:p>
        </p:txBody>
      </p:sp>
      <p:sp>
        <p:nvSpPr>
          <p:cNvPr id="9" name="02">
            <a:extLst xmlns:a="http://schemas.openxmlformats.org/drawingml/2006/main">
              <a:ext uri="{FF2B5EF4-FFF2-40B4-BE49-F238E27FC236}">
                <a16:creationId xmlns:a16="http://schemas.microsoft.com/office/drawing/2014/main" id="{196BD0FF-99E9-4C56-BE8E-1506D65F6373}"/>
              </a:ext>
            </a:extLst>
          </p:cNvPr>
          <p:cNvSpPr>
            <a:spLocks xmlns:a="http://schemas.openxmlformats.org/drawingml/2006/main" noGrp="1"/>
          </p:cNvSpPr>
          <p:nvPr/>
        </p:nvSpPr>
        <p:spPr>
          <a:xfrm xmlns:a="http://schemas.openxmlformats.org/drawingml/2006/main">
            <a:off x="609600" y="3181350"/>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vl1pPr algn="l">
              <a:defRPr sz="1950" b="1">
                <a:solidFill>
                  <a:srgbClr val="A78025"/>
                </a:solidFill>
                <a:latin typeface="Noto Sans JP"/>
                <a:ea typeface="Noto Sans JP"/>
                <a:cs typeface="Noto Sans JP"/>
              </a:defRPr>
            </a:lvl1pPr>
            <a:lvl2pPr algn="l">
              <a:defRPr sz="1950" b="1">
                <a:solidFill>
                  <a:srgbClr val="A78025"/>
                </a:solidFill>
                <a:latin typeface="Noto Sans JP"/>
                <a:ea typeface="Noto Sans JP"/>
                <a:cs typeface="Noto Sans JP"/>
              </a:defRPr>
            </a:lvl2pPr>
            <a:lvl3pPr algn="l">
              <a:defRPr sz="1950" b="1">
                <a:solidFill>
                  <a:srgbClr val="A78025"/>
                </a:solidFill>
                <a:latin typeface="Noto Sans JP"/>
                <a:ea typeface="Noto Sans JP"/>
                <a:cs typeface="Noto Sans JP"/>
              </a:defRPr>
            </a:lvl3pPr>
            <a:lvl4pPr algn="l">
              <a:defRPr sz="1950" b="1">
                <a:solidFill>
                  <a:srgbClr val="A78025"/>
                </a:solidFill>
                <a:latin typeface="Noto Sans JP"/>
                <a:ea typeface="Noto Sans JP"/>
                <a:cs typeface="Noto Sans JP"/>
              </a:defRPr>
            </a:lvl4pPr>
            <a:lvl5pPr algn="l">
              <a:defRPr sz="1950" b="1">
                <a:solidFill>
                  <a:srgbClr val="A78025"/>
                </a:solidFill>
                <a:latin typeface="Noto Sans JP"/>
                <a:ea typeface="Noto Sans JP"/>
                <a:cs typeface="Noto Sans JP"/>
              </a:defRPr>
            </a:lvl5pPr>
            <a:lvl6pPr algn="l">
              <a:defRPr sz="1950" b="1">
                <a:solidFill>
                  <a:srgbClr val="A78025"/>
                </a:solidFill>
                <a:latin typeface="Noto Sans JP"/>
                <a:ea typeface="Noto Sans JP"/>
                <a:cs typeface="Noto Sans JP"/>
              </a:defRPr>
            </a:lvl6pPr>
            <a:lvl7pPr algn="l">
              <a:defRPr sz="1950" b="1">
                <a:solidFill>
                  <a:srgbClr val="A78025"/>
                </a:solidFill>
                <a:latin typeface="Noto Sans JP"/>
                <a:ea typeface="Noto Sans JP"/>
                <a:cs typeface="Noto Sans JP"/>
              </a:defRPr>
            </a:lvl7pPr>
            <a:lvl8pPr algn="l">
              <a:defRPr sz="1950" b="1">
                <a:solidFill>
                  <a:srgbClr val="A78025"/>
                </a:solidFill>
                <a:latin typeface="Noto Sans JP"/>
                <a:ea typeface="Noto Sans JP"/>
                <a:cs typeface="Noto Sans JP"/>
              </a:defRPr>
            </a:lvl8pPr>
            <a:lvl9pPr algn="l">
              <a:defRPr sz="1950" b="1">
                <a:solidFill>
                  <a:srgbClr val="A78025"/>
                </a:solidFill>
                <a:latin typeface="Noto Sans JP"/>
                <a:ea typeface="Noto Sans JP"/>
                <a:cs typeface="Noto Sans JP"/>
              </a:defRPr>
            </a:lvl9pPr>
          </a:lstStyle>
          <a:p xmlns:a="http://schemas.openxmlformats.org/drawingml/2006/main">
            <a:pPr algn="l">
              <a:buNone/>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02</a:t>
            </a:r>
          </a:p>
        </p:txBody>
      </p:sp>
      <p:sp>
        <p:nvSpPr>
          <p:cNvPr id="10" name="複数メディアで、読み手に必要な情報を補う">
            <a:extLst xmlns:a="http://schemas.openxmlformats.org/drawingml/2006/main">
              <a:ext uri="{FF2B5EF4-FFF2-40B4-BE49-F238E27FC236}">
                <a16:creationId xmlns:a16="http://schemas.microsoft.com/office/drawing/2014/main" id="{11FD382D-01E4-4A20-82C1-534BAA54CF59}"/>
              </a:ext>
            </a:extLst>
          </p:cNvPr>
          <p:cNvSpPr>
            <a:spLocks xmlns:a="http://schemas.openxmlformats.org/drawingml/2006/main" noGrp="1"/>
          </p:cNvSpPr>
          <p:nvPr/>
        </p:nvSpPr>
        <p:spPr>
          <a:xfrm xmlns:a="http://schemas.openxmlformats.org/drawingml/2006/main">
            <a:off x="1314450" y="3181350"/>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vl1pPr algn="l">
              <a:defRPr sz="2175" b="1">
                <a:solidFill>
                  <a:srgbClr val="182E65"/>
                </a:solidFill>
                <a:latin typeface="Noto Sans JP"/>
                <a:ea typeface="Noto Sans JP"/>
                <a:cs typeface="Noto Sans JP"/>
              </a:defRPr>
            </a:lvl1pPr>
            <a:lvl2pPr algn="l">
              <a:defRPr sz="2175" b="1">
                <a:solidFill>
                  <a:srgbClr val="182E65"/>
                </a:solidFill>
                <a:latin typeface="Noto Sans JP"/>
                <a:ea typeface="Noto Sans JP"/>
                <a:cs typeface="Noto Sans JP"/>
              </a:defRPr>
            </a:lvl2pPr>
            <a:lvl3pPr algn="l">
              <a:defRPr sz="2175" b="1">
                <a:solidFill>
                  <a:srgbClr val="182E65"/>
                </a:solidFill>
                <a:latin typeface="Noto Sans JP"/>
                <a:ea typeface="Noto Sans JP"/>
                <a:cs typeface="Noto Sans JP"/>
              </a:defRPr>
            </a:lvl3pPr>
            <a:lvl4pPr algn="l">
              <a:defRPr sz="2175" b="1">
                <a:solidFill>
                  <a:srgbClr val="182E65"/>
                </a:solidFill>
                <a:latin typeface="Noto Sans JP"/>
                <a:ea typeface="Noto Sans JP"/>
                <a:cs typeface="Noto Sans JP"/>
              </a:defRPr>
            </a:lvl4pPr>
            <a:lvl5pPr algn="l">
              <a:defRPr sz="2175" b="1">
                <a:solidFill>
                  <a:srgbClr val="182E65"/>
                </a:solidFill>
                <a:latin typeface="Noto Sans JP"/>
                <a:ea typeface="Noto Sans JP"/>
                <a:cs typeface="Noto Sans JP"/>
              </a:defRPr>
            </a:lvl5pPr>
            <a:lvl6pPr algn="l">
              <a:defRPr sz="2175" b="1">
                <a:solidFill>
                  <a:srgbClr val="182E65"/>
                </a:solidFill>
                <a:latin typeface="Noto Sans JP"/>
                <a:ea typeface="Noto Sans JP"/>
                <a:cs typeface="Noto Sans JP"/>
              </a:defRPr>
            </a:lvl6pPr>
            <a:lvl7pPr algn="l">
              <a:defRPr sz="2175" b="1">
                <a:solidFill>
                  <a:srgbClr val="182E65"/>
                </a:solidFill>
                <a:latin typeface="Noto Sans JP"/>
                <a:ea typeface="Noto Sans JP"/>
                <a:cs typeface="Noto Sans JP"/>
              </a:defRPr>
            </a:lvl7pPr>
            <a:lvl8pPr algn="l">
              <a:defRPr sz="2175" b="1">
                <a:solidFill>
                  <a:srgbClr val="182E65"/>
                </a:solidFill>
                <a:latin typeface="Noto Sans JP"/>
                <a:ea typeface="Noto Sans JP"/>
                <a:cs typeface="Noto Sans JP"/>
              </a:defRPr>
            </a:lvl8pPr>
            <a:lvl9pPr algn="l">
              <a:defRPr sz="2175" b="1">
                <a:solidFill>
                  <a:srgbClr val="182E65"/>
                </a:solidFill>
                <a:latin typeface="Noto Sans JP"/>
                <a:ea typeface="Noto Sans JP"/>
                <a:cs typeface="Noto Sans JP"/>
              </a:defRPr>
            </a:lvl9pPr>
          </a:lstStyle>
          <a:p xmlns:a="http://schemas.openxmlformats.org/drawingml/2006/main">
            <a:pPr algn="l">
              <a:buNone/>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第三者メディアで、会社への理解を深める</a:t>
            </a:r>
          </a:p>
        </p:txBody>
      </p:sp>
      <p:sp>
        <p:nvSpPr>
          <p:cNvPr id="11" name="サービスの実績、評判の出典、経営者の経験を整理する。">
            <a:extLst xmlns:a="http://schemas.openxmlformats.org/drawingml/2006/main">
              <a:ext uri="{FF2B5EF4-FFF2-40B4-BE49-F238E27FC236}">
                <a16:creationId xmlns:a16="http://schemas.microsoft.com/office/drawing/2014/main" id="{3F6BAAFF-67B6-4BF6-A066-97EB56D9C1EE}"/>
              </a:ext>
            </a:extLst>
          </p:cNvPr>
          <p:cNvSpPr>
            <a:spLocks xmlns:a="http://schemas.openxmlformats.org/drawingml/2006/main" noGrp="1"/>
          </p:cNvSpPr>
          <p:nvPr/>
        </p:nvSpPr>
        <p:spPr>
          <a:xfrm xmlns:a="http://schemas.openxmlformats.org/drawingml/2006/main">
            <a:off x="1314450" y="3686175"/>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事業の特徴、評判の出典、経営者の想いを補う。</a:t>
            </a:r>
          </a:p>
        </p:txBody>
      </p:sp>
      <p:sp>
        <p:nvSpPr>
          <p:cNvPr id="12" name="03">
            <a:extLst xmlns:a="http://schemas.openxmlformats.org/drawingml/2006/main">
              <a:ext uri="{FF2B5EF4-FFF2-40B4-BE49-F238E27FC236}">
                <a16:creationId xmlns:a16="http://schemas.microsoft.com/office/drawing/2014/main" id="{23252718-22CF-43CB-B360-02975B6B0A2F}"/>
              </a:ext>
            </a:extLst>
          </p:cNvPr>
          <p:cNvSpPr>
            <a:spLocks xmlns:a="http://schemas.openxmlformats.org/drawingml/2006/main" noGrp="1"/>
          </p:cNvSpPr>
          <p:nvPr/>
        </p:nvSpPr>
        <p:spPr>
          <a:xfrm xmlns:a="http://schemas.openxmlformats.org/drawingml/2006/main">
            <a:off x="609600" y="44100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vl1pPr algn="l">
              <a:defRPr sz="1950" b="1">
                <a:solidFill>
                  <a:srgbClr val="A78025"/>
                </a:solidFill>
                <a:latin typeface="Noto Sans JP"/>
                <a:ea typeface="Noto Sans JP"/>
                <a:cs typeface="Noto Sans JP"/>
              </a:defRPr>
            </a:lvl1pPr>
            <a:lvl2pPr algn="l">
              <a:defRPr sz="1950" b="1">
                <a:solidFill>
                  <a:srgbClr val="A78025"/>
                </a:solidFill>
                <a:latin typeface="Noto Sans JP"/>
                <a:ea typeface="Noto Sans JP"/>
                <a:cs typeface="Noto Sans JP"/>
              </a:defRPr>
            </a:lvl2pPr>
            <a:lvl3pPr algn="l">
              <a:defRPr sz="1950" b="1">
                <a:solidFill>
                  <a:srgbClr val="A78025"/>
                </a:solidFill>
                <a:latin typeface="Noto Sans JP"/>
                <a:ea typeface="Noto Sans JP"/>
                <a:cs typeface="Noto Sans JP"/>
              </a:defRPr>
            </a:lvl3pPr>
            <a:lvl4pPr algn="l">
              <a:defRPr sz="1950" b="1">
                <a:solidFill>
                  <a:srgbClr val="A78025"/>
                </a:solidFill>
                <a:latin typeface="Noto Sans JP"/>
                <a:ea typeface="Noto Sans JP"/>
                <a:cs typeface="Noto Sans JP"/>
              </a:defRPr>
            </a:lvl4pPr>
            <a:lvl5pPr algn="l">
              <a:defRPr sz="1950" b="1">
                <a:solidFill>
                  <a:srgbClr val="A78025"/>
                </a:solidFill>
                <a:latin typeface="Noto Sans JP"/>
                <a:ea typeface="Noto Sans JP"/>
                <a:cs typeface="Noto Sans JP"/>
              </a:defRPr>
            </a:lvl5pPr>
            <a:lvl6pPr algn="l">
              <a:defRPr sz="1950" b="1">
                <a:solidFill>
                  <a:srgbClr val="A78025"/>
                </a:solidFill>
                <a:latin typeface="Noto Sans JP"/>
                <a:ea typeface="Noto Sans JP"/>
                <a:cs typeface="Noto Sans JP"/>
              </a:defRPr>
            </a:lvl6pPr>
            <a:lvl7pPr algn="l">
              <a:defRPr sz="1950" b="1">
                <a:solidFill>
                  <a:srgbClr val="A78025"/>
                </a:solidFill>
                <a:latin typeface="Noto Sans JP"/>
                <a:ea typeface="Noto Sans JP"/>
                <a:cs typeface="Noto Sans JP"/>
              </a:defRPr>
            </a:lvl7pPr>
            <a:lvl8pPr algn="l">
              <a:defRPr sz="1950" b="1">
                <a:solidFill>
                  <a:srgbClr val="A78025"/>
                </a:solidFill>
                <a:latin typeface="Noto Sans JP"/>
                <a:ea typeface="Noto Sans JP"/>
                <a:cs typeface="Noto Sans JP"/>
              </a:defRPr>
            </a:lvl8pPr>
            <a:lvl9pPr algn="l">
              <a:defRPr sz="1950" b="1">
                <a:solidFill>
                  <a:srgbClr val="A78025"/>
                </a:solidFill>
                <a:latin typeface="Noto Sans JP"/>
                <a:ea typeface="Noto Sans JP"/>
                <a:cs typeface="Noto Sans JP"/>
              </a:defRPr>
            </a:lvl9pPr>
          </a:lstStyle>
          <a:p xmlns:a="http://schemas.openxmlformats.org/drawingml/2006/main">
            <a:pPr algn="l">
              <a:buNone/>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03</a:t>
            </a:r>
          </a:p>
        </p:txBody>
      </p:sp>
      <p:sp>
        <p:nvSpPr>
          <p:cNvPr id="13" name="AIの参照・引用を確認し、情報を整える">
            <a:extLst xmlns:a="http://schemas.openxmlformats.org/drawingml/2006/main">
              <a:ext uri="{FF2B5EF4-FFF2-40B4-BE49-F238E27FC236}">
                <a16:creationId xmlns:a16="http://schemas.microsoft.com/office/drawing/2014/main" id="{4276DC4E-A181-4534-85E7-FBEE73263F3A}"/>
              </a:ext>
            </a:extLst>
          </p:cNvPr>
          <p:cNvSpPr>
            <a:spLocks xmlns:a="http://schemas.openxmlformats.org/drawingml/2006/main" noGrp="1"/>
          </p:cNvSpPr>
          <p:nvPr/>
        </p:nvSpPr>
        <p:spPr>
          <a:xfrm xmlns:a="http://schemas.openxmlformats.org/drawingml/2006/main">
            <a:off x="1314450" y="4410075"/>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vl1pPr algn="l">
              <a:defRPr sz="2175" b="1">
                <a:solidFill>
                  <a:srgbClr val="182E65"/>
                </a:solidFill>
                <a:latin typeface="Noto Sans JP"/>
                <a:ea typeface="Noto Sans JP"/>
                <a:cs typeface="Noto Sans JP"/>
              </a:defRPr>
            </a:lvl1pPr>
            <a:lvl2pPr algn="l">
              <a:defRPr sz="2175" b="1">
                <a:solidFill>
                  <a:srgbClr val="182E65"/>
                </a:solidFill>
                <a:latin typeface="Noto Sans JP"/>
                <a:ea typeface="Noto Sans JP"/>
                <a:cs typeface="Noto Sans JP"/>
              </a:defRPr>
            </a:lvl2pPr>
            <a:lvl3pPr algn="l">
              <a:defRPr sz="2175" b="1">
                <a:solidFill>
                  <a:srgbClr val="182E65"/>
                </a:solidFill>
                <a:latin typeface="Noto Sans JP"/>
                <a:ea typeface="Noto Sans JP"/>
                <a:cs typeface="Noto Sans JP"/>
              </a:defRPr>
            </a:lvl3pPr>
            <a:lvl4pPr algn="l">
              <a:defRPr sz="2175" b="1">
                <a:solidFill>
                  <a:srgbClr val="182E65"/>
                </a:solidFill>
                <a:latin typeface="Noto Sans JP"/>
                <a:ea typeface="Noto Sans JP"/>
                <a:cs typeface="Noto Sans JP"/>
              </a:defRPr>
            </a:lvl4pPr>
            <a:lvl5pPr algn="l">
              <a:defRPr sz="2175" b="1">
                <a:solidFill>
                  <a:srgbClr val="182E65"/>
                </a:solidFill>
                <a:latin typeface="Noto Sans JP"/>
                <a:ea typeface="Noto Sans JP"/>
                <a:cs typeface="Noto Sans JP"/>
              </a:defRPr>
            </a:lvl5pPr>
            <a:lvl6pPr algn="l">
              <a:defRPr sz="2175" b="1">
                <a:solidFill>
                  <a:srgbClr val="182E65"/>
                </a:solidFill>
                <a:latin typeface="Noto Sans JP"/>
                <a:ea typeface="Noto Sans JP"/>
                <a:cs typeface="Noto Sans JP"/>
              </a:defRPr>
            </a:lvl6pPr>
            <a:lvl7pPr algn="l">
              <a:defRPr sz="2175" b="1">
                <a:solidFill>
                  <a:srgbClr val="182E65"/>
                </a:solidFill>
                <a:latin typeface="Noto Sans JP"/>
                <a:ea typeface="Noto Sans JP"/>
                <a:cs typeface="Noto Sans JP"/>
              </a:defRPr>
            </a:lvl7pPr>
            <a:lvl8pPr algn="l">
              <a:defRPr sz="2175" b="1">
                <a:solidFill>
                  <a:srgbClr val="182E65"/>
                </a:solidFill>
                <a:latin typeface="Noto Sans JP"/>
                <a:ea typeface="Noto Sans JP"/>
                <a:cs typeface="Noto Sans JP"/>
              </a:defRPr>
            </a:lvl8pPr>
            <a:lvl9pPr algn="l">
              <a:defRPr sz="2175" b="1">
                <a:solidFill>
                  <a:srgbClr val="182E65"/>
                </a:solidFill>
                <a:latin typeface="Noto Sans JP"/>
                <a:ea typeface="Noto Sans JP"/>
                <a:cs typeface="Noto Sans JP"/>
              </a:defRPr>
            </a:lvl9pPr>
          </a:lstStyle>
          <a:p xmlns:a="http://schemas.openxmlformats.org/drawingml/2006/main">
            <a:pPr algn="l">
              <a:buNone/>
              <a:defRPr sz="2175" b="1">
                <a:solidFill>
                  <a:srgbClr val="182E65"/>
                </a:solidFill>
                <a:latin typeface="Noto Sans JP"/>
                <a:ea typeface="Noto Sans JP"/>
                <a:cs typeface="Noto Sans JP"/>
              </a:defRPr>
            </a:pPr>
            <a:r>
              <a:rPr sz="2175" b="1">
                <a:solidFill>
                  <a:srgbClr val="C33830"/>
                </a:solidFill>
                <a:latin typeface="Noto Sans JP"/>
                <a:ea typeface="Noto Sans JP"/>
                <a:cs typeface="Noto Sans JP"/>
              </a:rPr>
              <a:t>AI検索での紹介・引用</a:t>
            </a:r>
            <a:r>
              <a:rPr sz="2175" b="1">
                <a:solidFill>
                  <a:srgbClr val="182E65"/>
                </a:solidFill>
                <a:latin typeface="Noto Sans JP"/>
                <a:ea typeface="Noto Sans JP"/>
                <a:cs typeface="Noto Sans JP"/>
              </a:rPr>
              <a:t>につなげる</a:t>
            </a:r>
          </a:p>
        </p:txBody>
      </p:sp>
      <p:sp>
        <p:nvSpPr>
          <p:cNvPr id="14" name="質問ごとの回答と引用元を記録し、不足や誤認に対応する。">
            <a:extLst xmlns:a="http://schemas.openxmlformats.org/drawingml/2006/main">
              <a:ext uri="{FF2B5EF4-FFF2-40B4-BE49-F238E27FC236}">
                <a16:creationId xmlns:a16="http://schemas.microsoft.com/office/drawing/2014/main" id="{04A42272-3744-45A4-B2B1-18A13C15626D}"/>
              </a:ext>
            </a:extLst>
          </p:cNvPr>
          <p:cNvSpPr>
            <a:spLocks xmlns:a="http://schemas.openxmlformats.org/drawingml/2006/main" noGrp="1"/>
          </p:cNvSpPr>
          <p:nvPr/>
        </p:nvSpPr>
        <p:spPr>
          <a:xfrm xmlns:a="http://schemas.openxmlformats.org/drawingml/2006/main">
            <a:off x="1314450" y="4914900"/>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特許技術を活用して情報を整え、回答と引用元を確認・改善する。</a:t>
            </a:r>
          </a:p>
        </p:txBody>
      </p:sp>
      <p:sp>
        <p:nvSpPr>
          <p:cNvPr id="15" name="当社のサービス設計です。AIが人と同じ基準で評価することや、引用率上昇の因果を示すものでは">
            <a:extLst xmlns:a="http://schemas.openxmlformats.org/drawingml/2006/main">
              <a:ext uri="{FF2B5EF4-FFF2-40B4-BE49-F238E27FC236}">
                <a16:creationId xmlns:a16="http://schemas.microsoft.com/office/drawing/2014/main" id="{3E358230-B581-4F7E-AFEB-57EC110050F4}"/>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vl1pPr algn="l">
              <a:defRPr sz="1163" b="0">
                <a:solidFill>
                  <a:srgbClr val="526078"/>
                </a:solidFill>
                <a:latin typeface="Noto Sans JP"/>
                <a:ea typeface="Noto Sans JP"/>
                <a:cs typeface="Noto Sans JP"/>
              </a:defRPr>
            </a:lvl1pPr>
            <a:lvl2pPr algn="l">
              <a:defRPr sz="1163" b="0">
                <a:solidFill>
                  <a:srgbClr val="526078"/>
                </a:solidFill>
                <a:latin typeface="Noto Sans JP"/>
                <a:ea typeface="Noto Sans JP"/>
                <a:cs typeface="Noto Sans JP"/>
              </a:defRPr>
            </a:lvl2pPr>
            <a:lvl3pPr algn="l">
              <a:defRPr sz="1163" b="0">
                <a:solidFill>
                  <a:srgbClr val="526078"/>
                </a:solidFill>
                <a:latin typeface="Noto Sans JP"/>
                <a:ea typeface="Noto Sans JP"/>
                <a:cs typeface="Noto Sans JP"/>
              </a:defRPr>
            </a:lvl3pPr>
            <a:lvl4pPr algn="l">
              <a:defRPr sz="1163" b="0">
                <a:solidFill>
                  <a:srgbClr val="526078"/>
                </a:solidFill>
                <a:latin typeface="Noto Sans JP"/>
                <a:ea typeface="Noto Sans JP"/>
                <a:cs typeface="Noto Sans JP"/>
              </a:defRPr>
            </a:lvl4pPr>
            <a:lvl5pPr algn="l">
              <a:defRPr sz="1163" b="0">
                <a:solidFill>
                  <a:srgbClr val="526078"/>
                </a:solidFill>
                <a:latin typeface="Noto Sans JP"/>
                <a:ea typeface="Noto Sans JP"/>
                <a:cs typeface="Noto Sans JP"/>
              </a:defRPr>
            </a:lvl5pPr>
            <a:lvl6pPr algn="l">
              <a:defRPr sz="1163" b="0">
                <a:solidFill>
                  <a:srgbClr val="526078"/>
                </a:solidFill>
                <a:latin typeface="Noto Sans JP"/>
                <a:ea typeface="Noto Sans JP"/>
                <a:cs typeface="Noto Sans JP"/>
              </a:defRPr>
            </a:lvl6pPr>
            <a:lvl7pPr algn="l">
              <a:defRPr sz="1163" b="0">
                <a:solidFill>
                  <a:srgbClr val="526078"/>
                </a:solidFill>
                <a:latin typeface="Noto Sans JP"/>
                <a:ea typeface="Noto Sans JP"/>
                <a:cs typeface="Noto Sans JP"/>
              </a:defRPr>
            </a:lvl7pPr>
            <a:lvl8pPr algn="l">
              <a:defRPr sz="1163" b="0">
                <a:solidFill>
                  <a:srgbClr val="526078"/>
                </a:solidFill>
                <a:latin typeface="Noto Sans JP"/>
                <a:ea typeface="Noto Sans JP"/>
                <a:cs typeface="Noto Sans JP"/>
              </a:defRPr>
            </a:lvl8pPr>
            <a:lvl9pPr algn="l">
              <a:defRPr sz="1163" b="0">
                <a:solidFill>
                  <a:srgbClr val="526078"/>
                </a:solidFill>
                <a:latin typeface="Noto Sans JP"/>
                <a:ea typeface="Noto Sans JP"/>
                <a:cs typeface="Noto Sans JP"/>
              </a:defRPr>
            </a:lvl9pPr>
          </a:lstStyle>
          <a:p xmlns:a="http://schemas.openxmlformats.org/drawingml/2006/main">
            <a:pPr algn="l">
              <a:buNone/>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当社のサービス設計です。AIが人と同じ基準で評価することや、引用率上昇の因果を示すものではありません。</a:t>
            </a:r>
          </a:p>
        </p:txBody>
      </p:sp>
    </p:spTree>
    <p:extLst>
      <p:ext uri="{BB962C8B-B14F-4D97-AF65-F5344CB8AC3E}">
        <p14:creationId xmlns:p14="http://schemas.microsoft.com/office/powerpoint/2010/main" val="10720025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02  複数メディアの役割">
            <a:extLst xmlns:a="http://schemas.openxmlformats.org/drawingml/2006/main">
              <a:ext uri="{FF2B5EF4-FFF2-40B4-BE49-F238E27FC236}">
                <a16:creationId xmlns:a16="http://schemas.microsoft.com/office/drawing/2014/main" id="{2DD0EEFC-40CE-4DE5-9996-20B60BFFC2F3}"/>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複数メディアの役割</a:t>
            </a:r>
          </a:p>
        </p:txBody>
      </p:sp>
      <p:sp>
        <p:nvSpPr>
          <p:cNvPr id="2" name="ニュースを土台に、企業と経営者の理解を深める">
            <a:extLst xmlns:a="http://schemas.openxmlformats.org/drawingml/2006/main">
              <a:ext uri="{FF2B5EF4-FFF2-40B4-BE49-F238E27FC236}">
                <a16:creationId xmlns:a16="http://schemas.microsoft.com/office/drawing/2014/main" id="{DA525DBA-0B32-4829-AC0C-39CE59F6EC4D}"/>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ニュースを土台に、企業と経営者の理解を深める</a:t>
            </a:r>
          </a:p>
        </p:txBody>
      </p:sp>
      <p:sp>
        <p:nvSpPr>
          <p:cNvPr id="3" name="">
            <a:extLst xmlns:a="http://schemas.openxmlformats.org/drawingml/2006/main">
              <a:ext uri="{FF2B5EF4-FFF2-40B4-BE49-F238E27FC236}">
                <a16:creationId xmlns:a16="http://schemas.microsoft.com/office/drawing/2014/main" id="{CF1F1BD3-E885-4BFE-9C8A-D04C51B7DAF5}"/>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6A355E7B-EEEB-4ED0-8CA0-332F72E525AD}"/>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13">
            <a:extLst xmlns:a="http://schemas.openxmlformats.org/drawingml/2006/main">
              <a:ext uri="{FF2B5EF4-FFF2-40B4-BE49-F238E27FC236}">
                <a16:creationId xmlns:a16="http://schemas.microsoft.com/office/drawing/2014/main" id="{B945523E-ECF4-471D-B34D-CB5184B6C0C8}"/>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19</a:t>
            </a:r>
          </a:p>
        </p:txBody>
      </p:sp>
      <p:graphicFrame>
        <p:nvGraphicFramePr>
          <p:cNvPr id="6" name="">
            <a:extLst xmlns:a="http://schemas.openxmlformats.org/drawingml/2006/main">
              <a:ext uri="{FF2B5EF4-FFF2-40B4-BE49-F238E27FC236}">
                <a16:creationId xmlns:a16="http://schemas.microsoft.com/office/drawing/2014/main" id="{0CFEEC5F-28C7-43F9-B7A0-0658472BEF24}"/>
              </a:ext>
            </a:extLst>
          </p:cNvPr>
          <p:cNvGraphicFramePr/>
          <p:nvPr/>
        </p:nvGraphicFramePr>
        <p:xfrm>
          <a:off xmlns:a="http://schemas.openxmlformats.org/drawingml/2006/main" x="609600" y="2038350"/>
          <a:ext xmlns:a="http://schemas.openxmlformats.org/drawingml/2006/main" cx="10972800" cy="3505200"/>
        </p:xfrm>
        <a:graphic xmlns:a="http://schemas.openxmlformats.org/drawingml/2006/main">
          <a:graphicData uri="http://schemas.openxmlformats.org/drawingml/2006/table">
            <a:tbl>
              <a:tblPr firstRow="0" bandRow="0"/>
              <a:tblGrid>
                <a:gridCol w="2714625"/>
                <a:gridCol w="4067175"/>
                <a:gridCol w="4191000"/>
              </a:tblGrid>
              <a:tr h="876300">
                <a:tc>
                  <a:txBody>
                    <a:bodyPr wrap="square" lIns="161925" tIns="85725" rIns="161925" bIns="85725">
                      <a:noAutofit/>
                    </a:bodyPr>
                    <a:lstStyle/>
                    <a:p>
                      <a:pPr algn="l"/>
                      <a:r>
                        <a:rPr sz="1725" b="1">
                          <a:solidFill>
                            <a:srgbClr val="FFFFFF"/>
                          </a:solidFill>
                          <a:latin typeface="Noto Sans JP"/>
                          <a:ea typeface="Noto Sans JP"/>
                          <a:cs typeface="Noto Sans JP"/>
                        </a:rPr>
                        <a:t>情報の役割</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725" b="1">
                          <a:solidFill>
                            <a:srgbClr val="FFFFFF"/>
                          </a:solidFill>
                          <a:latin typeface="Noto Sans JP"/>
                          <a:ea typeface="Noto Sans JP"/>
                          <a:cs typeface="Noto Sans JP"/>
                        </a:rPr>
                        <a:t>伝える内容</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725" b="1">
                          <a:solidFill>
                            <a:srgbClr val="FFFFFF"/>
                          </a:solidFill>
                          <a:latin typeface="Noto Sans JP"/>
                          <a:ea typeface="Noto Sans JP"/>
                          <a:cs typeface="Noto Sans JP"/>
                        </a:rPr>
                        <a:t>読者が確かめること</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876300">
                <a:tc>
                  <a:txBody>
                    <a:bodyPr wrap="square" lIns="161925" tIns="85725" rIns="161925" bIns="85725">
                      <a:noAutofit/>
                    </a:bodyPr>
                    <a:lstStyle/>
                    <a:p>
                      <a:pPr algn="l"/>
                      <a:r>
                        <a:rPr sz="1725" b="1">
                          <a:solidFill>
                            <a:srgbClr val="172943"/>
                          </a:solidFill>
                          <a:latin typeface="Noto Sans JP"/>
                          <a:ea typeface="Noto Sans JP"/>
                          <a:cs typeface="Noto Sans JP"/>
                        </a:rPr>
                        <a:t>正式なニュース</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725" b="0">
                          <a:solidFill>
                            <a:srgbClr val="172943"/>
                          </a:solidFill>
                          <a:latin typeface="Noto Sans JP"/>
                          <a:ea typeface="Noto Sans JP"/>
                          <a:cs typeface="Noto Sans JP"/>
                        </a:rPr>
                        <a:t>新しい取り組み・事業の背景</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725" b="0">
                          <a:solidFill>
                            <a:srgbClr val="172943"/>
                          </a:solidFill>
                          <a:latin typeface="Noto Sans JP"/>
                          <a:ea typeface="Noto Sans JP"/>
                          <a:cs typeface="Noto Sans JP"/>
                        </a:rPr>
                        <a:t>発表の事実と、その取り組みの意味</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876300">
                <a:tc>
                  <a:txBody>
                    <a:bodyPr wrap="square" lIns="161925" tIns="85725" rIns="161925" bIns="85725">
                      <a:noAutofit/>
                    </a:bodyPr>
                    <a:lstStyle/>
                    <a:p>
                      <a:pPr algn="l"/>
                      <a:r>
                        <a:rPr sz="1725" b="1">
                          <a:solidFill>
                            <a:srgbClr val="172943"/>
                          </a:solidFill>
                          <a:latin typeface="Noto Sans JP"/>
                          <a:ea typeface="Noto Sans JP"/>
                          <a:cs typeface="Noto Sans JP"/>
                        </a:rPr>
                        <a:t>企業紹介・評判の情報</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725" b="0">
                          <a:solidFill>
                            <a:srgbClr val="172943"/>
                          </a:solidFill>
                          <a:latin typeface="Noto Sans JP"/>
                          <a:ea typeface="Noto Sans JP"/>
                          <a:cs typeface="Noto Sans JP"/>
                        </a:rPr>
                        <a:t>事業の特徴・公開実績・出典</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725" b="0">
                          <a:solidFill>
                            <a:srgbClr val="172943"/>
                          </a:solidFill>
                          <a:latin typeface="Noto Sans JP"/>
                          <a:ea typeface="Noto Sans JP"/>
                          <a:cs typeface="Noto Sans JP"/>
                        </a:rPr>
                        <a:t>自分に合う会社やサービスか</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876300">
                <a:tc>
                  <a:txBody>
                    <a:bodyPr wrap="square" lIns="161925" tIns="85725" rIns="161925" bIns="85725">
                      <a:noAutofit/>
                    </a:bodyPr>
                    <a:lstStyle/>
                    <a:p>
                      <a:pPr algn="l"/>
                      <a:r>
                        <a:rPr sz="1725" b="1">
                          <a:solidFill>
                            <a:srgbClr val="172943"/>
                          </a:solidFill>
                          <a:latin typeface="Noto Sans JP"/>
                          <a:ea typeface="Noto Sans JP"/>
                          <a:cs typeface="Noto Sans JP"/>
                        </a:rPr>
                        <a:t>経営者への取材</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725" b="0">
                          <a:solidFill>
                            <a:srgbClr val="172943"/>
                          </a:solidFill>
                          <a:latin typeface="Noto Sans JP"/>
                          <a:ea typeface="Noto Sans JP"/>
                          <a:cs typeface="Noto Sans JP"/>
                        </a:rPr>
                        <a:t>原点・転機・判断・想い</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725" b="0">
                          <a:solidFill>
                            <a:srgbClr val="172943"/>
                          </a:solidFill>
                          <a:latin typeface="Noto Sans JP"/>
                          <a:ea typeface="Noto Sans JP"/>
                          <a:cs typeface="Noto Sans JP"/>
                        </a:rPr>
                        <a:t>どんな考えで事業を続けているか</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bl>
          </a:graphicData>
        </a:graphic>
      </p:graphicFrame>
      <p:sp>
        <p:nvSpPr>
          <p:cNvPr id="7" name="掲載先と編集主体は別です。個人運営媒体は編集判断と掲載料無料の方針を維持します。&#10;正式ニュ">
            <a:extLst xmlns:a="http://schemas.openxmlformats.org/drawingml/2006/main">
              <a:ext uri="{FF2B5EF4-FFF2-40B4-BE49-F238E27FC236}">
                <a16:creationId xmlns:a16="http://schemas.microsoft.com/office/drawing/2014/main" id="{DAC2F924-987E-4905-97DE-8D7C3B576636}"/>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掲載先と編集主体は別です。個人運営媒体は編集判断と掲載料無料の方針を維持します。</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正式ニュース年2回のセットは20万円プラン。その他の制作本数・公開先は個別合意です。</a:t>
            </a:r>
          </a:p>
        </p:txBody>
      </p:sp>
    </p:spTree>
    <p:extLst>
      <p:ext uri="{BB962C8B-B14F-4D97-AF65-F5344CB8AC3E}">
        <p14:creationId xmlns:p14="http://schemas.microsoft.com/office/powerpoint/2010/main" val="7371189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02  企業を理解するメディア">
            <a:extLst xmlns:a="http://schemas.openxmlformats.org/drawingml/2006/main">
              <a:ext uri="{FF2B5EF4-FFF2-40B4-BE49-F238E27FC236}">
                <a16:creationId xmlns:a16="http://schemas.microsoft.com/office/drawing/2014/main" id="{D0F27ACD-679D-43F2-9C14-6AB5B7A897C9}"/>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企業を理解するメディア</a:t>
            </a:r>
          </a:p>
        </p:txBody>
      </p:sp>
      <p:sp>
        <p:nvSpPr>
          <p:cNvPr id="2" name="みんなの評判.comで、特徴と出典を確かめる">
            <a:extLst xmlns:a="http://schemas.openxmlformats.org/drawingml/2006/main">
              <a:ext uri="{FF2B5EF4-FFF2-40B4-BE49-F238E27FC236}">
                <a16:creationId xmlns:a16="http://schemas.microsoft.com/office/drawing/2014/main" id="{44D2168B-BEB2-4C1B-9066-107304BDCBA2}"/>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みんなの評判.comで、特徴と出典を確かめる</a:t>
            </a:r>
          </a:p>
        </p:txBody>
      </p:sp>
      <p:sp>
        <p:nvSpPr>
          <p:cNvPr id="3" name="">
            <a:extLst xmlns:a="http://schemas.openxmlformats.org/drawingml/2006/main">
              <a:ext uri="{FF2B5EF4-FFF2-40B4-BE49-F238E27FC236}">
                <a16:creationId xmlns:a16="http://schemas.microsoft.com/office/drawing/2014/main" id="{25097DC1-9239-4718-933A-E3541033E61B}"/>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3C856179-C8F1-40C1-8C5B-89C0DC51700D}"/>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14">
            <a:extLst xmlns:a="http://schemas.openxmlformats.org/drawingml/2006/main">
              <a:ext uri="{FF2B5EF4-FFF2-40B4-BE49-F238E27FC236}">
                <a16:creationId xmlns:a16="http://schemas.microsoft.com/office/drawing/2014/main" id="{6BA3B823-CEA5-4437-B2F5-7DA5EDC2BBE1}"/>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20</a:t>
            </a:r>
          </a:p>
        </p:txBody>
      </p:sp>
      <p:pic>
        <p:nvPicPr>
          <p:cNvPr id="6" name="">
            <a:extLst xmlns:a="http://schemas.openxmlformats.org/drawingml/2006/main">
              <a:ext uri="{FF2B5EF4-FFF2-40B4-BE49-F238E27FC236}">
                <a16:creationId xmlns:a16="http://schemas.microsoft.com/office/drawing/2014/main" id="{9F427220-5AB5-44C4-96FD-F97C77AA55C8}"/>
              </a:ext>
            </a:extLst>
          </p:cNvPr>
          <p:cNvPicPr>
            <a:picLocks xmlns:a="http://schemas.openxmlformats.org/drawingml/2006/main" noChangeAspect="1"/>
          </p:cNvPicPr>
          <p:nvPr/>
        </p:nvPicPr>
        <p:blipFill>
          <a:blip xmlns:r="http://schemas.openxmlformats.org/officeDocument/2006/relationships" xmlns:a="http://schemas.openxmlformats.org/drawingml/2006/main" r:embed="R4889bdd835c84415"/>
          <a:stretch xmlns:a="http://schemas.openxmlformats.org/drawingml/2006/main"/>
        </p:blipFill>
        <p:spPr>
          <a:xfrm xmlns:a="http://schemas.openxmlformats.org/drawingml/2006/main">
            <a:off x="609600" y="2116336"/>
            <a:ext cx="5276850" cy="296822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6CD5D96E-0D30-494E-8CBD-21B5AD48DFA4}"/>
              </a:ext>
            </a:extLst>
          </p:cNvPr>
          <p:cNvPicPr>
            <a:picLocks xmlns:a="http://schemas.openxmlformats.org/drawingml/2006/main" noChangeAspect="1"/>
          </p:cNvPicPr>
          <p:nvPr/>
        </p:nvPicPr>
        <p:blipFill>
          <a:blip xmlns:r="http://schemas.openxmlformats.org/officeDocument/2006/relationships" xmlns:a="http://schemas.openxmlformats.org/drawingml/2006/main" r:embed="Rae1c4b7411fb4873"/>
          <a:stretch xmlns:a="http://schemas.openxmlformats.org/drawingml/2006/main"/>
        </p:blipFill>
        <p:spPr>
          <a:xfrm xmlns:a="http://schemas.openxmlformats.org/drawingml/2006/main">
            <a:off x="6305550" y="2116336"/>
            <a:ext cx="5276850" cy="2968228"/>
          </a:xfrm>
          <a:prstGeom xmlns:a="http://schemas.openxmlformats.org/drawingml/2006/main" prst="rect">
            <a:avLst/>
          </a:prstGeom>
        </p:spPr>
      </p:pic>
      <p:sp>
        <p:nvSpPr>
          <p:cNvPr id="8" name="事業・実績・評判を、出典のある企業情報として整理">
            <a:extLst xmlns:a="http://schemas.openxmlformats.org/drawingml/2006/main">
              <a:ext uri="{FF2B5EF4-FFF2-40B4-BE49-F238E27FC236}">
                <a16:creationId xmlns:a16="http://schemas.microsoft.com/office/drawing/2014/main" id="{47D923DC-87AE-4E39-99B9-1840C6C57FE1}"/>
              </a:ext>
            </a:extLst>
          </p:cNvPr>
          <p:cNvSpPr>
            <a:spLocks xmlns:a="http://schemas.openxmlformats.org/drawingml/2006/main" noGrp="1"/>
          </p:cNvSpPr>
          <p:nvPr/>
        </p:nvSpPr>
        <p:spPr>
          <a:xfrm xmlns:a="http://schemas.openxmlformats.org/drawingml/2006/main">
            <a:off x="609600" y="52578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82E65"/>
                </a:solidFill>
                <a:latin typeface="Noto Sans JP"/>
                <a:ea typeface="Noto Sans JP"/>
                <a:cs typeface="Noto Sans JP"/>
              </a:defRPr>
            </a:defPPr>
          </a:lstStyle>
          <a:p xmlns:a="http://schemas.openxmlformats.org/drawingml/2006/main">
            <a:pPr algn="l">
              <a:defRPr sz="2250" b="1">
                <a:solidFill>
                  <a:srgbClr val="182E65"/>
                </a:solidFill>
                <a:latin typeface="Noto Sans JP"/>
                <a:ea typeface="Noto Sans JP"/>
                <a:cs typeface="Noto Sans JP"/>
              </a:defRPr>
            </a:pPr>
            <a:r>
              <a:rPr sz="2250" b="1">
                <a:solidFill>
                  <a:srgbClr val="182E65"/>
                </a:solidFill>
                <a:latin typeface="Noto Sans JP"/>
                <a:ea typeface="Noto Sans JP"/>
                <a:cs typeface="Noto Sans JP"/>
              </a:rPr>
              <a:t>事業・実績・評判を、出典のある企業情報として整理</a:t>
            </a:r>
          </a:p>
        </p:txBody>
      </p:sp>
      <p:sp>
        <p:nvSpPr>
          <p:cNvPr id="9" name="画面は当社の掲載例。編集責任者はメディくる代表の漆沢祐樹です。掲載料無料の個人運営媒体です">
            <a:extLst xmlns:a="http://schemas.openxmlformats.org/drawingml/2006/main">
              <a:ext uri="{FF2B5EF4-FFF2-40B4-BE49-F238E27FC236}">
                <a16:creationId xmlns:a16="http://schemas.microsoft.com/office/drawing/2014/main" id="{3BADB971-2B61-472C-BED5-B9D277984E32}"/>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画面は当社の掲載例。編集責任者はメディくる代表の漆沢祐樹です。掲載料無料の個人運営媒体です。</a:t>
            </a:r>
          </a:p>
        </p:txBody>
      </p:sp>
    </p:spTree>
    <p:extLst>
      <p:ext uri="{BB962C8B-B14F-4D97-AF65-F5344CB8AC3E}">
        <p14:creationId xmlns:p14="http://schemas.microsoft.com/office/powerpoint/2010/main" val="34463974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02  経営者を理解するメディア">
            <a:extLst xmlns:a="http://schemas.openxmlformats.org/drawingml/2006/main">
              <a:ext uri="{FF2B5EF4-FFF2-40B4-BE49-F238E27FC236}">
                <a16:creationId xmlns:a16="http://schemas.microsoft.com/office/drawing/2014/main" id="{432275A5-18D2-422F-BB32-7375955E602F}"/>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経営者を理解するメディア</a:t>
            </a:r>
          </a:p>
        </p:txBody>
      </p:sp>
      <p:sp>
        <p:nvSpPr>
          <p:cNvPr id="2" name="社長の取材.comで、考え方と歩みを伝える">
            <a:extLst xmlns:a="http://schemas.openxmlformats.org/drawingml/2006/main">
              <a:ext uri="{FF2B5EF4-FFF2-40B4-BE49-F238E27FC236}">
                <a16:creationId xmlns:a16="http://schemas.microsoft.com/office/drawing/2014/main" id="{BCCAE872-C139-425C-A835-E9170E776CFE}"/>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社長の取材.comで、考え方と歩みを伝える</a:t>
            </a:r>
          </a:p>
        </p:txBody>
      </p:sp>
      <p:sp>
        <p:nvSpPr>
          <p:cNvPr id="3" name="">
            <a:extLst xmlns:a="http://schemas.openxmlformats.org/drawingml/2006/main">
              <a:ext uri="{FF2B5EF4-FFF2-40B4-BE49-F238E27FC236}">
                <a16:creationId xmlns:a16="http://schemas.microsoft.com/office/drawing/2014/main" id="{5412BAD5-F03D-4F9D-A142-D915395B054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7FE936D1-1F7A-4126-9B0E-B834AAB8B52F}"/>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15">
            <a:extLst xmlns:a="http://schemas.openxmlformats.org/drawingml/2006/main">
              <a:ext uri="{FF2B5EF4-FFF2-40B4-BE49-F238E27FC236}">
                <a16:creationId xmlns:a16="http://schemas.microsoft.com/office/drawing/2014/main" id="{DD3A5A32-CE69-436D-9963-9ED1C61949DE}"/>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21</a:t>
            </a:r>
          </a:p>
        </p:txBody>
      </p:sp>
      <p:pic>
        <p:nvPicPr>
          <p:cNvPr id="6" name="">
            <a:extLst xmlns:a="http://schemas.openxmlformats.org/drawingml/2006/main">
              <a:ext uri="{FF2B5EF4-FFF2-40B4-BE49-F238E27FC236}">
                <a16:creationId xmlns:a16="http://schemas.microsoft.com/office/drawing/2014/main" id="{ED648FDA-CFAC-40B6-B6BC-6F2B1DD6DFD6}"/>
              </a:ext>
            </a:extLst>
          </p:cNvPr>
          <p:cNvPicPr>
            <a:picLocks xmlns:a="http://schemas.openxmlformats.org/drawingml/2006/main" noChangeAspect="1"/>
          </p:cNvPicPr>
          <p:nvPr/>
        </p:nvPicPr>
        <p:blipFill>
          <a:blip xmlns:r="http://schemas.openxmlformats.org/officeDocument/2006/relationships" xmlns:a="http://schemas.openxmlformats.org/drawingml/2006/main" r:embed="Ra8dae37321be4706"/>
          <a:stretch xmlns:a="http://schemas.openxmlformats.org/drawingml/2006/main"/>
        </p:blipFill>
        <p:spPr>
          <a:xfrm xmlns:a="http://schemas.openxmlformats.org/drawingml/2006/main">
            <a:off x="609600" y="2116336"/>
            <a:ext cx="5276850" cy="296822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7B4D86A-5A84-4E1C-8DDC-6D0C307C4353}"/>
              </a:ext>
            </a:extLst>
          </p:cNvPr>
          <p:cNvPicPr>
            <a:picLocks xmlns:a="http://schemas.openxmlformats.org/drawingml/2006/main" noChangeAspect="1"/>
          </p:cNvPicPr>
          <p:nvPr/>
        </p:nvPicPr>
        <p:blipFill>
          <a:blip xmlns:r="http://schemas.openxmlformats.org/officeDocument/2006/relationships" xmlns:a="http://schemas.openxmlformats.org/drawingml/2006/main" r:embed="R91df344336e64c94"/>
          <a:stretch xmlns:a="http://schemas.openxmlformats.org/drawingml/2006/main"/>
        </p:blipFill>
        <p:spPr>
          <a:xfrm xmlns:a="http://schemas.openxmlformats.org/drawingml/2006/main">
            <a:off x="6305550" y="2116336"/>
            <a:ext cx="5276850" cy="2968228"/>
          </a:xfrm>
          <a:prstGeom xmlns:a="http://schemas.openxmlformats.org/drawingml/2006/main" prst="rect">
            <a:avLst/>
          </a:prstGeom>
        </p:spPr>
      </p:pic>
      <p:sp>
        <p:nvSpPr>
          <p:cNvPr id="8" name="原点・転機・仕事への考え方を、人物記事として整理">
            <a:extLst xmlns:a="http://schemas.openxmlformats.org/drawingml/2006/main">
              <a:ext uri="{FF2B5EF4-FFF2-40B4-BE49-F238E27FC236}">
                <a16:creationId xmlns:a16="http://schemas.microsoft.com/office/drawing/2014/main" id="{607EE696-4FEB-4EC9-A5D4-887FBBB78B8B}"/>
              </a:ext>
            </a:extLst>
          </p:cNvPr>
          <p:cNvSpPr>
            <a:spLocks xmlns:a="http://schemas.openxmlformats.org/drawingml/2006/main" noGrp="1"/>
          </p:cNvSpPr>
          <p:nvPr/>
        </p:nvSpPr>
        <p:spPr>
          <a:xfrm xmlns:a="http://schemas.openxmlformats.org/drawingml/2006/main">
            <a:off x="609600" y="52578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82E65"/>
                </a:solidFill>
                <a:latin typeface="Noto Sans JP"/>
                <a:ea typeface="Noto Sans JP"/>
                <a:cs typeface="Noto Sans JP"/>
              </a:defRPr>
            </a:defPPr>
          </a:lstStyle>
          <a:p xmlns:a="http://schemas.openxmlformats.org/drawingml/2006/main">
            <a:pPr algn="l">
              <a:defRPr sz="2250" b="1">
                <a:solidFill>
                  <a:srgbClr val="182E65"/>
                </a:solidFill>
                <a:latin typeface="Noto Sans JP"/>
                <a:ea typeface="Noto Sans JP"/>
                <a:cs typeface="Noto Sans JP"/>
              </a:defRPr>
            </a:pPr>
            <a:r>
              <a:rPr sz="2250" b="1">
                <a:solidFill>
                  <a:srgbClr val="182E65"/>
                </a:solidFill>
                <a:latin typeface="Noto Sans JP"/>
                <a:ea typeface="Noto Sans JP"/>
                <a:cs typeface="Noto Sans JP"/>
              </a:rPr>
              <a:t>原点・転機・仕事への考え方を、人物記事として整理</a:t>
            </a:r>
          </a:p>
        </p:txBody>
      </p:sp>
      <p:sp>
        <p:nvSpPr>
          <p:cNvPr id="9" name="運営・編集は漆沢祐樹個人です。画面は本人の掲載例で、独立した第三者評価ではありません。">
            <a:extLst xmlns:a="http://schemas.openxmlformats.org/drawingml/2006/main">
              <a:ext uri="{FF2B5EF4-FFF2-40B4-BE49-F238E27FC236}">
                <a16:creationId xmlns:a16="http://schemas.microsoft.com/office/drawing/2014/main" id="{894015C8-5344-4F8E-A043-C463FA8AA4AE}"/>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運営・編集は漆沢祐樹個人です。画面は本人の掲載例で、独立した第三者評価ではありません。</a:t>
            </a:r>
          </a:p>
        </p:txBody>
      </p:sp>
    </p:spTree>
    <p:extLst>
      <p:ext uri="{BB962C8B-B14F-4D97-AF65-F5344CB8AC3E}">
        <p14:creationId xmlns:p14="http://schemas.microsoft.com/office/powerpoint/2010/main" val="69271428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02  AI引用の特許技術を活用">
            <a:extLst xmlns:a="http://schemas.openxmlformats.org/drawingml/2006/main">
              <a:ext uri="{FF2B5EF4-FFF2-40B4-BE49-F238E27FC236}">
                <a16:creationId xmlns:a16="http://schemas.microsoft.com/office/drawing/2014/main" id="{BEDB45A3-F1D4-455F-B60E-0026B7F9D7B4}"/>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AI引用の特許技術を活用</a:t>
            </a:r>
          </a:p>
        </p:txBody>
      </p:sp>
      <p:sp>
        <p:nvSpPr>
          <p:cNvPr id="2" name="記事を用意した後も、AIでの伝わり方を確認">
            <a:extLst xmlns:a="http://schemas.openxmlformats.org/drawingml/2006/main">
              <a:ext uri="{FF2B5EF4-FFF2-40B4-BE49-F238E27FC236}">
                <a16:creationId xmlns:a16="http://schemas.microsoft.com/office/drawing/2014/main" id="{4BC0D0EC-B38E-4FFA-B6CC-F9790ED135CB}"/>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記事を用意した後も、AIでの伝わり方を確認</a:t>
            </a:r>
          </a:p>
        </p:txBody>
      </p:sp>
      <p:sp>
        <p:nvSpPr>
          <p:cNvPr id="3" name="">
            <a:extLst xmlns:a="http://schemas.openxmlformats.org/drawingml/2006/main">
              <a:ext uri="{FF2B5EF4-FFF2-40B4-BE49-F238E27FC236}">
                <a16:creationId xmlns:a16="http://schemas.microsoft.com/office/drawing/2014/main" id="{B653DF77-66E5-4916-81C9-589331069B79}"/>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0D8DCF71-6586-4DDB-84A9-6445FA1DC687}"/>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16">
            <a:extLst xmlns:a="http://schemas.openxmlformats.org/drawingml/2006/main">
              <a:ext uri="{FF2B5EF4-FFF2-40B4-BE49-F238E27FC236}">
                <a16:creationId xmlns:a16="http://schemas.microsoft.com/office/drawing/2014/main" id="{351B84B3-65C4-446E-872F-D42A78EF7006}"/>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22</a:t>
            </a:r>
          </a:p>
        </p:txBody>
      </p:sp>
      <p:sp>
        <p:nvSpPr>
          <p:cNvPr id="6" name="01">
            <a:extLst xmlns:a="http://schemas.openxmlformats.org/drawingml/2006/main">
              <a:ext uri="{FF2B5EF4-FFF2-40B4-BE49-F238E27FC236}">
                <a16:creationId xmlns:a16="http://schemas.microsoft.com/office/drawing/2014/main" id="{021FE175-3214-4FD0-ABE9-1A0052424EF3}"/>
              </a:ext>
            </a:extLst>
          </p:cNvPr>
          <p:cNvSpPr>
            <a:spLocks xmlns:a="http://schemas.openxmlformats.org/drawingml/2006/main" noGrp="1"/>
          </p:cNvSpPr>
          <p:nvPr/>
        </p:nvSpPr>
        <p:spPr>
          <a:xfrm xmlns:a="http://schemas.openxmlformats.org/drawingml/2006/main">
            <a:off x="609600" y="20097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01</a:t>
            </a:r>
          </a:p>
        </p:txBody>
      </p:sp>
      <p:sp>
        <p:nvSpPr>
          <p:cNvPr id="7" name="対象となる質問を決める">
            <a:extLst xmlns:a="http://schemas.openxmlformats.org/drawingml/2006/main">
              <a:ext uri="{FF2B5EF4-FFF2-40B4-BE49-F238E27FC236}">
                <a16:creationId xmlns:a16="http://schemas.microsoft.com/office/drawing/2014/main" id="{F649094A-654B-4BF2-908F-30F5C83A7171}"/>
              </a:ext>
            </a:extLst>
          </p:cNvPr>
          <p:cNvSpPr>
            <a:spLocks xmlns:a="http://schemas.openxmlformats.org/drawingml/2006/main" noGrp="1"/>
          </p:cNvSpPr>
          <p:nvPr/>
        </p:nvSpPr>
        <p:spPr>
          <a:xfrm xmlns:a="http://schemas.openxmlformats.org/drawingml/2006/main">
            <a:off x="1314450" y="2009775"/>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対象となる質問を決める</a:t>
            </a:r>
          </a:p>
        </p:txBody>
      </p:sp>
      <p:sp>
        <p:nvSpPr>
          <p:cNvPr id="8" name="指名検索と一般検索を分け、御社に合う問いを設計する。">
            <a:extLst xmlns:a="http://schemas.openxmlformats.org/drawingml/2006/main">
              <a:ext uri="{FF2B5EF4-FFF2-40B4-BE49-F238E27FC236}">
                <a16:creationId xmlns:a16="http://schemas.microsoft.com/office/drawing/2014/main" id="{6668AF5A-8138-4F5D-BF45-D6F2A06DD27F}"/>
              </a:ext>
            </a:extLst>
          </p:cNvPr>
          <p:cNvSpPr>
            <a:spLocks xmlns:a="http://schemas.openxmlformats.org/drawingml/2006/main" noGrp="1"/>
          </p:cNvSpPr>
          <p:nvPr/>
        </p:nvSpPr>
        <p:spPr>
          <a:xfrm xmlns:a="http://schemas.openxmlformats.org/drawingml/2006/main">
            <a:off x="1314450" y="2514600"/>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指名検索と一般検索を分け、御社に合う問いを設計する。</a:t>
            </a:r>
          </a:p>
        </p:txBody>
      </p:sp>
      <p:sp>
        <p:nvSpPr>
          <p:cNvPr id="9" name="02">
            <a:extLst xmlns:a="http://schemas.openxmlformats.org/drawingml/2006/main">
              <a:ext uri="{FF2B5EF4-FFF2-40B4-BE49-F238E27FC236}">
                <a16:creationId xmlns:a16="http://schemas.microsoft.com/office/drawing/2014/main" id="{1BD59694-FB0B-4A6A-906D-A58DAD81F042}"/>
              </a:ext>
            </a:extLst>
          </p:cNvPr>
          <p:cNvSpPr>
            <a:spLocks xmlns:a="http://schemas.openxmlformats.org/drawingml/2006/main" noGrp="1"/>
          </p:cNvSpPr>
          <p:nvPr/>
        </p:nvSpPr>
        <p:spPr>
          <a:xfrm xmlns:a="http://schemas.openxmlformats.org/drawingml/2006/main">
            <a:off x="609600" y="3238500"/>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02</a:t>
            </a:r>
          </a:p>
        </p:txBody>
      </p:sp>
      <p:sp>
        <p:nvSpPr>
          <p:cNvPr id="10" name="AIが参照できる情報を整える">
            <a:extLst xmlns:a="http://schemas.openxmlformats.org/drawingml/2006/main">
              <a:ext uri="{FF2B5EF4-FFF2-40B4-BE49-F238E27FC236}">
                <a16:creationId xmlns:a16="http://schemas.microsoft.com/office/drawing/2014/main" id="{FD54370F-E506-4769-BC4A-A2F2C0EB0D5A}"/>
              </a:ext>
            </a:extLst>
          </p:cNvPr>
          <p:cNvSpPr>
            <a:spLocks xmlns:a="http://schemas.openxmlformats.org/drawingml/2006/main" noGrp="1"/>
          </p:cNvSpPr>
          <p:nvPr/>
        </p:nvSpPr>
        <p:spPr>
          <a:xfrm xmlns:a="http://schemas.openxmlformats.org/drawingml/2006/main">
            <a:off x="1314450" y="3238500"/>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AIが参照できる情報を整える</a:t>
            </a:r>
          </a:p>
        </p:txBody>
      </p:sp>
      <p:sp>
        <p:nvSpPr>
          <p:cNvPr id="11" name="会社の事実・強み・出典を明確にし、公開情報を整える。">
            <a:extLst xmlns:a="http://schemas.openxmlformats.org/drawingml/2006/main">
              <a:ext uri="{FF2B5EF4-FFF2-40B4-BE49-F238E27FC236}">
                <a16:creationId xmlns:a16="http://schemas.microsoft.com/office/drawing/2014/main" id="{D3441CDA-83E2-4C98-BE2B-8831617DE2EB}"/>
              </a:ext>
            </a:extLst>
          </p:cNvPr>
          <p:cNvSpPr>
            <a:spLocks xmlns:a="http://schemas.openxmlformats.org/drawingml/2006/main" noGrp="1"/>
          </p:cNvSpPr>
          <p:nvPr/>
        </p:nvSpPr>
        <p:spPr>
          <a:xfrm xmlns:a="http://schemas.openxmlformats.org/drawingml/2006/main">
            <a:off x="1314450" y="3743325"/>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会社の事実・強み・出典を明確にし、公開情報を整える。</a:t>
            </a:r>
          </a:p>
        </p:txBody>
      </p:sp>
      <p:sp>
        <p:nvSpPr>
          <p:cNvPr id="12" name="03">
            <a:extLst xmlns:a="http://schemas.openxmlformats.org/drawingml/2006/main">
              <a:ext uri="{FF2B5EF4-FFF2-40B4-BE49-F238E27FC236}">
                <a16:creationId xmlns:a16="http://schemas.microsoft.com/office/drawing/2014/main" id="{AC9A8F76-BDF9-426D-9F97-06E53A464449}"/>
              </a:ext>
            </a:extLst>
          </p:cNvPr>
          <p:cNvSpPr>
            <a:spLocks xmlns:a="http://schemas.openxmlformats.org/drawingml/2006/main" noGrp="1"/>
          </p:cNvSpPr>
          <p:nvPr/>
        </p:nvSpPr>
        <p:spPr>
          <a:xfrm xmlns:a="http://schemas.openxmlformats.org/drawingml/2006/main">
            <a:off x="609600" y="44672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03</a:t>
            </a:r>
          </a:p>
        </p:txBody>
      </p:sp>
      <p:sp>
        <p:nvSpPr>
          <p:cNvPr id="13" name="回答と引用元を記録して改善する">
            <a:extLst xmlns:a="http://schemas.openxmlformats.org/drawingml/2006/main">
              <a:ext uri="{FF2B5EF4-FFF2-40B4-BE49-F238E27FC236}">
                <a16:creationId xmlns:a16="http://schemas.microsoft.com/office/drawing/2014/main" id="{4785B91D-EA6A-444F-A6EE-371104C10A5C}"/>
              </a:ext>
            </a:extLst>
          </p:cNvPr>
          <p:cNvSpPr>
            <a:spLocks xmlns:a="http://schemas.openxmlformats.org/drawingml/2006/main" noGrp="1"/>
          </p:cNvSpPr>
          <p:nvPr/>
        </p:nvSpPr>
        <p:spPr>
          <a:xfrm xmlns:a="http://schemas.openxmlformats.org/drawingml/2006/main">
            <a:off x="1314450" y="4467225"/>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回答と引用元を記録して改善する</a:t>
            </a:r>
          </a:p>
        </p:txBody>
      </p:sp>
      <p:sp>
        <p:nvSpPr>
          <p:cNvPr id="14" name="対象記事が使われたか、古い情報や誤認が残るかを確認。">
            <a:extLst xmlns:a="http://schemas.openxmlformats.org/drawingml/2006/main">
              <a:ext uri="{FF2B5EF4-FFF2-40B4-BE49-F238E27FC236}">
                <a16:creationId xmlns:a16="http://schemas.microsoft.com/office/drawing/2014/main" id="{1F1C96FE-DE67-4945-978D-E2056CD05D66}"/>
              </a:ext>
            </a:extLst>
          </p:cNvPr>
          <p:cNvSpPr>
            <a:spLocks xmlns:a="http://schemas.openxmlformats.org/drawingml/2006/main" noGrp="1"/>
          </p:cNvSpPr>
          <p:nvPr/>
        </p:nvSpPr>
        <p:spPr>
          <a:xfrm xmlns:a="http://schemas.openxmlformats.org/drawingml/2006/main">
            <a:off x="1314450" y="4972050"/>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対象記事が使われたか、古い情報や誤認が残るかを確認。</a:t>
            </a:r>
          </a:p>
        </p:txBody>
      </p:sp>
      <p:sp>
        <p:nvSpPr>
          <p:cNvPr id="15" name="対象AI・質問数・測定回数・改善の範囲は事前合意します。技術の利用と、AIの引用・順位の保">
            <a:extLst xmlns:a="http://schemas.openxmlformats.org/drawingml/2006/main">
              <a:ext uri="{FF2B5EF4-FFF2-40B4-BE49-F238E27FC236}">
                <a16:creationId xmlns:a16="http://schemas.microsoft.com/office/drawing/2014/main" id="{8BBDBF5E-C906-4E28-9309-F92A8DC8ABD1}"/>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対象AI・質問数・測定回数・改善の範囲は事前合意します。技術の利用と、AIの引用・順位の保証は別です。</a:t>
            </a:r>
          </a:p>
        </p:txBody>
      </p:sp>
    </p:spTree>
    <p:extLst>
      <p:ext uri="{BB962C8B-B14F-4D97-AF65-F5344CB8AC3E}">
        <p14:creationId xmlns:p14="http://schemas.microsoft.com/office/powerpoint/2010/main" val="17683083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02  AEO・GEO・LLMOとの比較">
            <a:extLst xmlns:a="http://schemas.openxmlformats.org/drawingml/2006/main">
              <a:ext uri="{FF2B5EF4-FFF2-40B4-BE49-F238E27FC236}">
                <a16:creationId xmlns:a16="http://schemas.microsoft.com/office/drawing/2014/main" id="{D1E5F956-1A85-4910-9D0E-662F1ED357AB}"/>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AEO・GEO・LLMOとの比較</a:t>
            </a:r>
          </a:p>
        </p:txBody>
      </p:sp>
      <p:sp>
        <p:nvSpPr>
          <p:cNvPr id="2" name="AI検索対策に、正式な取材とニュース展開を重ねる">
            <a:extLst xmlns:a="http://schemas.openxmlformats.org/drawingml/2006/main">
              <a:ext uri="{FF2B5EF4-FFF2-40B4-BE49-F238E27FC236}">
                <a16:creationId xmlns:a16="http://schemas.microsoft.com/office/drawing/2014/main" id="{CAE3C1C6-CF26-4550-9682-E4A26825E7F5}"/>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AI検索対策に、正式な取材とニュース展開を重ねる</a:t>
            </a:r>
          </a:p>
        </p:txBody>
      </p:sp>
      <p:sp>
        <p:nvSpPr>
          <p:cNvPr id="3" name="">
            <a:extLst xmlns:a="http://schemas.openxmlformats.org/drawingml/2006/main">
              <a:ext uri="{FF2B5EF4-FFF2-40B4-BE49-F238E27FC236}">
                <a16:creationId xmlns:a16="http://schemas.microsoft.com/office/drawing/2014/main" id="{A531F7F8-44FF-499C-971C-152C6CA136AB}"/>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DF8BACA8-29F4-4E74-AB5D-2EA4A5180B18}"/>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17">
            <a:extLst xmlns:a="http://schemas.openxmlformats.org/drawingml/2006/main">
              <a:ext uri="{FF2B5EF4-FFF2-40B4-BE49-F238E27FC236}">
                <a16:creationId xmlns:a16="http://schemas.microsoft.com/office/drawing/2014/main" id="{75E54FB0-A052-4B71-80AD-45603159ADA9}"/>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23</a:t>
            </a:r>
          </a:p>
        </p:txBody>
      </p:sp>
      <p:graphicFrame>
        <p:nvGraphicFramePr>
          <p:cNvPr id="6" name="">
            <a:extLst xmlns:a="http://schemas.openxmlformats.org/drawingml/2006/main">
              <a:ext uri="{FF2B5EF4-FFF2-40B4-BE49-F238E27FC236}">
                <a16:creationId xmlns:a16="http://schemas.microsoft.com/office/drawing/2014/main" id="{1B973D70-84BF-4C72-B9C3-8504C59CE46C}"/>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firstRow="0" bandRow="0"/>
              <a:tblGrid>
                <a:gridCol w="2343150"/>
                <a:gridCol w="4314825"/>
                <a:gridCol w="4314825"/>
              </a:tblGrid>
              <a:tr h="723900">
                <a:tc>
                  <a:txBody>
                    <a:bodyPr wrap="square" lIns="161925" tIns="85725" rIns="161925" bIns="85725">
                      <a:noAutofit/>
                    </a:bodyPr>
                    <a:lstStyle/>
                    <a:p>
                      <a:pPr algn="l"/>
                      <a:r>
                        <a:rPr sz="1613" b="1">
                          <a:solidFill>
                            <a:srgbClr val="FFFFFF"/>
                          </a:solidFill>
                          <a:latin typeface="Noto Sans JP"/>
                          <a:ea typeface="Noto Sans JP"/>
                          <a:cs typeface="Noto Sans JP"/>
                        </a:rPr>
                        <a:t>比較する項目</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13" b="1">
                          <a:solidFill>
                            <a:srgbClr val="FFFFFF"/>
                          </a:solidFill>
                          <a:latin typeface="Noto Sans JP"/>
                          <a:ea typeface="Noto Sans JP"/>
                          <a:cs typeface="Noto Sans JP"/>
                        </a:rPr>
                        <a:t>他サービスで確認すること</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13" b="1">
                          <a:solidFill>
                            <a:srgbClr val="FFFFFF"/>
                          </a:solidFill>
                          <a:latin typeface="Noto Sans JP"/>
                          <a:ea typeface="Noto Sans JP"/>
                          <a:cs typeface="Noto Sans JP"/>
                        </a:rPr>
                        <a:t>メディくるが重視する設計</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723900">
                <a:tc>
                  <a:txBody>
                    <a:bodyPr wrap="square" lIns="161925" tIns="85725" rIns="161925" bIns="85725">
                      <a:noAutofit/>
                    </a:bodyPr>
                    <a:lstStyle/>
                    <a:p>
                      <a:pPr algn="l"/>
                      <a:r>
                        <a:rPr sz="1613" b="1">
                          <a:solidFill>
                            <a:srgbClr val="172943"/>
                          </a:solidFill>
                          <a:latin typeface="Noto Sans JP"/>
                          <a:ea typeface="Noto Sans JP"/>
                          <a:cs typeface="Noto Sans JP"/>
                        </a:rPr>
                        <a:t>情報の出発点</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13" b="0">
                          <a:solidFill>
                            <a:srgbClr val="172943"/>
                          </a:solidFill>
                          <a:latin typeface="Noto Sans JP"/>
                          <a:ea typeface="Noto Sans JP"/>
                          <a:cs typeface="Noto Sans JP"/>
                        </a:rPr>
                        <a:t>既存記事の改善か、新規制作か</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13" b="0">
                          <a:solidFill>
                            <a:srgbClr val="172943"/>
                          </a:solidFill>
                          <a:latin typeface="Noto Sans JP"/>
                          <a:ea typeface="Noto Sans JP"/>
                          <a:cs typeface="Noto Sans JP"/>
                        </a:rPr>
                        <a:t>プロの取材で強みと根拠を確認</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23900">
                <a:tc>
                  <a:txBody>
                    <a:bodyPr wrap="square" lIns="161925" tIns="85725" rIns="161925" bIns="85725">
                      <a:noAutofit/>
                    </a:bodyPr>
                    <a:lstStyle/>
                    <a:p>
                      <a:pPr algn="l"/>
                      <a:r>
                        <a:rPr sz="1613" b="1">
                          <a:solidFill>
                            <a:srgbClr val="172943"/>
                          </a:solidFill>
                          <a:latin typeface="Noto Sans JP"/>
                          <a:ea typeface="Noto Sans JP"/>
                          <a:cs typeface="Noto Sans JP"/>
                        </a:rPr>
                        <a:t>ニュース展開</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13" b="0">
                          <a:solidFill>
                            <a:srgbClr val="172943"/>
                          </a:solidFill>
                          <a:latin typeface="Noto Sans JP"/>
                          <a:ea typeface="Noto Sans JP"/>
                          <a:cs typeface="Noto Sans JP"/>
                        </a:rPr>
                        <a:t>取材・編集・ニュースまで含むか</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13" b="0">
                          <a:solidFill>
                            <a:srgbClr val="172943"/>
                          </a:solidFill>
                          <a:latin typeface="Noto Sans JP"/>
                          <a:ea typeface="Noto Sans JP"/>
                          <a:cs typeface="Noto Sans JP"/>
                        </a:rPr>
                        <a:t>正式な取材記事を信頼の土台に</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723900">
                <a:tc>
                  <a:txBody>
                    <a:bodyPr wrap="square" lIns="161925" tIns="85725" rIns="161925" bIns="85725">
                      <a:noAutofit/>
                    </a:bodyPr>
                    <a:lstStyle/>
                    <a:p>
                      <a:pPr algn="l"/>
                      <a:r>
                        <a:rPr sz="1613" b="1">
                          <a:solidFill>
                            <a:srgbClr val="172943"/>
                          </a:solidFill>
                          <a:latin typeface="Noto Sans JP"/>
                          <a:ea typeface="Noto Sans JP"/>
                          <a:cs typeface="Noto Sans JP"/>
                        </a:rPr>
                        <a:t>第三者情報</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13" b="0">
                          <a:solidFill>
                            <a:srgbClr val="172943"/>
                          </a:solidFill>
                          <a:latin typeface="Noto Sans JP"/>
                          <a:ea typeface="Noto Sans JP"/>
                          <a:cs typeface="Noto Sans JP"/>
                        </a:rPr>
                        <a:t>外部記事の主体・出典・条件</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13" b="0">
                          <a:solidFill>
                            <a:srgbClr val="172943"/>
                          </a:solidFill>
                          <a:latin typeface="Noto Sans JP"/>
                          <a:ea typeface="Noto Sans JP"/>
                          <a:cs typeface="Noto Sans JP"/>
                        </a:rPr>
                        <a:t>ニュースと一貫する情報で補完</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23900">
                <a:tc>
                  <a:txBody>
                    <a:bodyPr wrap="square" lIns="161925" tIns="85725" rIns="161925" bIns="85725">
                      <a:noAutofit/>
                    </a:bodyPr>
                    <a:lstStyle/>
                    <a:p>
                      <a:pPr algn="l"/>
                      <a:r>
                        <a:rPr sz="1613" b="1">
                          <a:solidFill>
                            <a:srgbClr val="172943"/>
                          </a:solidFill>
                          <a:latin typeface="Noto Sans JP"/>
                          <a:ea typeface="Noto Sans JP"/>
                          <a:cs typeface="Noto Sans JP"/>
                        </a:rPr>
                        <a:t>掲載後の運用</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13" b="0">
                          <a:solidFill>
                            <a:srgbClr val="172943"/>
                          </a:solidFill>
                          <a:latin typeface="Noto Sans JP"/>
                          <a:ea typeface="Noto Sans JP"/>
                          <a:cs typeface="Noto Sans JP"/>
                        </a:rPr>
                        <a:t>引用測定だけか、改善も行うか</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13" b="0">
                          <a:solidFill>
                            <a:srgbClr val="172943"/>
                          </a:solidFill>
                          <a:latin typeface="Noto Sans JP"/>
                          <a:ea typeface="Noto Sans JP"/>
                          <a:cs typeface="Noto Sans JP"/>
                        </a:rPr>
                        <a:t>取材・情報整備・測定をつなげる</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bl>
          </a:graphicData>
        </a:graphic>
      </p:graphicFrame>
      <p:sp>
        <p:nvSpPr>
          <p:cNvPr id="7" name="各社の提供範囲は異なります。「他社は正式なニュースに掲載できない」と一括して断定する比較で">
            <a:extLst xmlns:a="http://schemas.openxmlformats.org/drawingml/2006/main">
              <a:ext uri="{FF2B5EF4-FFF2-40B4-BE49-F238E27FC236}">
                <a16:creationId xmlns:a16="http://schemas.microsoft.com/office/drawing/2014/main" id="{42D85DAB-23C0-42C3-9954-10561038447F}"/>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各社の提供範囲は異なります。「他社は正式なニュースに掲載できない」と一括して断定する比較ではありません。</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年2回の大手ネットニュース展開をセットにするのは20万円プランです。</a:t>
            </a:r>
          </a:p>
        </p:txBody>
      </p:sp>
    </p:spTree>
    <p:extLst>
      <p:ext uri="{BB962C8B-B14F-4D97-AF65-F5344CB8AC3E}">
        <p14:creationId xmlns:p14="http://schemas.microsoft.com/office/powerpoint/2010/main" val="183706352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02  差別化を支える実務">
            <a:extLst xmlns:a="http://schemas.openxmlformats.org/drawingml/2006/main">
              <a:ext uri="{FF2B5EF4-FFF2-40B4-BE49-F238E27FC236}">
                <a16:creationId xmlns:a16="http://schemas.microsoft.com/office/drawing/2014/main" id="{C96791F7-67C7-40DD-843E-89391404891E}"/>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差別化を支える実務</a:t>
            </a:r>
          </a:p>
        </p:txBody>
      </p:sp>
      <p:sp>
        <p:nvSpPr>
          <p:cNvPr id="2" name="取材から継続運用までを、一つの体制で進める">
            <a:extLst xmlns:a="http://schemas.openxmlformats.org/drawingml/2006/main">
              <a:ext uri="{FF2B5EF4-FFF2-40B4-BE49-F238E27FC236}">
                <a16:creationId xmlns:a16="http://schemas.microsoft.com/office/drawing/2014/main" id="{57AA4D40-3BE1-4450-BF47-A3BB285A8413}"/>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取材から継続運用までを、一つの体制で進める</a:t>
            </a:r>
          </a:p>
        </p:txBody>
      </p:sp>
      <p:sp>
        <p:nvSpPr>
          <p:cNvPr id="3" name="">
            <a:extLst xmlns:a="http://schemas.openxmlformats.org/drawingml/2006/main">
              <a:ext uri="{FF2B5EF4-FFF2-40B4-BE49-F238E27FC236}">
                <a16:creationId xmlns:a16="http://schemas.microsoft.com/office/drawing/2014/main" id="{1BF5C415-E8C0-40F0-B03E-B795B27915FE}"/>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46CD38EA-6E56-47A2-96BD-46B62B6548FE}"/>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18">
            <a:extLst xmlns:a="http://schemas.openxmlformats.org/drawingml/2006/main">
              <a:ext uri="{FF2B5EF4-FFF2-40B4-BE49-F238E27FC236}">
                <a16:creationId xmlns:a16="http://schemas.microsoft.com/office/drawing/2014/main" id="{A02B07D4-9993-4FBB-A6A0-1D40746AAD79}"/>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24</a:t>
            </a:r>
          </a:p>
        </p:txBody>
      </p:sp>
      <p:sp>
        <p:nvSpPr>
          <p:cNvPr id="6" name="01">
            <a:extLst xmlns:a="http://schemas.openxmlformats.org/drawingml/2006/main">
              <a:ext uri="{FF2B5EF4-FFF2-40B4-BE49-F238E27FC236}">
                <a16:creationId xmlns:a16="http://schemas.microsoft.com/office/drawing/2014/main" id="{29771059-B47E-477D-8E21-4FD646F4C33D}"/>
              </a:ext>
            </a:extLst>
          </p:cNvPr>
          <p:cNvSpPr>
            <a:spLocks xmlns:a="http://schemas.openxmlformats.org/drawingml/2006/main" noGrp="1"/>
          </p:cNvSpPr>
          <p:nvPr/>
        </p:nvSpPr>
        <p:spPr>
          <a:xfrm xmlns:a="http://schemas.openxmlformats.org/drawingml/2006/main">
            <a:off x="609600" y="2085975"/>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A78025"/>
                </a:solidFill>
                <a:latin typeface="Noto Sans JP"/>
                <a:ea typeface="Noto Sans JP"/>
                <a:cs typeface="Noto Sans JP"/>
              </a:defRPr>
            </a:defPPr>
          </a:lstStyle>
          <a:p xmlns:a="http://schemas.openxmlformats.org/drawingml/2006/main">
            <a:pPr algn="l">
              <a:defRPr sz="3000" b="1">
                <a:solidFill>
                  <a:srgbClr val="A78025"/>
                </a:solidFill>
                <a:latin typeface="Noto Sans JP"/>
                <a:ea typeface="Noto Sans JP"/>
                <a:cs typeface="Noto Sans JP"/>
              </a:defRPr>
            </a:pPr>
            <a:r>
              <a:rPr sz="3000" b="1">
                <a:solidFill>
                  <a:srgbClr val="A78025"/>
                </a:solidFill>
                <a:latin typeface="Noto Sans JP"/>
                <a:ea typeface="Noto Sans JP"/>
                <a:cs typeface="Noto Sans JP"/>
              </a:rPr>
              <a:t>01</a:t>
            </a:r>
          </a:p>
        </p:txBody>
      </p:sp>
      <p:sp>
        <p:nvSpPr>
          <p:cNvPr id="7" name="取材の質">
            <a:extLst xmlns:a="http://schemas.openxmlformats.org/drawingml/2006/main">
              <a:ext uri="{FF2B5EF4-FFF2-40B4-BE49-F238E27FC236}">
                <a16:creationId xmlns:a16="http://schemas.microsoft.com/office/drawing/2014/main" id="{1E25718B-59E7-4F97-932F-2DC31BDA1705}"/>
              </a:ext>
            </a:extLst>
          </p:cNvPr>
          <p:cNvSpPr>
            <a:spLocks xmlns:a="http://schemas.openxmlformats.org/drawingml/2006/main" noGrp="1"/>
          </p:cNvSpPr>
          <p:nvPr/>
        </p:nvSpPr>
        <p:spPr>
          <a:xfrm xmlns:a="http://schemas.openxmlformats.org/drawingml/2006/main">
            <a:off x="609600" y="28479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取材の質</a:t>
            </a:r>
          </a:p>
        </p:txBody>
      </p:sp>
      <p:sp>
        <p:nvSpPr>
          <p:cNvPr id="8" name="経営者や担当者の話から、&#10;会社独自の経験を引き出す。">
            <a:extLst xmlns:a="http://schemas.openxmlformats.org/drawingml/2006/main">
              <a:ext uri="{FF2B5EF4-FFF2-40B4-BE49-F238E27FC236}">
                <a16:creationId xmlns:a16="http://schemas.microsoft.com/office/drawing/2014/main" id="{C07D5570-671C-49F9-8B33-4305A7FECD87}"/>
              </a:ext>
            </a:extLst>
          </p:cNvPr>
          <p:cNvSpPr>
            <a:spLocks xmlns:a="http://schemas.openxmlformats.org/drawingml/2006/main" noGrp="1"/>
          </p:cNvSpPr>
          <p:nvPr/>
        </p:nvSpPr>
        <p:spPr>
          <a:xfrm xmlns:a="http://schemas.openxmlformats.org/drawingml/2006/main">
            <a:off x="609600" y="3600450"/>
            <a:ext cx="333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72943"/>
                </a:solidFill>
                <a:latin typeface="Noto Sans JP"/>
                <a:ea typeface="Noto Sans JP"/>
                <a:cs typeface="Noto Sans JP"/>
              </a:defRPr>
            </a:defPPr>
          </a:lstStyle>
          <a:p xmlns:a="http://schemas.openxmlformats.org/drawingml/2006/main">
            <a:pPr algn="l">
              <a:defRPr sz="1800" b="0">
                <a:solidFill>
                  <a:srgbClr val="172943"/>
                </a:solidFill>
                <a:latin typeface="Noto Sans JP"/>
                <a:ea typeface="Noto Sans JP"/>
                <a:cs typeface="Noto Sans JP"/>
              </a:defRPr>
            </a:pPr>
            <a:r>
              <a:rPr sz="1800" b="0">
                <a:solidFill>
                  <a:srgbClr val="172943"/>
                </a:solidFill>
                <a:latin typeface="Noto Sans JP"/>
                <a:ea typeface="Noto Sans JP"/>
                <a:cs typeface="Noto Sans JP"/>
              </a:rPr>
              <a:t>経営者や担当者の話から、</a:t>
            </a:r>
          </a:p>
          <a:p xmlns:a="http://schemas.openxmlformats.org/drawingml/2006/main">
            <a:pPr algn="l">
              <a:defRPr sz="1800" b="0">
                <a:solidFill>
                  <a:srgbClr val="172943"/>
                </a:solidFill>
                <a:latin typeface="Noto Sans JP"/>
                <a:ea typeface="Noto Sans JP"/>
                <a:cs typeface="Noto Sans JP"/>
              </a:defRPr>
            </a:pPr>
            <a:r>
              <a:rPr sz="1800" b="0">
                <a:solidFill>
                  <a:srgbClr val="172943"/>
                </a:solidFill>
                <a:latin typeface="Noto Sans JP"/>
                <a:ea typeface="Noto Sans JP"/>
                <a:cs typeface="Noto Sans JP"/>
              </a:rPr>
              <a:t>会社独自の経験を引き出す。</a:t>
            </a:r>
          </a:p>
        </p:txBody>
      </p:sp>
      <p:sp>
        <p:nvSpPr>
          <p:cNvPr id="9" name="">
            <a:extLst xmlns:a="http://schemas.openxmlformats.org/drawingml/2006/main">
              <a:ext uri="{FF2B5EF4-FFF2-40B4-BE49-F238E27FC236}">
                <a16:creationId xmlns:a16="http://schemas.microsoft.com/office/drawing/2014/main" id="{2AD13A91-5652-4997-85E7-59244FC113C6}"/>
              </a:ext>
            </a:extLst>
          </p:cNvPr>
          <p:cNvSpPr>
            <a:spLocks xmlns:a="http://schemas.openxmlformats.org/drawingml/2006/main" noGrp="1"/>
          </p:cNvSpPr>
          <p:nvPr/>
        </p:nvSpPr>
        <p:spPr>
          <a:xfrm xmlns:a="http://schemas.openxmlformats.org/drawingml/2006/main">
            <a:off x="609600" y="5010150"/>
            <a:ext cx="3276600" cy="38100"/>
          </a:xfrm>
          <a:prstGeom xmlns:a="http://schemas.openxmlformats.org/drawingml/2006/main" prst="rect">
            <a:avLst/>
          </a:prstGeom>
          <a:solidFill xmlns:a="http://schemas.openxmlformats.org/drawingml/2006/main">
            <a:srgbClr val="E7C766"/>
          </a:solidFill>
          <a:ln xmlns:a="http://schemas.openxmlformats.org/drawingml/2006/main" w="0">
            <a:noFill/>
          </a:ln>
        </p:spPr>
      </p:sp>
      <p:sp>
        <p:nvSpPr>
          <p:cNvPr id="10" name="02">
            <a:extLst xmlns:a="http://schemas.openxmlformats.org/drawingml/2006/main">
              <a:ext uri="{FF2B5EF4-FFF2-40B4-BE49-F238E27FC236}">
                <a16:creationId xmlns:a16="http://schemas.microsoft.com/office/drawing/2014/main" id="{71F9B6A6-B5CE-414F-9965-253B726013C2}"/>
              </a:ext>
            </a:extLst>
          </p:cNvPr>
          <p:cNvSpPr>
            <a:spLocks xmlns:a="http://schemas.openxmlformats.org/drawingml/2006/main" noGrp="1"/>
          </p:cNvSpPr>
          <p:nvPr/>
        </p:nvSpPr>
        <p:spPr>
          <a:xfrm xmlns:a="http://schemas.openxmlformats.org/drawingml/2006/main">
            <a:off x="4381500" y="2085975"/>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A78025"/>
                </a:solidFill>
                <a:latin typeface="Noto Sans JP"/>
                <a:ea typeface="Noto Sans JP"/>
                <a:cs typeface="Noto Sans JP"/>
              </a:defRPr>
            </a:defPPr>
          </a:lstStyle>
          <a:p xmlns:a="http://schemas.openxmlformats.org/drawingml/2006/main">
            <a:pPr algn="l">
              <a:defRPr sz="3000" b="1">
                <a:solidFill>
                  <a:srgbClr val="A78025"/>
                </a:solidFill>
                <a:latin typeface="Noto Sans JP"/>
                <a:ea typeface="Noto Sans JP"/>
                <a:cs typeface="Noto Sans JP"/>
              </a:defRPr>
            </a:pPr>
            <a:r>
              <a:rPr sz="3000" b="1">
                <a:solidFill>
                  <a:srgbClr val="A78025"/>
                </a:solidFill>
                <a:latin typeface="Noto Sans JP"/>
                <a:ea typeface="Noto Sans JP"/>
                <a:cs typeface="Noto Sans JP"/>
              </a:rPr>
              <a:t>02</a:t>
            </a:r>
          </a:p>
        </p:txBody>
      </p:sp>
      <p:sp>
        <p:nvSpPr>
          <p:cNvPr id="11" name="記事とニュース">
            <a:extLst xmlns:a="http://schemas.openxmlformats.org/drawingml/2006/main">
              <a:ext uri="{FF2B5EF4-FFF2-40B4-BE49-F238E27FC236}">
                <a16:creationId xmlns:a16="http://schemas.microsoft.com/office/drawing/2014/main" id="{6A7ABACC-8A96-42B4-A105-6405CED7D8E7}"/>
              </a:ext>
            </a:extLst>
          </p:cNvPr>
          <p:cNvSpPr>
            <a:spLocks xmlns:a="http://schemas.openxmlformats.org/drawingml/2006/main" noGrp="1"/>
          </p:cNvSpPr>
          <p:nvPr/>
        </p:nvSpPr>
        <p:spPr>
          <a:xfrm xmlns:a="http://schemas.openxmlformats.org/drawingml/2006/main">
            <a:off x="4381500" y="28479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記事とニュース</a:t>
            </a:r>
          </a:p>
        </p:txBody>
      </p:sp>
      <p:sp>
        <p:nvSpPr>
          <p:cNvPr id="12" name="根拠を確認して編集し、&#10;掲載条件と配信先を管理する。">
            <a:extLst xmlns:a="http://schemas.openxmlformats.org/drawingml/2006/main">
              <a:ext uri="{FF2B5EF4-FFF2-40B4-BE49-F238E27FC236}">
                <a16:creationId xmlns:a16="http://schemas.microsoft.com/office/drawing/2014/main" id="{DB243E5B-0481-4255-8F23-30B57D1A98B2}"/>
              </a:ext>
            </a:extLst>
          </p:cNvPr>
          <p:cNvSpPr>
            <a:spLocks xmlns:a="http://schemas.openxmlformats.org/drawingml/2006/main" noGrp="1"/>
          </p:cNvSpPr>
          <p:nvPr/>
        </p:nvSpPr>
        <p:spPr>
          <a:xfrm xmlns:a="http://schemas.openxmlformats.org/drawingml/2006/main">
            <a:off x="4381500" y="3600450"/>
            <a:ext cx="333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72943"/>
                </a:solidFill>
                <a:latin typeface="Noto Sans JP"/>
                <a:ea typeface="Noto Sans JP"/>
                <a:cs typeface="Noto Sans JP"/>
              </a:defRPr>
            </a:defPPr>
          </a:lstStyle>
          <a:p xmlns:a="http://schemas.openxmlformats.org/drawingml/2006/main">
            <a:pPr algn="l">
              <a:defRPr sz="1800" b="0">
                <a:solidFill>
                  <a:srgbClr val="172943"/>
                </a:solidFill>
                <a:latin typeface="Noto Sans JP"/>
                <a:ea typeface="Noto Sans JP"/>
                <a:cs typeface="Noto Sans JP"/>
              </a:defRPr>
            </a:pPr>
            <a:r>
              <a:rPr sz="1800" b="0">
                <a:solidFill>
                  <a:srgbClr val="172943"/>
                </a:solidFill>
                <a:latin typeface="Noto Sans JP"/>
                <a:ea typeface="Noto Sans JP"/>
                <a:cs typeface="Noto Sans JP"/>
              </a:rPr>
              <a:t>根拠を確認して編集し、</a:t>
            </a:r>
          </a:p>
          <a:p xmlns:a="http://schemas.openxmlformats.org/drawingml/2006/main">
            <a:pPr algn="l">
              <a:defRPr sz="1800" b="0">
                <a:solidFill>
                  <a:srgbClr val="172943"/>
                </a:solidFill>
                <a:latin typeface="Noto Sans JP"/>
                <a:ea typeface="Noto Sans JP"/>
                <a:cs typeface="Noto Sans JP"/>
              </a:defRPr>
            </a:pPr>
            <a:r>
              <a:rPr sz="1800" b="0">
                <a:solidFill>
                  <a:srgbClr val="172943"/>
                </a:solidFill>
                <a:latin typeface="Noto Sans JP"/>
                <a:ea typeface="Noto Sans JP"/>
                <a:cs typeface="Noto Sans JP"/>
              </a:rPr>
              <a:t>掲載条件と配信先を管理する。</a:t>
            </a:r>
          </a:p>
        </p:txBody>
      </p:sp>
      <p:sp>
        <p:nvSpPr>
          <p:cNvPr id="13" name="">
            <a:extLst xmlns:a="http://schemas.openxmlformats.org/drawingml/2006/main">
              <a:ext uri="{FF2B5EF4-FFF2-40B4-BE49-F238E27FC236}">
                <a16:creationId xmlns:a16="http://schemas.microsoft.com/office/drawing/2014/main" id="{8C0DC65B-EB0A-4B78-8B49-7FEB0CC60F1B}"/>
              </a:ext>
            </a:extLst>
          </p:cNvPr>
          <p:cNvSpPr>
            <a:spLocks xmlns:a="http://schemas.openxmlformats.org/drawingml/2006/main" noGrp="1"/>
          </p:cNvSpPr>
          <p:nvPr/>
        </p:nvSpPr>
        <p:spPr>
          <a:xfrm xmlns:a="http://schemas.openxmlformats.org/drawingml/2006/main">
            <a:off x="4381500" y="5010150"/>
            <a:ext cx="3276600" cy="38100"/>
          </a:xfrm>
          <a:prstGeom xmlns:a="http://schemas.openxmlformats.org/drawingml/2006/main" prst="rect">
            <a:avLst/>
          </a:prstGeom>
          <a:solidFill xmlns:a="http://schemas.openxmlformats.org/drawingml/2006/main">
            <a:srgbClr val="E7C766"/>
          </a:solidFill>
          <a:ln xmlns:a="http://schemas.openxmlformats.org/drawingml/2006/main" w="0">
            <a:noFill/>
          </a:ln>
        </p:spPr>
      </p:sp>
      <p:sp>
        <p:nvSpPr>
          <p:cNvPr id="14" name="03">
            <a:extLst xmlns:a="http://schemas.openxmlformats.org/drawingml/2006/main">
              <a:ext uri="{FF2B5EF4-FFF2-40B4-BE49-F238E27FC236}">
                <a16:creationId xmlns:a16="http://schemas.microsoft.com/office/drawing/2014/main" id="{77FEA95F-E040-410E-81FB-321ECA70531F}"/>
              </a:ext>
            </a:extLst>
          </p:cNvPr>
          <p:cNvSpPr>
            <a:spLocks xmlns:a="http://schemas.openxmlformats.org/drawingml/2006/main" noGrp="1"/>
          </p:cNvSpPr>
          <p:nvPr/>
        </p:nvSpPr>
        <p:spPr>
          <a:xfrm xmlns:a="http://schemas.openxmlformats.org/drawingml/2006/main">
            <a:off x="8153400" y="2085975"/>
            <a:ext cx="333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A78025"/>
                </a:solidFill>
                <a:latin typeface="Noto Sans JP"/>
                <a:ea typeface="Noto Sans JP"/>
                <a:cs typeface="Noto Sans JP"/>
              </a:defRPr>
            </a:defPPr>
          </a:lstStyle>
          <a:p xmlns:a="http://schemas.openxmlformats.org/drawingml/2006/main">
            <a:pPr algn="l">
              <a:defRPr sz="3000" b="1">
                <a:solidFill>
                  <a:srgbClr val="A78025"/>
                </a:solidFill>
                <a:latin typeface="Noto Sans JP"/>
                <a:ea typeface="Noto Sans JP"/>
                <a:cs typeface="Noto Sans JP"/>
              </a:defRPr>
            </a:pPr>
            <a:r>
              <a:rPr sz="3000" b="1">
                <a:solidFill>
                  <a:srgbClr val="A78025"/>
                </a:solidFill>
                <a:latin typeface="Noto Sans JP"/>
                <a:ea typeface="Noto Sans JP"/>
                <a:cs typeface="Noto Sans JP"/>
              </a:rPr>
              <a:t>03</a:t>
            </a:r>
          </a:p>
        </p:txBody>
      </p:sp>
      <p:sp>
        <p:nvSpPr>
          <p:cNvPr id="15" name="情報の継続運用">
            <a:extLst xmlns:a="http://schemas.openxmlformats.org/drawingml/2006/main">
              <a:ext uri="{FF2B5EF4-FFF2-40B4-BE49-F238E27FC236}">
                <a16:creationId xmlns:a16="http://schemas.microsoft.com/office/drawing/2014/main" id="{E44BFCAC-E7A6-4AA3-9E6A-DB4BA4F3A35A}"/>
              </a:ext>
            </a:extLst>
          </p:cNvPr>
          <p:cNvSpPr>
            <a:spLocks xmlns:a="http://schemas.openxmlformats.org/drawingml/2006/main" noGrp="1"/>
          </p:cNvSpPr>
          <p:nvPr/>
        </p:nvSpPr>
        <p:spPr>
          <a:xfrm xmlns:a="http://schemas.openxmlformats.org/drawingml/2006/main">
            <a:off x="8153400" y="28479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情報の継続運用</a:t>
            </a:r>
          </a:p>
        </p:txBody>
      </p:sp>
      <p:sp>
        <p:nvSpPr>
          <p:cNvPr id="16" name="媒体ごとの情報を整え、&#10;AIの引用を観測し続ける。">
            <a:extLst xmlns:a="http://schemas.openxmlformats.org/drawingml/2006/main">
              <a:ext uri="{FF2B5EF4-FFF2-40B4-BE49-F238E27FC236}">
                <a16:creationId xmlns:a16="http://schemas.microsoft.com/office/drawing/2014/main" id="{F73FF3CD-552D-4CCF-9927-BECC27416E5F}"/>
              </a:ext>
            </a:extLst>
          </p:cNvPr>
          <p:cNvSpPr>
            <a:spLocks xmlns:a="http://schemas.openxmlformats.org/drawingml/2006/main" noGrp="1"/>
          </p:cNvSpPr>
          <p:nvPr/>
        </p:nvSpPr>
        <p:spPr>
          <a:xfrm xmlns:a="http://schemas.openxmlformats.org/drawingml/2006/main">
            <a:off x="8153400" y="3600450"/>
            <a:ext cx="333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172943"/>
                </a:solidFill>
                <a:latin typeface="Noto Sans JP"/>
                <a:ea typeface="Noto Sans JP"/>
                <a:cs typeface="Noto Sans JP"/>
              </a:defRPr>
            </a:defPPr>
          </a:lstStyle>
          <a:p xmlns:a="http://schemas.openxmlformats.org/drawingml/2006/main">
            <a:pPr algn="l">
              <a:defRPr sz="1800" b="0">
                <a:solidFill>
                  <a:srgbClr val="172943"/>
                </a:solidFill>
                <a:latin typeface="Noto Sans JP"/>
                <a:ea typeface="Noto Sans JP"/>
                <a:cs typeface="Noto Sans JP"/>
              </a:defRPr>
            </a:pPr>
            <a:r>
              <a:rPr sz="1800" b="0">
                <a:solidFill>
                  <a:srgbClr val="172943"/>
                </a:solidFill>
                <a:latin typeface="Noto Sans JP"/>
                <a:ea typeface="Noto Sans JP"/>
                <a:cs typeface="Noto Sans JP"/>
              </a:rPr>
              <a:t>媒体ごとの情報を整え、</a:t>
            </a:r>
          </a:p>
          <a:p xmlns:a="http://schemas.openxmlformats.org/drawingml/2006/main">
            <a:pPr algn="l">
              <a:defRPr sz="1800" b="0">
                <a:solidFill>
                  <a:srgbClr val="172943"/>
                </a:solidFill>
                <a:latin typeface="Noto Sans JP"/>
                <a:ea typeface="Noto Sans JP"/>
                <a:cs typeface="Noto Sans JP"/>
              </a:defRPr>
            </a:pPr>
            <a:r>
              <a:rPr sz="1800" b="0">
                <a:solidFill>
                  <a:srgbClr val="172943"/>
                </a:solidFill>
                <a:latin typeface="Noto Sans JP"/>
                <a:ea typeface="Noto Sans JP"/>
                <a:cs typeface="Noto Sans JP"/>
              </a:rPr>
              <a:t>AIの引用を観測し続ける。</a:t>
            </a:r>
          </a:p>
        </p:txBody>
      </p:sp>
      <p:sp>
        <p:nvSpPr>
          <p:cNvPr id="17" name="">
            <a:extLst xmlns:a="http://schemas.openxmlformats.org/drawingml/2006/main">
              <a:ext uri="{FF2B5EF4-FFF2-40B4-BE49-F238E27FC236}">
                <a16:creationId xmlns:a16="http://schemas.microsoft.com/office/drawing/2014/main" id="{04D27282-DDFB-4151-B820-FB7BB499B71C}"/>
              </a:ext>
            </a:extLst>
          </p:cNvPr>
          <p:cNvSpPr>
            <a:spLocks xmlns:a="http://schemas.openxmlformats.org/drawingml/2006/main" noGrp="1"/>
          </p:cNvSpPr>
          <p:nvPr/>
        </p:nvSpPr>
        <p:spPr>
          <a:xfrm xmlns:a="http://schemas.openxmlformats.org/drawingml/2006/main">
            <a:off x="8153400" y="5010150"/>
            <a:ext cx="3276600" cy="38100"/>
          </a:xfrm>
          <a:prstGeom xmlns:a="http://schemas.openxmlformats.org/drawingml/2006/main" prst="rect">
            <a:avLst/>
          </a:prstGeom>
          <a:solidFill xmlns:a="http://schemas.openxmlformats.org/drawingml/2006/main">
            <a:srgbClr val="E7C766"/>
          </a:solidFill>
          <a:ln xmlns:a="http://schemas.openxmlformats.org/drawingml/2006/main" w="0">
            <a:noFill/>
          </a:ln>
        </p:spPr>
      </p:sp>
      <p:sp>
        <p:nvSpPr>
          <p:cNvPr id="18" name="正式ニュースを中心に、情報と運用を一つのサービスへ。">
            <a:extLst xmlns:a="http://schemas.openxmlformats.org/drawingml/2006/main">
              <a:ext uri="{FF2B5EF4-FFF2-40B4-BE49-F238E27FC236}">
                <a16:creationId xmlns:a16="http://schemas.microsoft.com/office/drawing/2014/main" id="{2707EF91-E5FB-4895-AEA0-AC41B991C25E}"/>
              </a:ext>
            </a:extLst>
          </p:cNvPr>
          <p:cNvSpPr>
            <a:spLocks xmlns:a="http://schemas.openxmlformats.org/drawingml/2006/main" noGrp="1"/>
          </p:cNvSpPr>
          <p:nvPr/>
        </p:nvSpPr>
        <p:spPr>
          <a:xfrm xmlns:a="http://schemas.openxmlformats.org/drawingml/2006/main">
            <a:off x="609600" y="53625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正式ニュースを中心に、情報と運用を一つのサービスへ。</a:t>
            </a:r>
          </a:p>
        </p:txBody>
      </p:sp>
      <p:sp>
        <p:nvSpPr>
          <p:cNvPr id="19" name="取材・編集・情報整備・AIの引用測定を、一貫する運用として進めます。掲載先や運用範囲は個別">
            <a:extLst xmlns:a="http://schemas.openxmlformats.org/drawingml/2006/main">
              <a:ext uri="{FF2B5EF4-FFF2-40B4-BE49-F238E27FC236}">
                <a16:creationId xmlns:a16="http://schemas.microsoft.com/office/drawing/2014/main" id="{43F1299C-9CE3-44DC-AC06-3DF48CCDE80A}"/>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取材・編集・情報整備・AIの引用測定を、一貫する運用として進めます。掲載先や運用範囲は個別にご提示します。</a:t>
            </a:r>
          </a:p>
        </p:txBody>
      </p:sp>
    </p:spTree>
    <p:extLst>
      <p:ext uri="{BB962C8B-B14F-4D97-AF65-F5344CB8AC3E}">
        <p14:creationId xmlns:p14="http://schemas.microsoft.com/office/powerpoint/2010/main" val="193493022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02  記事を営業資産として使う">
            <a:extLst xmlns:a="http://schemas.openxmlformats.org/drawingml/2006/main">
              <a:ext uri="{FF2B5EF4-FFF2-40B4-BE49-F238E27FC236}">
                <a16:creationId xmlns:a16="http://schemas.microsoft.com/office/drawing/2014/main" id="{6EF21D5C-46EE-4E55-A27D-0EEDD35EFDD4}"/>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buNone/>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記事を営業資産として使う</a:t>
            </a:r>
          </a:p>
        </p:txBody>
      </p:sp>
      <p:sp>
        <p:nvSpPr>
          <p:cNvPr id="2" name="記事の掲載後は、LP・商談・採用でも活用できる">
            <a:extLst xmlns:a="http://schemas.openxmlformats.org/drawingml/2006/main">
              <a:ext uri="{FF2B5EF4-FFF2-40B4-BE49-F238E27FC236}">
                <a16:creationId xmlns:a16="http://schemas.microsoft.com/office/drawing/2014/main" id="{F3D6177D-F76A-4E93-91A7-C6C54FCD6CF0}"/>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2E65"/>
                </a:solidFill>
                <a:latin typeface="Noto Sans JP"/>
                <a:ea typeface="Noto Sans JP"/>
                <a:cs typeface="Noto Sans JP"/>
              </a:defRPr>
            </a:defPPr>
            <a:lvl1pPr algn="l">
              <a:defRPr sz="3000" b="1">
                <a:solidFill>
                  <a:srgbClr val="182E65"/>
                </a:solidFill>
                <a:latin typeface="Noto Sans JP"/>
                <a:ea typeface="Noto Sans JP"/>
                <a:cs typeface="Noto Sans JP"/>
              </a:defRPr>
            </a:lvl1pPr>
            <a:lvl2pPr algn="l">
              <a:defRPr sz="3000" b="1">
                <a:solidFill>
                  <a:srgbClr val="182E65"/>
                </a:solidFill>
                <a:latin typeface="Noto Sans JP"/>
                <a:ea typeface="Noto Sans JP"/>
                <a:cs typeface="Noto Sans JP"/>
              </a:defRPr>
            </a:lvl2pPr>
            <a:lvl3pPr algn="l">
              <a:defRPr sz="3000" b="1">
                <a:solidFill>
                  <a:srgbClr val="182E65"/>
                </a:solidFill>
                <a:latin typeface="Noto Sans JP"/>
                <a:ea typeface="Noto Sans JP"/>
                <a:cs typeface="Noto Sans JP"/>
              </a:defRPr>
            </a:lvl3pPr>
            <a:lvl4pPr algn="l">
              <a:defRPr sz="3000" b="1">
                <a:solidFill>
                  <a:srgbClr val="182E65"/>
                </a:solidFill>
                <a:latin typeface="Noto Sans JP"/>
                <a:ea typeface="Noto Sans JP"/>
                <a:cs typeface="Noto Sans JP"/>
              </a:defRPr>
            </a:lvl4pPr>
            <a:lvl5pPr algn="l">
              <a:defRPr sz="3000" b="1">
                <a:solidFill>
                  <a:srgbClr val="182E65"/>
                </a:solidFill>
                <a:latin typeface="Noto Sans JP"/>
                <a:ea typeface="Noto Sans JP"/>
                <a:cs typeface="Noto Sans JP"/>
              </a:defRPr>
            </a:lvl5pPr>
            <a:lvl6pPr algn="l">
              <a:defRPr sz="3000" b="1">
                <a:solidFill>
                  <a:srgbClr val="182E65"/>
                </a:solidFill>
                <a:latin typeface="Noto Sans JP"/>
                <a:ea typeface="Noto Sans JP"/>
                <a:cs typeface="Noto Sans JP"/>
              </a:defRPr>
            </a:lvl6pPr>
            <a:lvl7pPr algn="l">
              <a:defRPr sz="3000" b="1">
                <a:solidFill>
                  <a:srgbClr val="182E65"/>
                </a:solidFill>
                <a:latin typeface="Noto Sans JP"/>
                <a:ea typeface="Noto Sans JP"/>
                <a:cs typeface="Noto Sans JP"/>
              </a:defRPr>
            </a:lvl7pPr>
            <a:lvl8pPr algn="l">
              <a:defRPr sz="3000" b="1">
                <a:solidFill>
                  <a:srgbClr val="182E65"/>
                </a:solidFill>
                <a:latin typeface="Noto Sans JP"/>
                <a:ea typeface="Noto Sans JP"/>
                <a:cs typeface="Noto Sans JP"/>
              </a:defRPr>
            </a:lvl8pPr>
            <a:lvl9pPr algn="l">
              <a:defRPr sz="3000" b="1">
                <a:solidFill>
                  <a:srgbClr val="182E65"/>
                </a:solidFill>
                <a:latin typeface="Noto Sans JP"/>
                <a:ea typeface="Noto Sans JP"/>
                <a:cs typeface="Noto Sans JP"/>
              </a:defRPr>
            </a:lvl9pPr>
          </a:lstStyle>
          <a:p xmlns:a="http://schemas.openxmlformats.org/drawingml/2006/main">
            <a:pPr algn="l">
              <a:buNone/>
              <a:defRPr sz="3000" b="1">
                <a:solidFill>
                  <a:srgbClr val="182E65"/>
                </a:solidFill>
                <a:latin typeface="Noto Sans JP"/>
                <a:ea typeface="Noto Sans JP"/>
                <a:cs typeface="Noto Sans JP"/>
              </a:defRPr>
            </a:pPr>
            <a:r>
              <a:rPr sz="3000" b="1">
                <a:solidFill>
                  <a:srgbClr val="182E65"/>
                </a:solidFill>
                <a:latin typeface="Noto Sans JP"/>
                <a:ea typeface="Noto Sans JP"/>
                <a:cs typeface="Noto Sans JP"/>
              </a:rPr>
              <a:t>「ニュースに掲載されました」を、LP・営業の強みに</a:t>
            </a:r>
          </a:p>
        </p:txBody>
      </p:sp>
      <p:sp>
        <p:nvSpPr>
          <p:cNvPr id="3" name="">
            <a:extLst xmlns:a="http://schemas.openxmlformats.org/drawingml/2006/main">
              <a:ext uri="{FF2B5EF4-FFF2-40B4-BE49-F238E27FC236}">
                <a16:creationId xmlns:a16="http://schemas.microsoft.com/office/drawing/2014/main" id="{E0E2B972-D052-4EEE-8F47-7BDCC397A37A}"/>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19AF9B6F-819D-43B2-B1A5-344C9E7CDBF6}"/>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buNone/>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19">
            <a:extLst xmlns:a="http://schemas.openxmlformats.org/drawingml/2006/main">
              <a:ext uri="{FF2B5EF4-FFF2-40B4-BE49-F238E27FC236}">
                <a16:creationId xmlns:a16="http://schemas.microsoft.com/office/drawing/2014/main" id="{B525C000-D8BB-4951-95D5-BDCB642AE66E}"/>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buNone/>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16</a:t>
            </a:r>
          </a:p>
        </p:txBody>
      </p:sp>
      <p:pic>
        <p:nvPicPr>
          <p:cNvPr id="6" name="">
            <a:extLst xmlns:a="http://schemas.openxmlformats.org/drawingml/2006/main">
              <a:ext uri="{FF2B5EF4-FFF2-40B4-BE49-F238E27FC236}">
                <a16:creationId xmlns:a16="http://schemas.microsoft.com/office/drawing/2014/main" id="{7A53702D-BFCE-4FC7-8BA7-22FA455F1E90}"/>
              </a:ext>
            </a:extLst>
          </p:cNvPr>
          <p:cNvPicPr>
            <a:picLocks xmlns:a="http://schemas.openxmlformats.org/drawingml/2006/main" noChangeAspect="1"/>
          </p:cNvPicPr>
          <p:nvPr/>
        </p:nvPicPr>
        <p:blipFill>
          <a:blip xmlns:r="http://schemas.openxmlformats.org/officeDocument/2006/relationships" xmlns:a="http://schemas.openxmlformats.org/drawingml/2006/main" r:embed="Rbd5a0acdbc164c7a"/>
          <a:stretch xmlns:a="http://schemas.openxmlformats.org/drawingml/2006/main"/>
        </p:blipFill>
        <p:spPr>
          <a:xfrm xmlns:a="http://schemas.openxmlformats.org/drawingml/2006/main">
            <a:off x="609600" y="2211970"/>
            <a:ext cx="5391150" cy="3034134"/>
          </a:xfrm>
          <a:prstGeom xmlns:a="http://schemas.openxmlformats.org/drawingml/2006/main" prst="rect">
            <a:avLst/>
          </a:prstGeom>
        </p:spPr>
      </p:pic>
      <p:sp>
        <p:nvSpPr>
          <p:cNvPr id="7" name="01">
            <a:extLst xmlns:a="http://schemas.openxmlformats.org/drawingml/2006/main">
              <a:ext uri="{FF2B5EF4-FFF2-40B4-BE49-F238E27FC236}">
                <a16:creationId xmlns:a16="http://schemas.microsoft.com/office/drawing/2014/main" id="{1601ACF6-0EB4-43E7-93A3-6C9638A3D56A}"/>
              </a:ext>
            </a:extLst>
          </p:cNvPr>
          <p:cNvSpPr>
            <a:spLocks xmlns:a="http://schemas.openxmlformats.org/drawingml/2006/main" noGrp="1"/>
          </p:cNvSpPr>
          <p:nvPr/>
        </p:nvSpPr>
        <p:spPr>
          <a:xfrm xmlns:a="http://schemas.openxmlformats.org/drawingml/2006/main">
            <a:off x="6534150" y="2057400"/>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vl1pPr algn="l">
              <a:defRPr sz="1950" b="1">
                <a:solidFill>
                  <a:srgbClr val="A78025"/>
                </a:solidFill>
                <a:latin typeface="Noto Sans JP"/>
                <a:ea typeface="Noto Sans JP"/>
                <a:cs typeface="Noto Sans JP"/>
              </a:defRPr>
            </a:lvl1pPr>
            <a:lvl2pPr algn="l">
              <a:defRPr sz="1950" b="1">
                <a:solidFill>
                  <a:srgbClr val="A78025"/>
                </a:solidFill>
                <a:latin typeface="Noto Sans JP"/>
                <a:ea typeface="Noto Sans JP"/>
                <a:cs typeface="Noto Sans JP"/>
              </a:defRPr>
            </a:lvl2pPr>
            <a:lvl3pPr algn="l">
              <a:defRPr sz="1950" b="1">
                <a:solidFill>
                  <a:srgbClr val="A78025"/>
                </a:solidFill>
                <a:latin typeface="Noto Sans JP"/>
                <a:ea typeface="Noto Sans JP"/>
                <a:cs typeface="Noto Sans JP"/>
              </a:defRPr>
            </a:lvl3pPr>
            <a:lvl4pPr algn="l">
              <a:defRPr sz="1950" b="1">
                <a:solidFill>
                  <a:srgbClr val="A78025"/>
                </a:solidFill>
                <a:latin typeface="Noto Sans JP"/>
                <a:ea typeface="Noto Sans JP"/>
                <a:cs typeface="Noto Sans JP"/>
              </a:defRPr>
            </a:lvl4pPr>
            <a:lvl5pPr algn="l">
              <a:defRPr sz="1950" b="1">
                <a:solidFill>
                  <a:srgbClr val="A78025"/>
                </a:solidFill>
                <a:latin typeface="Noto Sans JP"/>
                <a:ea typeface="Noto Sans JP"/>
                <a:cs typeface="Noto Sans JP"/>
              </a:defRPr>
            </a:lvl5pPr>
            <a:lvl6pPr algn="l">
              <a:defRPr sz="1950" b="1">
                <a:solidFill>
                  <a:srgbClr val="A78025"/>
                </a:solidFill>
                <a:latin typeface="Noto Sans JP"/>
                <a:ea typeface="Noto Sans JP"/>
                <a:cs typeface="Noto Sans JP"/>
              </a:defRPr>
            </a:lvl6pPr>
            <a:lvl7pPr algn="l">
              <a:defRPr sz="1950" b="1">
                <a:solidFill>
                  <a:srgbClr val="A78025"/>
                </a:solidFill>
                <a:latin typeface="Noto Sans JP"/>
                <a:ea typeface="Noto Sans JP"/>
                <a:cs typeface="Noto Sans JP"/>
              </a:defRPr>
            </a:lvl7pPr>
            <a:lvl8pPr algn="l">
              <a:defRPr sz="1950" b="1">
                <a:solidFill>
                  <a:srgbClr val="A78025"/>
                </a:solidFill>
                <a:latin typeface="Noto Sans JP"/>
                <a:ea typeface="Noto Sans JP"/>
                <a:cs typeface="Noto Sans JP"/>
              </a:defRPr>
            </a:lvl8pPr>
            <a:lvl9pPr algn="l">
              <a:defRPr sz="1950" b="1">
                <a:solidFill>
                  <a:srgbClr val="A78025"/>
                </a:solidFill>
                <a:latin typeface="Noto Sans JP"/>
                <a:ea typeface="Noto Sans JP"/>
                <a:cs typeface="Noto Sans JP"/>
              </a:defRPr>
            </a:lvl9pPr>
          </a:lstStyle>
          <a:p xmlns:a="http://schemas.openxmlformats.org/drawingml/2006/main">
            <a:pPr algn="l">
              <a:buNone/>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01</a:t>
            </a:r>
          </a:p>
        </p:txBody>
      </p:sp>
      <p:sp>
        <p:nvSpPr>
          <p:cNvPr id="8" name="LP・ホームページ">
            <a:extLst xmlns:a="http://schemas.openxmlformats.org/drawingml/2006/main">
              <a:ext uri="{FF2B5EF4-FFF2-40B4-BE49-F238E27FC236}">
                <a16:creationId xmlns:a16="http://schemas.microsoft.com/office/drawing/2014/main" id="{719FA27E-309D-40C4-B9FD-D903950DD8C2}"/>
              </a:ext>
            </a:extLst>
          </p:cNvPr>
          <p:cNvSpPr>
            <a:spLocks xmlns:a="http://schemas.openxmlformats.org/drawingml/2006/main" noGrp="1"/>
          </p:cNvSpPr>
          <p:nvPr/>
        </p:nvSpPr>
        <p:spPr>
          <a:xfrm xmlns:a="http://schemas.openxmlformats.org/drawingml/2006/main">
            <a:off x="7239000" y="2057400"/>
            <a:ext cx="4343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vl1pPr algn="l">
              <a:defRPr sz="2175" b="1">
                <a:solidFill>
                  <a:srgbClr val="182E65"/>
                </a:solidFill>
                <a:latin typeface="Noto Sans JP"/>
                <a:ea typeface="Noto Sans JP"/>
                <a:cs typeface="Noto Sans JP"/>
              </a:defRPr>
            </a:lvl1pPr>
            <a:lvl2pPr algn="l">
              <a:defRPr sz="2175" b="1">
                <a:solidFill>
                  <a:srgbClr val="182E65"/>
                </a:solidFill>
                <a:latin typeface="Noto Sans JP"/>
                <a:ea typeface="Noto Sans JP"/>
                <a:cs typeface="Noto Sans JP"/>
              </a:defRPr>
            </a:lvl2pPr>
            <a:lvl3pPr algn="l">
              <a:defRPr sz="2175" b="1">
                <a:solidFill>
                  <a:srgbClr val="182E65"/>
                </a:solidFill>
                <a:latin typeface="Noto Sans JP"/>
                <a:ea typeface="Noto Sans JP"/>
                <a:cs typeface="Noto Sans JP"/>
              </a:defRPr>
            </a:lvl3pPr>
            <a:lvl4pPr algn="l">
              <a:defRPr sz="2175" b="1">
                <a:solidFill>
                  <a:srgbClr val="182E65"/>
                </a:solidFill>
                <a:latin typeface="Noto Sans JP"/>
                <a:ea typeface="Noto Sans JP"/>
                <a:cs typeface="Noto Sans JP"/>
              </a:defRPr>
            </a:lvl4pPr>
            <a:lvl5pPr algn="l">
              <a:defRPr sz="2175" b="1">
                <a:solidFill>
                  <a:srgbClr val="182E65"/>
                </a:solidFill>
                <a:latin typeface="Noto Sans JP"/>
                <a:ea typeface="Noto Sans JP"/>
                <a:cs typeface="Noto Sans JP"/>
              </a:defRPr>
            </a:lvl5pPr>
            <a:lvl6pPr algn="l">
              <a:defRPr sz="2175" b="1">
                <a:solidFill>
                  <a:srgbClr val="182E65"/>
                </a:solidFill>
                <a:latin typeface="Noto Sans JP"/>
                <a:ea typeface="Noto Sans JP"/>
                <a:cs typeface="Noto Sans JP"/>
              </a:defRPr>
            </a:lvl6pPr>
            <a:lvl7pPr algn="l">
              <a:defRPr sz="2175" b="1">
                <a:solidFill>
                  <a:srgbClr val="182E65"/>
                </a:solidFill>
                <a:latin typeface="Noto Sans JP"/>
                <a:ea typeface="Noto Sans JP"/>
                <a:cs typeface="Noto Sans JP"/>
              </a:defRPr>
            </a:lvl7pPr>
            <a:lvl8pPr algn="l">
              <a:defRPr sz="2175" b="1">
                <a:solidFill>
                  <a:srgbClr val="182E65"/>
                </a:solidFill>
                <a:latin typeface="Noto Sans JP"/>
                <a:ea typeface="Noto Sans JP"/>
                <a:cs typeface="Noto Sans JP"/>
              </a:defRPr>
            </a:lvl8pPr>
            <a:lvl9pPr algn="l">
              <a:defRPr sz="2175" b="1">
                <a:solidFill>
                  <a:srgbClr val="182E65"/>
                </a:solidFill>
                <a:latin typeface="Noto Sans JP"/>
                <a:ea typeface="Noto Sans JP"/>
                <a:cs typeface="Noto Sans JP"/>
              </a:defRPr>
            </a:lvl9pPr>
          </a:lstStyle>
          <a:p xmlns:a="http://schemas.openxmlformats.org/drawingml/2006/main">
            <a:pPr algn="l">
              <a:buNone/>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LP・ホームページ</a:t>
            </a:r>
          </a:p>
        </p:txBody>
      </p:sp>
      <p:sp>
        <p:nvSpPr>
          <p:cNvPr id="9" name="掲載実績と記事へのリンクを案内。">
            <a:extLst xmlns:a="http://schemas.openxmlformats.org/drawingml/2006/main">
              <a:ext uri="{FF2B5EF4-FFF2-40B4-BE49-F238E27FC236}">
                <a16:creationId xmlns:a16="http://schemas.microsoft.com/office/drawing/2014/main" id="{FE875CB8-D85C-4C24-8315-028E739DF2AB}"/>
              </a:ext>
            </a:extLst>
          </p:cNvPr>
          <p:cNvSpPr>
            <a:spLocks xmlns:a="http://schemas.openxmlformats.org/drawingml/2006/main" noGrp="1"/>
          </p:cNvSpPr>
          <p:nvPr/>
        </p:nvSpPr>
        <p:spPr>
          <a:xfrm xmlns:a="http://schemas.openxmlformats.org/drawingml/2006/main">
            <a:off x="7239000" y="2562225"/>
            <a:ext cx="4343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掲載実績・許諾済みロゴから、</a:t>
            </a:r>
          </a:p>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記事本文へ案内。</a:t>
            </a:r>
          </a:p>
        </p:txBody>
      </p:sp>
      <p:sp>
        <p:nvSpPr>
          <p:cNvPr id="10" name="02">
            <a:extLst xmlns:a="http://schemas.openxmlformats.org/drawingml/2006/main">
              <a:ext uri="{FF2B5EF4-FFF2-40B4-BE49-F238E27FC236}">
                <a16:creationId xmlns:a16="http://schemas.microsoft.com/office/drawing/2014/main" id="{509C3137-DE78-409B-9157-23ABED139089}"/>
              </a:ext>
            </a:extLst>
          </p:cNvPr>
          <p:cNvSpPr>
            <a:spLocks xmlns:a="http://schemas.openxmlformats.org/drawingml/2006/main" noGrp="1"/>
          </p:cNvSpPr>
          <p:nvPr/>
        </p:nvSpPr>
        <p:spPr>
          <a:xfrm xmlns:a="http://schemas.openxmlformats.org/drawingml/2006/main">
            <a:off x="6534150" y="32861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vl1pPr algn="l">
              <a:defRPr sz="1950" b="1">
                <a:solidFill>
                  <a:srgbClr val="A78025"/>
                </a:solidFill>
                <a:latin typeface="Noto Sans JP"/>
                <a:ea typeface="Noto Sans JP"/>
                <a:cs typeface="Noto Sans JP"/>
              </a:defRPr>
            </a:lvl1pPr>
            <a:lvl2pPr algn="l">
              <a:defRPr sz="1950" b="1">
                <a:solidFill>
                  <a:srgbClr val="A78025"/>
                </a:solidFill>
                <a:latin typeface="Noto Sans JP"/>
                <a:ea typeface="Noto Sans JP"/>
                <a:cs typeface="Noto Sans JP"/>
              </a:defRPr>
            </a:lvl2pPr>
            <a:lvl3pPr algn="l">
              <a:defRPr sz="1950" b="1">
                <a:solidFill>
                  <a:srgbClr val="A78025"/>
                </a:solidFill>
                <a:latin typeface="Noto Sans JP"/>
                <a:ea typeface="Noto Sans JP"/>
                <a:cs typeface="Noto Sans JP"/>
              </a:defRPr>
            </a:lvl3pPr>
            <a:lvl4pPr algn="l">
              <a:defRPr sz="1950" b="1">
                <a:solidFill>
                  <a:srgbClr val="A78025"/>
                </a:solidFill>
                <a:latin typeface="Noto Sans JP"/>
                <a:ea typeface="Noto Sans JP"/>
                <a:cs typeface="Noto Sans JP"/>
              </a:defRPr>
            </a:lvl4pPr>
            <a:lvl5pPr algn="l">
              <a:defRPr sz="1950" b="1">
                <a:solidFill>
                  <a:srgbClr val="A78025"/>
                </a:solidFill>
                <a:latin typeface="Noto Sans JP"/>
                <a:ea typeface="Noto Sans JP"/>
                <a:cs typeface="Noto Sans JP"/>
              </a:defRPr>
            </a:lvl5pPr>
            <a:lvl6pPr algn="l">
              <a:defRPr sz="1950" b="1">
                <a:solidFill>
                  <a:srgbClr val="A78025"/>
                </a:solidFill>
                <a:latin typeface="Noto Sans JP"/>
                <a:ea typeface="Noto Sans JP"/>
                <a:cs typeface="Noto Sans JP"/>
              </a:defRPr>
            </a:lvl6pPr>
            <a:lvl7pPr algn="l">
              <a:defRPr sz="1950" b="1">
                <a:solidFill>
                  <a:srgbClr val="A78025"/>
                </a:solidFill>
                <a:latin typeface="Noto Sans JP"/>
                <a:ea typeface="Noto Sans JP"/>
                <a:cs typeface="Noto Sans JP"/>
              </a:defRPr>
            </a:lvl7pPr>
            <a:lvl8pPr algn="l">
              <a:defRPr sz="1950" b="1">
                <a:solidFill>
                  <a:srgbClr val="A78025"/>
                </a:solidFill>
                <a:latin typeface="Noto Sans JP"/>
                <a:ea typeface="Noto Sans JP"/>
                <a:cs typeface="Noto Sans JP"/>
              </a:defRPr>
            </a:lvl8pPr>
            <a:lvl9pPr algn="l">
              <a:defRPr sz="1950" b="1">
                <a:solidFill>
                  <a:srgbClr val="A78025"/>
                </a:solidFill>
                <a:latin typeface="Noto Sans JP"/>
                <a:ea typeface="Noto Sans JP"/>
                <a:cs typeface="Noto Sans JP"/>
              </a:defRPr>
            </a:lvl9pPr>
          </a:lstStyle>
          <a:p xmlns:a="http://schemas.openxmlformats.org/drawingml/2006/main">
            <a:pPr algn="l">
              <a:buNone/>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02</a:t>
            </a:r>
          </a:p>
        </p:txBody>
      </p:sp>
      <p:sp>
        <p:nvSpPr>
          <p:cNvPr id="11" name="商談・営業資料">
            <a:extLst xmlns:a="http://schemas.openxmlformats.org/drawingml/2006/main">
              <a:ext uri="{FF2B5EF4-FFF2-40B4-BE49-F238E27FC236}">
                <a16:creationId xmlns:a16="http://schemas.microsoft.com/office/drawing/2014/main" id="{BE040584-B0BD-434B-8288-A08AF6F651AA}"/>
              </a:ext>
            </a:extLst>
          </p:cNvPr>
          <p:cNvSpPr>
            <a:spLocks xmlns:a="http://schemas.openxmlformats.org/drawingml/2006/main" noGrp="1"/>
          </p:cNvSpPr>
          <p:nvPr/>
        </p:nvSpPr>
        <p:spPr>
          <a:xfrm xmlns:a="http://schemas.openxmlformats.org/drawingml/2006/main">
            <a:off x="7239000" y="3286125"/>
            <a:ext cx="4343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vl1pPr algn="l">
              <a:defRPr sz="2175" b="1">
                <a:solidFill>
                  <a:srgbClr val="182E65"/>
                </a:solidFill>
                <a:latin typeface="Noto Sans JP"/>
                <a:ea typeface="Noto Sans JP"/>
                <a:cs typeface="Noto Sans JP"/>
              </a:defRPr>
            </a:lvl1pPr>
            <a:lvl2pPr algn="l">
              <a:defRPr sz="2175" b="1">
                <a:solidFill>
                  <a:srgbClr val="182E65"/>
                </a:solidFill>
                <a:latin typeface="Noto Sans JP"/>
                <a:ea typeface="Noto Sans JP"/>
                <a:cs typeface="Noto Sans JP"/>
              </a:defRPr>
            </a:lvl2pPr>
            <a:lvl3pPr algn="l">
              <a:defRPr sz="2175" b="1">
                <a:solidFill>
                  <a:srgbClr val="182E65"/>
                </a:solidFill>
                <a:latin typeface="Noto Sans JP"/>
                <a:ea typeface="Noto Sans JP"/>
                <a:cs typeface="Noto Sans JP"/>
              </a:defRPr>
            </a:lvl3pPr>
            <a:lvl4pPr algn="l">
              <a:defRPr sz="2175" b="1">
                <a:solidFill>
                  <a:srgbClr val="182E65"/>
                </a:solidFill>
                <a:latin typeface="Noto Sans JP"/>
                <a:ea typeface="Noto Sans JP"/>
                <a:cs typeface="Noto Sans JP"/>
              </a:defRPr>
            </a:lvl4pPr>
            <a:lvl5pPr algn="l">
              <a:defRPr sz="2175" b="1">
                <a:solidFill>
                  <a:srgbClr val="182E65"/>
                </a:solidFill>
                <a:latin typeface="Noto Sans JP"/>
                <a:ea typeface="Noto Sans JP"/>
                <a:cs typeface="Noto Sans JP"/>
              </a:defRPr>
            </a:lvl5pPr>
            <a:lvl6pPr algn="l">
              <a:defRPr sz="2175" b="1">
                <a:solidFill>
                  <a:srgbClr val="182E65"/>
                </a:solidFill>
                <a:latin typeface="Noto Sans JP"/>
                <a:ea typeface="Noto Sans JP"/>
                <a:cs typeface="Noto Sans JP"/>
              </a:defRPr>
            </a:lvl6pPr>
            <a:lvl7pPr algn="l">
              <a:defRPr sz="2175" b="1">
                <a:solidFill>
                  <a:srgbClr val="182E65"/>
                </a:solidFill>
                <a:latin typeface="Noto Sans JP"/>
                <a:ea typeface="Noto Sans JP"/>
                <a:cs typeface="Noto Sans JP"/>
              </a:defRPr>
            </a:lvl7pPr>
            <a:lvl8pPr algn="l">
              <a:defRPr sz="2175" b="1">
                <a:solidFill>
                  <a:srgbClr val="182E65"/>
                </a:solidFill>
                <a:latin typeface="Noto Sans JP"/>
                <a:ea typeface="Noto Sans JP"/>
                <a:cs typeface="Noto Sans JP"/>
              </a:defRPr>
            </a:lvl8pPr>
            <a:lvl9pPr algn="l">
              <a:defRPr sz="2175" b="1">
                <a:solidFill>
                  <a:srgbClr val="182E65"/>
                </a:solidFill>
                <a:latin typeface="Noto Sans JP"/>
                <a:ea typeface="Noto Sans JP"/>
                <a:cs typeface="Noto Sans JP"/>
              </a:defRPr>
            </a:lvl9pPr>
          </a:lstStyle>
          <a:p xmlns:a="http://schemas.openxmlformats.org/drawingml/2006/main">
            <a:pPr algn="l">
              <a:buNone/>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商談・営業資料</a:t>
            </a:r>
          </a:p>
        </p:txBody>
      </p:sp>
      <p:sp>
        <p:nvSpPr>
          <p:cNvPr id="12" name="提案の根拠として、記事を共有。">
            <a:extLst xmlns:a="http://schemas.openxmlformats.org/drawingml/2006/main">
              <a:ext uri="{FF2B5EF4-FFF2-40B4-BE49-F238E27FC236}">
                <a16:creationId xmlns:a16="http://schemas.microsoft.com/office/drawing/2014/main" id="{E707542B-28D4-4322-B1CF-D22302940280}"/>
              </a:ext>
            </a:extLst>
          </p:cNvPr>
          <p:cNvSpPr>
            <a:spLocks xmlns:a="http://schemas.openxmlformats.org/drawingml/2006/main" noGrp="1"/>
          </p:cNvSpPr>
          <p:nvPr/>
        </p:nvSpPr>
        <p:spPr>
          <a:xfrm xmlns:a="http://schemas.openxmlformats.org/drawingml/2006/main">
            <a:off x="7239000" y="3790950"/>
            <a:ext cx="4343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商談後にも記事を共有し、</a:t>
            </a:r>
          </a:p>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検討の判断材料を届ける。</a:t>
            </a:r>
          </a:p>
        </p:txBody>
      </p:sp>
      <p:sp>
        <p:nvSpPr>
          <p:cNvPr id="13" name="03">
            <a:extLst xmlns:a="http://schemas.openxmlformats.org/drawingml/2006/main">
              <a:ext uri="{FF2B5EF4-FFF2-40B4-BE49-F238E27FC236}">
                <a16:creationId xmlns:a16="http://schemas.microsoft.com/office/drawing/2014/main" id="{01D570A5-E668-4206-BF34-EE8774C6F247}"/>
              </a:ext>
            </a:extLst>
          </p:cNvPr>
          <p:cNvSpPr>
            <a:spLocks xmlns:a="http://schemas.openxmlformats.org/drawingml/2006/main" noGrp="1"/>
          </p:cNvSpPr>
          <p:nvPr/>
        </p:nvSpPr>
        <p:spPr>
          <a:xfrm xmlns:a="http://schemas.openxmlformats.org/drawingml/2006/main">
            <a:off x="6534150" y="4514850"/>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vl1pPr algn="l">
              <a:defRPr sz="1950" b="1">
                <a:solidFill>
                  <a:srgbClr val="A78025"/>
                </a:solidFill>
                <a:latin typeface="Noto Sans JP"/>
                <a:ea typeface="Noto Sans JP"/>
                <a:cs typeface="Noto Sans JP"/>
              </a:defRPr>
            </a:lvl1pPr>
            <a:lvl2pPr algn="l">
              <a:defRPr sz="1950" b="1">
                <a:solidFill>
                  <a:srgbClr val="A78025"/>
                </a:solidFill>
                <a:latin typeface="Noto Sans JP"/>
                <a:ea typeface="Noto Sans JP"/>
                <a:cs typeface="Noto Sans JP"/>
              </a:defRPr>
            </a:lvl2pPr>
            <a:lvl3pPr algn="l">
              <a:defRPr sz="1950" b="1">
                <a:solidFill>
                  <a:srgbClr val="A78025"/>
                </a:solidFill>
                <a:latin typeface="Noto Sans JP"/>
                <a:ea typeface="Noto Sans JP"/>
                <a:cs typeface="Noto Sans JP"/>
              </a:defRPr>
            </a:lvl3pPr>
            <a:lvl4pPr algn="l">
              <a:defRPr sz="1950" b="1">
                <a:solidFill>
                  <a:srgbClr val="A78025"/>
                </a:solidFill>
                <a:latin typeface="Noto Sans JP"/>
                <a:ea typeface="Noto Sans JP"/>
                <a:cs typeface="Noto Sans JP"/>
              </a:defRPr>
            </a:lvl4pPr>
            <a:lvl5pPr algn="l">
              <a:defRPr sz="1950" b="1">
                <a:solidFill>
                  <a:srgbClr val="A78025"/>
                </a:solidFill>
                <a:latin typeface="Noto Sans JP"/>
                <a:ea typeface="Noto Sans JP"/>
                <a:cs typeface="Noto Sans JP"/>
              </a:defRPr>
            </a:lvl5pPr>
            <a:lvl6pPr algn="l">
              <a:defRPr sz="1950" b="1">
                <a:solidFill>
                  <a:srgbClr val="A78025"/>
                </a:solidFill>
                <a:latin typeface="Noto Sans JP"/>
                <a:ea typeface="Noto Sans JP"/>
                <a:cs typeface="Noto Sans JP"/>
              </a:defRPr>
            </a:lvl6pPr>
            <a:lvl7pPr algn="l">
              <a:defRPr sz="1950" b="1">
                <a:solidFill>
                  <a:srgbClr val="A78025"/>
                </a:solidFill>
                <a:latin typeface="Noto Sans JP"/>
                <a:ea typeface="Noto Sans JP"/>
                <a:cs typeface="Noto Sans JP"/>
              </a:defRPr>
            </a:lvl7pPr>
            <a:lvl8pPr algn="l">
              <a:defRPr sz="1950" b="1">
                <a:solidFill>
                  <a:srgbClr val="A78025"/>
                </a:solidFill>
                <a:latin typeface="Noto Sans JP"/>
                <a:ea typeface="Noto Sans JP"/>
                <a:cs typeface="Noto Sans JP"/>
              </a:defRPr>
            </a:lvl8pPr>
            <a:lvl9pPr algn="l">
              <a:defRPr sz="1950" b="1">
                <a:solidFill>
                  <a:srgbClr val="A78025"/>
                </a:solidFill>
                <a:latin typeface="Noto Sans JP"/>
                <a:ea typeface="Noto Sans JP"/>
                <a:cs typeface="Noto Sans JP"/>
              </a:defRPr>
            </a:lvl9pPr>
          </a:lstStyle>
          <a:p xmlns:a="http://schemas.openxmlformats.org/drawingml/2006/main">
            <a:pPr algn="l">
              <a:buNone/>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03</a:t>
            </a:r>
          </a:p>
        </p:txBody>
      </p:sp>
      <p:sp>
        <p:nvSpPr>
          <p:cNvPr id="14" name="採用ページ・SNS">
            <a:extLst xmlns:a="http://schemas.openxmlformats.org/drawingml/2006/main">
              <a:ext uri="{FF2B5EF4-FFF2-40B4-BE49-F238E27FC236}">
                <a16:creationId xmlns:a16="http://schemas.microsoft.com/office/drawing/2014/main" id="{639D477F-873B-49F0-A89F-1AF8EF15CA7A}"/>
              </a:ext>
            </a:extLst>
          </p:cNvPr>
          <p:cNvSpPr>
            <a:spLocks xmlns:a="http://schemas.openxmlformats.org/drawingml/2006/main" noGrp="1"/>
          </p:cNvSpPr>
          <p:nvPr/>
        </p:nvSpPr>
        <p:spPr>
          <a:xfrm xmlns:a="http://schemas.openxmlformats.org/drawingml/2006/main">
            <a:off x="7239000" y="4514850"/>
            <a:ext cx="4343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vl1pPr algn="l">
              <a:defRPr sz="2175" b="1">
                <a:solidFill>
                  <a:srgbClr val="182E65"/>
                </a:solidFill>
                <a:latin typeface="Noto Sans JP"/>
                <a:ea typeface="Noto Sans JP"/>
                <a:cs typeface="Noto Sans JP"/>
              </a:defRPr>
            </a:lvl1pPr>
            <a:lvl2pPr algn="l">
              <a:defRPr sz="2175" b="1">
                <a:solidFill>
                  <a:srgbClr val="182E65"/>
                </a:solidFill>
                <a:latin typeface="Noto Sans JP"/>
                <a:ea typeface="Noto Sans JP"/>
                <a:cs typeface="Noto Sans JP"/>
              </a:defRPr>
            </a:lvl2pPr>
            <a:lvl3pPr algn="l">
              <a:defRPr sz="2175" b="1">
                <a:solidFill>
                  <a:srgbClr val="182E65"/>
                </a:solidFill>
                <a:latin typeface="Noto Sans JP"/>
                <a:ea typeface="Noto Sans JP"/>
                <a:cs typeface="Noto Sans JP"/>
              </a:defRPr>
            </a:lvl3pPr>
            <a:lvl4pPr algn="l">
              <a:defRPr sz="2175" b="1">
                <a:solidFill>
                  <a:srgbClr val="182E65"/>
                </a:solidFill>
                <a:latin typeface="Noto Sans JP"/>
                <a:ea typeface="Noto Sans JP"/>
                <a:cs typeface="Noto Sans JP"/>
              </a:defRPr>
            </a:lvl4pPr>
            <a:lvl5pPr algn="l">
              <a:defRPr sz="2175" b="1">
                <a:solidFill>
                  <a:srgbClr val="182E65"/>
                </a:solidFill>
                <a:latin typeface="Noto Sans JP"/>
                <a:ea typeface="Noto Sans JP"/>
                <a:cs typeface="Noto Sans JP"/>
              </a:defRPr>
            </a:lvl5pPr>
            <a:lvl6pPr algn="l">
              <a:defRPr sz="2175" b="1">
                <a:solidFill>
                  <a:srgbClr val="182E65"/>
                </a:solidFill>
                <a:latin typeface="Noto Sans JP"/>
                <a:ea typeface="Noto Sans JP"/>
                <a:cs typeface="Noto Sans JP"/>
              </a:defRPr>
            </a:lvl6pPr>
            <a:lvl7pPr algn="l">
              <a:defRPr sz="2175" b="1">
                <a:solidFill>
                  <a:srgbClr val="182E65"/>
                </a:solidFill>
                <a:latin typeface="Noto Sans JP"/>
                <a:ea typeface="Noto Sans JP"/>
                <a:cs typeface="Noto Sans JP"/>
              </a:defRPr>
            </a:lvl7pPr>
            <a:lvl8pPr algn="l">
              <a:defRPr sz="2175" b="1">
                <a:solidFill>
                  <a:srgbClr val="182E65"/>
                </a:solidFill>
                <a:latin typeface="Noto Sans JP"/>
                <a:ea typeface="Noto Sans JP"/>
                <a:cs typeface="Noto Sans JP"/>
              </a:defRPr>
            </a:lvl8pPr>
            <a:lvl9pPr algn="l">
              <a:defRPr sz="2175" b="1">
                <a:solidFill>
                  <a:srgbClr val="182E65"/>
                </a:solidFill>
                <a:latin typeface="Noto Sans JP"/>
                <a:ea typeface="Noto Sans JP"/>
                <a:cs typeface="Noto Sans JP"/>
              </a:defRPr>
            </a:lvl9pPr>
          </a:lstStyle>
          <a:p xmlns:a="http://schemas.openxmlformats.org/drawingml/2006/main">
            <a:pPr algn="l">
              <a:buNone/>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採用ページ・SNS</a:t>
            </a:r>
          </a:p>
        </p:txBody>
      </p:sp>
      <p:sp>
        <p:nvSpPr>
          <p:cNvPr id="15" name="働く姿勢や、経営者の想いを紹介。">
            <a:extLst xmlns:a="http://schemas.openxmlformats.org/drawingml/2006/main">
              <a:ext uri="{FF2B5EF4-FFF2-40B4-BE49-F238E27FC236}">
                <a16:creationId xmlns:a16="http://schemas.microsoft.com/office/drawing/2014/main" id="{BC03FA7F-7D21-4284-B445-1A46CADD24DE}"/>
              </a:ext>
            </a:extLst>
          </p:cNvPr>
          <p:cNvSpPr>
            <a:spLocks xmlns:a="http://schemas.openxmlformats.org/drawingml/2006/main" noGrp="1"/>
          </p:cNvSpPr>
          <p:nvPr/>
        </p:nvSpPr>
        <p:spPr>
          <a:xfrm xmlns:a="http://schemas.openxmlformats.org/drawingml/2006/main">
            <a:off x="7239000" y="5019675"/>
            <a:ext cx="4343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取材で伝えた姿勢や想いを、</a:t>
            </a:r>
          </a:p>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応募・問い合わせ前に紹介。</a:t>
            </a:r>
          </a:p>
        </p:txBody>
      </p:sp>
      <p:sp>
        <p:nvSpPr>
          <p:cNvPr id="16" name="転載・記事画像・媒体ロゴの使用は、各媒体の利用条件に従います。図は活用の説明用です。">
            <a:extLst xmlns:a="http://schemas.openxmlformats.org/drawingml/2006/main">
              <a:ext uri="{FF2B5EF4-FFF2-40B4-BE49-F238E27FC236}">
                <a16:creationId xmlns:a16="http://schemas.microsoft.com/office/drawing/2014/main" id="{0B425377-1F85-4BE4-80C1-4B1C6E03E2C4}"/>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vl1pPr algn="l">
              <a:defRPr sz="1163" b="0">
                <a:solidFill>
                  <a:srgbClr val="526078"/>
                </a:solidFill>
                <a:latin typeface="Noto Sans JP"/>
                <a:ea typeface="Noto Sans JP"/>
                <a:cs typeface="Noto Sans JP"/>
              </a:defRPr>
            </a:lvl1pPr>
            <a:lvl2pPr algn="l">
              <a:defRPr sz="1163" b="0">
                <a:solidFill>
                  <a:srgbClr val="526078"/>
                </a:solidFill>
                <a:latin typeface="Noto Sans JP"/>
                <a:ea typeface="Noto Sans JP"/>
                <a:cs typeface="Noto Sans JP"/>
              </a:defRPr>
            </a:lvl2pPr>
            <a:lvl3pPr algn="l">
              <a:defRPr sz="1163" b="0">
                <a:solidFill>
                  <a:srgbClr val="526078"/>
                </a:solidFill>
                <a:latin typeface="Noto Sans JP"/>
                <a:ea typeface="Noto Sans JP"/>
                <a:cs typeface="Noto Sans JP"/>
              </a:defRPr>
            </a:lvl3pPr>
            <a:lvl4pPr algn="l">
              <a:defRPr sz="1163" b="0">
                <a:solidFill>
                  <a:srgbClr val="526078"/>
                </a:solidFill>
                <a:latin typeface="Noto Sans JP"/>
                <a:ea typeface="Noto Sans JP"/>
                <a:cs typeface="Noto Sans JP"/>
              </a:defRPr>
            </a:lvl4pPr>
            <a:lvl5pPr algn="l">
              <a:defRPr sz="1163" b="0">
                <a:solidFill>
                  <a:srgbClr val="526078"/>
                </a:solidFill>
                <a:latin typeface="Noto Sans JP"/>
                <a:ea typeface="Noto Sans JP"/>
                <a:cs typeface="Noto Sans JP"/>
              </a:defRPr>
            </a:lvl5pPr>
            <a:lvl6pPr algn="l">
              <a:defRPr sz="1163" b="0">
                <a:solidFill>
                  <a:srgbClr val="526078"/>
                </a:solidFill>
                <a:latin typeface="Noto Sans JP"/>
                <a:ea typeface="Noto Sans JP"/>
                <a:cs typeface="Noto Sans JP"/>
              </a:defRPr>
            </a:lvl6pPr>
            <a:lvl7pPr algn="l">
              <a:defRPr sz="1163" b="0">
                <a:solidFill>
                  <a:srgbClr val="526078"/>
                </a:solidFill>
                <a:latin typeface="Noto Sans JP"/>
                <a:ea typeface="Noto Sans JP"/>
                <a:cs typeface="Noto Sans JP"/>
              </a:defRPr>
            </a:lvl7pPr>
            <a:lvl8pPr algn="l">
              <a:defRPr sz="1163" b="0">
                <a:solidFill>
                  <a:srgbClr val="526078"/>
                </a:solidFill>
                <a:latin typeface="Noto Sans JP"/>
                <a:ea typeface="Noto Sans JP"/>
                <a:cs typeface="Noto Sans JP"/>
              </a:defRPr>
            </a:lvl8pPr>
            <a:lvl9pPr algn="l">
              <a:defRPr sz="1163" b="0">
                <a:solidFill>
                  <a:srgbClr val="526078"/>
                </a:solidFill>
                <a:latin typeface="Noto Sans JP"/>
                <a:ea typeface="Noto Sans JP"/>
                <a:cs typeface="Noto Sans JP"/>
              </a:defRPr>
            </a:lvl9pPr>
          </a:lstStyle>
          <a:p xmlns:a="http://schemas.openxmlformats.org/drawingml/2006/main">
            <a:pPr algn="l">
              <a:buNone/>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正式取材記事として確認した掲載を紹介。ロゴ・記事画像等は、許諾範囲・利用期間内で使用します。</a:t>
            </a:r>
          </a:p>
          <a:p xmlns:a="http://schemas.openxmlformats.org/drawingml/2006/main">
            <a:pPr algn="l">
              <a:buNone/>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1本の取材記事を3媒体に掲載しても、3社それぞれの独立取材・評価とは区別します。図は活用の説明用です。</a:t>
            </a:r>
          </a:p>
        </p:txBody>
      </p:sp>
    </p:spTree>
    <p:extLst>
      <p:ext uri="{BB962C8B-B14F-4D97-AF65-F5344CB8AC3E}">
        <p14:creationId xmlns:p14="http://schemas.microsoft.com/office/powerpoint/2010/main" val="142326158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3  AI引用率の測り方">
            <a:extLst xmlns:a="http://schemas.openxmlformats.org/drawingml/2006/main">
              <a:ext uri="{FF2B5EF4-FFF2-40B4-BE49-F238E27FC236}">
                <a16:creationId xmlns:a16="http://schemas.microsoft.com/office/drawing/2014/main" id="{A0F8E2A3-1D7D-4226-AD2F-567098C94D2E}"/>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03  AI引用率の測り方</a:t>
            </a:r>
          </a:p>
        </p:txBody>
      </p:sp>
      <p:sp>
        <p:nvSpPr>
          <p:cNvPr id="2" name="対象記事を引用した回答の割合を、AIごとに測る">
            <a:extLst xmlns:a="http://schemas.openxmlformats.org/drawingml/2006/main">
              <a:ext uri="{FF2B5EF4-FFF2-40B4-BE49-F238E27FC236}">
                <a16:creationId xmlns:a16="http://schemas.microsoft.com/office/drawing/2014/main" id="{DA66C31A-11ED-4CB5-8D7C-BEB618022770}"/>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対象記事を引用した回答の割合を、AIごとに測る</a:t>
            </a:r>
          </a:p>
        </p:txBody>
      </p:sp>
      <p:sp>
        <p:nvSpPr>
          <p:cNvPr id="3" name="">
            <a:extLst xmlns:a="http://schemas.openxmlformats.org/drawingml/2006/main">
              <a:ext uri="{FF2B5EF4-FFF2-40B4-BE49-F238E27FC236}">
                <a16:creationId xmlns:a16="http://schemas.microsoft.com/office/drawing/2014/main" id="{7C9DB9DE-060A-4B83-A572-CF4826CE2238}"/>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84FD31C8-8AB6-43A8-814B-C5058AE24CF1}"/>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20">
            <a:extLst xmlns:a="http://schemas.openxmlformats.org/drawingml/2006/main">
              <a:ext uri="{FF2B5EF4-FFF2-40B4-BE49-F238E27FC236}">
                <a16:creationId xmlns:a16="http://schemas.microsoft.com/office/drawing/2014/main" id="{975D8590-41C6-4BC1-B4BA-FA2446A41C95}"/>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25</a:t>
            </a:r>
          </a:p>
        </p:txBody>
      </p:sp>
      <p:sp>
        <p:nvSpPr>
          <p:cNvPr id="6" name="対象記事の引用がある有効回答数">
            <a:extLst xmlns:a="http://schemas.openxmlformats.org/drawingml/2006/main">
              <a:ext uri="{FF2B5EF4-FFF2-40B4-BE49-F238E27FC236}">
                <a16:creationId xmlns:a16="http://schemas.microsoft.com/office/drawing/2014/main" id="{8F6AC52A-2156-4CC6-BCBA-9498DA2DBE32}"/>
              </a:ext>
            </a:extLst>
          </p:cNvPr>
          <p:cNvSpPr>
            <a:spLocks xmlns:a="http://schemas.openxmlformats.org/drawingml/2006/main" noGrp="1"/>
          </p:cNvSpPr>
          <p:nvPr/>
        </p:nvSpPr>
        <p:spPr>
          <a:xfrm xmlns:a="http://schemas.openxmlformats.org/drawingml/2006/main">
            <a:off x="609600" y="20097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75" b="1">
                <a:solidFill>
                  <a:srgbClr val="182E65"/>
                </a:solidFill>
                <a:latin typeface="Noto Sans JP"/>
                <a:ea typeface="Noto Sans JP"/>
                <a:cs typeface="Noto Sans JP"/>
              </a:defRPr>
            </a:defPPr>
          </a:lstStyle>
          <a:p xmlns:a="http://schemas.openxmlformats.org/drawingml/2006/main">
            <a:pPr algn="ctr">
              <a:defRPr sz="2775" b="1">
                <a:solidFill>
                  <a:srgbClr val="182E65"/>
                </a:solidFill>
                <a:latin typeface="Noto Sans JP"/>
                <a:ea typeface="Noto Sans JP"/>
                <a:cs typeface="Noto Sans JP"/>
              </a:defRPr>
            </a:pPr>
            <a:r>
              <a:rPr sz="2775" b="1">
                <a:solidFill>
                  <a:srgbClr val="182E65"/>
                </a:solidFill>
                <a:latin typeface="Noto Sans JP"/>
                <a:ea typeface="Noto Sans JP"/>
                <a:cs typeface="Noto Sans JP"/>
              </a:rPr>
              <a:t>対象記事の引用がある有効回答数</a:t>
            </a:r>
          </a:p>
        </p:txBody>
      </p:sp>
      <p:sp>
        <p:nvSpPr>
          <p:cNvPr id="7" name="">
            <a:extLst xmlns:a="http://schemas.openxmlformats.org/drawingml/2006/main">
              <a:ext uri="{FF2B5EF4-FFF2-40B4-BE49-F238E27FC236}">
                <a16:creationId xmlns:a16="http://schemas.microsoft.com/office/drawing/2014/main" id="{87E112FA-95A7-4680-8AB7-7AEAEE8824D0}"/>
              </a:ext>
            </a:extLst>
          </p:cNvPr>
          <p:cNvSpPr>
            <a:spLocks xmlns:a="http://schemas.openxmlformats.org/drawingml/2006/main" noGrp="1"/>
          </p:cNvSpPr>
          <p:nvPr/>
        </p:nvSpPr>
        <p:spPr>
          <a:xfrm xmlns:a="http://schemas.openxmlformats.org/drawingml/2006/main">
            <a:off x="1752600" y="2790825"/>
            <a:ext cx="8686800" cy="28575"/>
          </a:xfrm>
          <a:prstGeom xmlns:a="http://schemas.openxmlformats.org/drawingml/2006/main" prst="rect">
            <a:avLst/>
          </a:prstGeom>
          <a:solidFill xmlns:a="http://schemas.openxmlformats.org/drawingml/2006/main">
            <a:srgbClr val="A78025"/>
          </a:solidFill>
          <a:ln xmlns:a="http://schemas.openxmlformats.org/drawingml/2006/main" w="0">
            <a:noFill/>
          </a:ln>
        </p:spPr>
      </p:sp>
      <p:sp>
        <p:nvSpPr>
          <p:cNvPr id="8" name="有効回答数">
            <a:extLst xmlns:a="http://schemas.openxmlformats.org/drawingml/2006/main">
              <a:ext uri="{FF2B5EF4-FFF2-40B4-BE49-F238E27FC236}">
                <a16:creationId xmlns:a16="http://schemas.microsoft.com/office/drawing/2014/main" id="{722E3B28-D03D-4287-AE61-CE2C9D44FAE7}"/>
              </a:ext>
            </a:extLst>
          </p:cNvPr>
          <p:cNvSpPr>
            <a:spLocks xmlns:a="http://schemas.openxmlformats.org/drawingml/2006/main" noGrp="1"/>
          </p:cNvSpPr>
          <p:nvPr/>
        </p:nvSpPr>
        <p:spPr>
          <a:xfrm xmlns:a="http://schemas.openxmlformats.org/drawingml/2006/main">
            <a:off x="609600" y="30575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182E65"/>
                </a:solidFill>
                <a:latin typeface="Noto Sans JP"/>
                <a:ea typeface="Noto Sans JP"/>
                <a:cs typeface="Noto Sans JP"/>
              </a:defRPr>
            </a:defPPr>
          </a:lstStyle>
          <a:p xmlns:a="http://schemas.openxmlformats.org/drawingml/2006/main">
            <a:pPr algn="ctr">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有効回答数</a:t>
            </a:r>
          </a:p>
        </p:txBody>
      </p:sp>
      <p:sp>
        <p:nvSpPr>
          <p:cNvPr id="9" name="例：50回答 ÷ 100回答 ＝ 50％">
            <a:extLst xmlns:a="http://schemas.openxmlformats.org/drawingml/2006/main">
              <a:ext uri="{FF2B5EF4-FFF2-40B4-BE49-F238E27FC236}">
                <a16:creationId xmlns:a16="http://schemas.microsoft.com/office/drawing/2014/main" id="{AD308454-2A35-4D72-B489-D3082667BD02}"/>
              </a:ext>
            </a:extLst>
          </p:cNvPr>
          <p:cNvSpPr>
            <a:spLocks xmlns:a="http://schemas.openxmlformats.org/drawingml/2006/main" noGrp="1"/>
          </p:cNvSpPr>
          <p:nvPr/>
        </p:nvSpPr>
        <p:spPr>
          <a:xfrm xmlns:a="http://schemas.openxmlformats.org/drawingml/2006/main">
            <a:off x="609600" y="40767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A78025"/>
                </a:solidFill>
                <a:latin typeface="Noto Sans JP"/>
                <a:ea typeface="Noto Sans JP"/>
                <a:cs typeface="Noto Sans JP"/>
              </a:defRPr>
            </a:defPPr>
          </a:lstStyle>
          <a:p xmlns:a="http://schemas.openxmlformats.org/drawingml/2006/main">
            <a:pPr algn="ctr">
              <a:defRPr sz="3150" b="1">
                <a:solidFill>
                  <a:srgbClr val="A78025"/>
                </a:solidFill>
                <a:latin typeface="Noto Sans JP"/>
                <a:ea typeface="Noto Sans JP"/>
                <a:cs typeface="Noto Sans JP"/>
              </a:defRPr>
            </a:pPr>
            <a:r>
              <a:rPr sz="3150" b="1">
                <a:solidFill>
                  <a:srgbClr val="A78025"/>
                </a:solidFill>
                <a:latin typeface="Noto Sans JP"/>
                <a:ea typeface="Noto Sans JP"/>
                <a:cs typeface="Noto Sans JP"/>
              </a:rPr>
              <a:t>例：50回答 ÷ 100回答 ＝ 50％</a:t>
            </a:r>
          </a:p>
        </p:txBody>
      </p:sp>
      <p:sp>
        <p:nvSpPr>
          <p:cNvPr id="10" name="同じ回答内にリンクが複数あっても、引用回答は1件。">
            <a:extLst xmlns:a="http://schemas.openxmlformats.org/drawingml/2006/main">
              <a:ext uri="{FF2B5EF4-FFF2-40B4-BE49-F238E27FC236}">
                <a16:creationId xmlns:a16="http://schemas.microsoft.com/office/drawing/2014/main" id="{7D2BE267-C677-4493-96D7-5D2F584144FD}"/>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72943"/>
                </a:solidFill>
                <a:latin typeface="Noto Sans JP"/>
                <a:ea typeface="Noto Sans JP"/>
                <a:cs typeface="Noto Sans JP"/>
              </a:defRPr>
            </a:defPPr>
          </a:lstStyle>
          <a:p xmlns:a="http://schemas.openxmlformats.org/drawingml/2006/main">
            <a:pPr algn="ctr">
              <a:defRPr sz="2100" b="1">
                <a:solidFill>
                  <a:srgbClr val="172943"/>
                </a:solidFill>
                <a:latin typeface="Noto Sans JP"/>
                <a:ea typeface="Noto Sans JP"/>
                <a:cs typeface="Noto Sans JP"/>
              </a:defRPr>
            </a:pPr>
            <a:r>
              <a:rPr sz="2100" b="1">
                <a:solidFill>
                  <a:srgbClr val="172943"/>
                </a:solidFill>
                <a:latin typeface="Noto Sans JP"/>
                <a:ea typeface="Noto Sans JP"/>
                <a:cs typeface="Noto Sans JP"/>
              </a:rPr>
              <a:t>同じ回答内にリンクが複数あっても、引用回答は1件。</a:t>
            </a:r>
          </a:p>
        </p:txBody>
      </p:sp>
      <p:sp>
        <p:nvSpPr>
          <p:cNvPr id="11" name="社名の言及だけ、対象外URLの引用だけは数えません。計算例は実績ではありません。&#10;対象AI">
            <a:extLst xmlns:a="http://schemas.openxmlformats.org/drawingml/2006/main">
              <a:ext uri="{FF2B5EF4-FFF2-40B4-BE49-F238E27FC236}">
                <a16:creationId xmlns:a16="http://schemas.microsoft.com/office/drawing/2014/main" id="{ED858104-9CE2-44E7-B27C-74AE6A278247}"/>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社名の言及だけ、対象外URLの引用だけは数えません。計算例は実績ではありません。</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対象AI・質問・URL・測定期間・回数・有効回答の条件を事前に定めます。</a:t>
            </a:r>
          </a:p>
        </p:txBody>
      </p:sp>
    </p:spTree>
    <p:extLst>
      <p:ext uri="{BB962C8B-B14F-4D97-AF65-F5344CB8AC3E}">
        <p14:creationId xmlns:p14="http://schemas.microsoft.com/office/powerpoint/2010/main" val="186555944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03  診断スコアと引用率">
            <a:extLst xmlns:a="http://schemas.openxmlformats.org/drawingml/2006/main">
              <a:ext uri="{FF2B5EF4-FFF2-40B4-BE49-F238E27FC236}">
                <a16:creationId xmlns:a16="http://schemas.microsoft.com/office/drawing/2014/main" id="{9F42423F-3D48-4F4D-B610-215AE83F2B68}"/>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03  診断スコアと引用率</a:t>
            </a:r>
          </a:p>
        </p:txBody>
      </p:sp>
      <p:sp>
        <p:nvSpPr>
          <p:cNvPr id="2" name="会社の伝わり方と、記事の引用率は別の指標">
            <a:extLst xmlns:a="http://schemas.openxmlformats.org/drawingml/2006/main">
              <a:ext uri="{FF2B5EF4-FFF2-40B4-BE49-F238E27FC236}">
                <a16:creationId xmlns:a16="http://schemas.microsoft.com/office/drawing/2014/main" id="{8800E190-566B-461E-B605-A93E9F8FA6D3}"/>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会社の伝わり方と、記事の引用率は別の指標</a:t>
            </a:r>
          </a:p>
        </p:txBody>
      </p:sp>
      <p:sp>
        <p:nvSpPr>
          <p:cNvPr id="3" name="">
            <a:extLst xmlns:a="http://schemas.openxmlformats.org/drawingml/2006/main">
              <a:ext uri="{FF2B5EF4-FFF2-40B4-BE49-F238E27FC236}">
                <a16:creationId xmlns:a16="http://schemas.microsoft.com/office/drawing/2014/main" id="{452E2958-D5F3-4AD4-B2C5-CCD7DB3FC96B}"/>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BF02CE37-1A51-4A7F-B9C1-EA41DCCD7948}"/>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21">
            <a:extLst xmlns:a="http://schemas.openxmlformats.org/drawingml/2006/main">
              <a:ext uri="{FF2B5EF4-FFF2-40B4-BE49-F238E27FC236}">
                <a16:creationId xmlns:a16="http://schemas.microsoft.com/office/drawing/2014/main" id="{DAB0C225-E19B-4631-8B01-491862E5748D}"/>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26</a:t>
            </a:r>
          </a:p>
        </p:txBody>
      </p:sp>
      <p:pic>
        <p:nvPicPr>
          <p:cNvPr id="6" name="">
            <a:extLst xmlns:a="http://schemas.openxmlformats.org/drawingml/2006/main">
              <a:ext uri="{FF2B5EF4-FFF2-40B4-BE49-F238E27FC236}">
                <a16:creationId xmlns:a16="http://schemas.microsoft.com/office/drawing/2014/main" id="{B6FCC086-A978-4F8B-BD88-085B8ABFC246}"/>
              </a:ext>
            </a:extLst>
          </p:cNvPr>
          <p:cNvPicPr>
            <a:picLocks xmlns:a="http://schemas.openxmlformats.org/drawingml/2006/main" noChangeAspect="1"/>
          </p:cNvPicPr>
          <p:nvPr/>
        </p:nvPicPr>
        <p:blipFill>
          <a:blip xmlns:r="http://schemas.openxmlformats.org/officeDocument/2006/relationships" xmlns:a="http://schemas.openxmlformats.org/drawingml/2006/main" r:embed="R6d63cdedbbbc446a"/>
          <a:stretch xmlns:a="http://schemas.openxmlformats.org/drawingml/2006/main"/>
        </p:blipFill>
        <p:spPr>
          <a:xfrm xmlns:a="http://schemas.openxmlformats.org/drawingml/2006/main">
            <a:off x="1907749" y="1990725"/>
            <a:ext cx="2309077" cy="3267075"/>
          </a:xfrm>
          <a:prstGeom xmlns:a="http://schemas.openxmlformats.org/drawingml/2006/main" prst="rect">
            <a:avLst/>
          </a:prstGeom>
        </p:spPr>
      </p:pic>
      <p:sp>
        <p:nvSpPr>
          <p:cNvPr id="7" name="診断レポートの表示例">
            <a:extLst xmlns:a="http://schemas.openxmlformats.org/drawingml/2006/main">
              <a:ext uri="{FF2B5EF4-FFF2-40B4-BE49-F238E27FC236}">
                <a16:creationId xmlns:a16="http://schemas.microsoft.com/office/drawing/2014/main" id="{91072CAD-6F23-4582-9D05-D9F8A7FAA785}"/>
              </a:ext>
            </a:extLst>
          </p:cNvPr>
          <p:cNvSpPr>
            <a:spLocks xmlns:a="http://schemas.openxmlformats.org/drawingml/2006/main" noGrp="1"/>
          </p:cNvSpPr>
          <p:nvPr/>
        </p:nvSpPr>
        <p:spPr>
          <a:xfrm xmlns:a="http://schemas.openxmlformats.org/drawingml/2006/main">
            <a:off x="609600" y="5381625"/>
            <a:ext cx="4905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b="0">
                <a:solidFill>
                  <a:srgbClr val="526078"/>
                </a:solidFill>
                <a:latin typeface="Noto Sans JP"/>
                <a:ea typeface="Noto Sans JP"/>
                <a:cs typeface="Noto Sans JP"/>
              </a:defRPr>
            </a:defPPr>
          </a:lstStyle>
          <a:p xmlns:a="http://schemas.openxmlformats.org/drawingml/2006/main">
            <a:pPr algn="ctr">
              <a:defRPr sz="1275" b="0">
                <a:solidFill>
                  <a:srgbClr val="526078"/>
                </a:solidFill>
                <a:latin typeface="Noto Sans JP"/>
                <a:ea typeface="Noto Sans JP"/>
                <a:cs typeface="Noto Sans JP"/>
              </a:defRPr>
            </a:pPr>
            <a:r>
              <a:rPr sz="1275" b="0">
                <a:solidFill>
                  <a:srgbClr val="526078"/>
                </a:solidFill>
                <a:latin typeface="Noto Sans JP"/>
                <a:ea typeface="Noto Sans JP"/>
                <a:cs typeface="Noto Sans JP"/>
              </a:rPr>
              <a:t>診断レポートの表示例</a:t>
            </a:r>
          </a:p>
        </p:txBody>
      </p:sp>
      <p:sp>
        <p:nvSpPr>
          <p:cNvPr id="8" name="企業ブランディングスコア">
            <a:extLst xmlns:a="http://schemas.openxmlformats.org/drawingml/2006/main">
              <a:ext uri="{FF2B5EF4-FFF2-40B4-BE49-F238E27FC236}">
                <a16:creationId xmlns:a16="http://schemas.microsoft.com/office/drawing/2014/main" id="{8656F3DC-E6B1-4C0C-A947-77CCAE081DD3}"/>
              </a:ext>
            </a:extLst>
          </p:cNvPr>
          <p:cNvSpPr>
            <a:spLocks xmlns:a="http://schemas.openxmlformats.org/drawingml/2006/main" noGrp="1"/>
          </p:cNvSpPr>
          <p:nvPr/>
        </p:nvSpPr>
        <p:spPr>
          <a:xfrm xmlns:a="http://schemas.openxmlformats.org/drawingml/2006/main">
            <a:off x="6172200" y="2105025"/>
            <a:ext cx="5410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82E65"/>
                </a:solidFill>
                <a:latin typeface="Noto Sans JP"/>
                <a:ea typeface="Noto Sans JP"/>
                <a:cs typeface="Noto Sans JP"/>
              </a:defRPr>
            </a:defPPr>
          </a:lstStyle>
          <a:p xmlns:a="http://schemas.openxmlformats.org/drawingml/2006/main">
            <a:pPr algn="l">
              <a:defRPr sz="2250" b="1">
                <a:solidFill>
                  <a:srgbClr val="182E65"/>
                </a:solidFill>
                <a:latin typeface="Noto Sans JP"/>
                <a:ea typeface="Noto Sans JP"/>
                <a:cs typeface="Noto Sans JP"/>
              </a:defRPr>
            </a:pPr>
            <a:r>
              <a:rPr sz="2250" b="1">
                <a:solidFill>
                  <a:srgbClr val="182E65"/>
                </a:solidFill>
                <a:latin typeface="Noto Sans JP"/>
                <a:ea typeface="Noto Sans JP"/>
                <a:cs typeface="Noto Sans JP"/>
              </a:rPr>
              <a:t>企業ブランディングスコア</a:t>
            </a:r>
          </a:p>
        </p:txBody>
      </p:sp>
      <p:sp>
        <p:nvSpPr>
          <p:cNvPr id="9" name="会社の情報や強みの伝わり方を&#10;独自の基準で参考評価。&#10;掲載前後の変化と水準を確認。">
            <a:extLst xmlns:a="http://schemas.openxmlformats.org/drawingml/2006/main">
              <a:ext uri="{FF2B5EF4-FFF2-40B4-BE49-F238E27FC236}">
                <a16:creationId xmlns:a16="http://schemas.microsoft.com/office/drawing/2014/main" id="{8C966F5B-7B06-4E0A-8B0D-C3559C14322F}"/>
              </a:ext>
            </a:extLst>
          </p:cNvPr>
          <p:cNvSpPr>
            <a:spLocks xmlns:a="http://schemas.openxmlformats.org/drawingml/2006/main" noGrp="1"/>
          </p:cNvSpPr>
          <p:nvPr/>
        </p:nvSpPr>
        <p:spPr>
          <a:xfrm xmlns:a="http://schemas.openxmlformats.org/drawingml/2006/main">
            <a:off x="6172200" y="2771775"/>
            <a:ext cx="54102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172943"/>
                </a:solidFill>
                <a:latin typeface="Noto Sans JP"/>
                <a:ea typeface="Noto Sans JP"/>
                <a:cs typeface="Noto Sans JP"/>
              </a:defRPr>
            </a:defPPr>
          </a:lstStyle>
          <a:p xmlns:a="http://schemas.openxmlformats.org/drawingml/2006/main">
            <a:pPr algn="l">
              <a:defRPr sz="2025" b="0">
                <a:solidFill>
                  <a:srgbClr val="172943"/>
                </a:solidFill>
                <a:latin typeface="Noto Sans JP"/>
                <a:ea typeface="Noto Sans JP"/>
                <a:cs typeface="Noto Sans JP"/>
              </a:defRPr>
            </a:pPr>
            <a:r>
              <a:rPr sz="2025" b="0">
                <a:solidFill>
                  <a:srgbClr val="172943"/>
                </a:solidFill>
                <a:latin typeface="Noto Sans JP"/>
                <a:ea typeface="Noto Sans JP"/>
                <a:cs typeface="Noto Sans JP"/>
              </a:rPr>
              <a:t>会社の情報や強みの伝わり方を</a:t>
            </a:r>
          </a:p>
          <a:p xmlns:a="http://schemas.openxmlformats.org/drawingml/2006/main">
            <a:pPr algn="l">
              <a:defRPr sz="2025" b="0">
                <a:solidFill>
                  <a:srgbClr val="172943"/>
                </a:solidFill>
                <a:latin typeface="Noto Sans JP"/>
                <a:ea typeface="Noto Sans JP"/>
                <a:cs typeface="Noto Sans JP"/>
              </a:defRPr>
            </a:pPr>
            <a:r>
              <a:rPr sz="2025" b="0">
                <a:solidFill>
                  <a:srgbClr val="172943"/>
                </a:solidFill>
                <a:latin typeface="Noto Sans JP"/>
                <a:ea typeface="Noto Sans JP"/>
                <a:cs typeface="Noto Sans JP"/>
              </a:rPr>
              <a:t>独自の基準で参考評価。</a:t>
            </a:r>
          </a:p>
          <a:p xmlns:a="http://schemas.openxmlformats.org/drawingml/2006/main">
            <a:pPr algn="l">
              <a:defRPr sz="2025" b="0">
                <a:solidFill>
                  <a:srgbClr val="172943"/>
                </a:solidFill>
                <a:latin typeface="Noto Sans JP"/>
                <a:ea typeface="Noto Sans JP"/>
                <a:cs typeface="Noto Sans JP"/>
              </a:defRPr>
            </a:pPr>
            <a:r>
              <a:rPr sz="2025" b="0">
                <a:solidFill>
                  <a:srgbClr val="172943"/>
                </a:solidFill>
                <a:latin typeface="Noto Sans JP"/>
                <a:ea typeface="Noto Sans JP"/>
                <a:cs typeface="Noto Sans JP"/>
              </a:rPr>
              <a:t>掲載前後の変化と水準を確認。</a:t>
            </a:r>
          </a:p>
        </p:txBody>
      </p:sp>
      <p:sp>
        <p:nvSpPr>
          <p:cNvPr id="10" name="AI引用率">
            <a:extLst xmlns:a="http://schemas.openxmlformats.org/drawingml/2006/main">
              <a:ext uri="{FF2B5EF4-FFF2-40B4-BE49-F238E27FC236}">
                <a16:creationId xmlns:a16="http://schemas.microsoft.com/office/drawing/2014/main" id="{73808976-1BCD-4100-AA74-5BEB7CC311BF}"/>
              </a:ext>
            </a:extLst>
          </p:cNvPr>
          <p:cNvSpPr>
            <a:spLocks xmlns:a="http://schemas.openxmlformats.org/drawingml/2006/main" noGrp="1"/>
          </p:cNvSpPr>
          <p:nvPr/>
        </p:nvSpPr>
        <p:spPr>
          <a:xfrm xmlns:a="http://schemas.openxmlformats.org/drawingml/2006/main">
            <a:off x="6172200" y="4295775"/>
            <a:ext cx="5410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A78025"/>
                </a:solidFill>
                <a:latin typeface="Noto Sans JP"/>
                <a:ea typeface="Noto Sans JP"/>
                <a:cs typeface="Noto Sans JP"/>
              </a:defRPr>
            </a:defPPr>
          </a:lstStyle>
          <a:p xmlns:a="http://schemas.openxmlformats.org/drawingml/2006/main">
            <a:pPr algn="l">
              <a:defRPr sz="2250" b="1">
                <a:solidFill>
                  <a:srgbClr val="A78025"/>
                </a:solidFill>
                <a:latin typeface="Noto Sans JP"/>
                <a:ea typeface="Noto Sans JP"/>
                <a:cs typeface="Noto Sans JP"/>
              </a:defRPr>
            </a:pPr>
            <a:r>
              <a:rPr sz="2250" b="1">
                <a:solidFill>
                  <a:srgbClr val="A78025"/>
                </a:solidFill>
                <a:latin typeface="Noto Sans JP"/>
                <a:ea typeface="Noto Sans JP"/>
                <a:cs typeface="Noto Sans JP"/>
              </a:rPr>
              <a:t>AI引用率</a:t>
            </a:r>
          </a:p>
        </p:txBody>
      </p:sp>
      <p:sp>
        <p:nvSpPr>
          <p:cNvPr id="11" name="対象記事を引用した回答の割合。&#10;AIごとに分母と件数を示す。">
            <a:extLst xmlns:a="http://schemas.openxmlformats.org/drawingml/2006/main">
              <a:ext uri="{FF2B5EF4-FFF2-40B4-BE49-F238E27FC236}">
                <a16:creationId xmlns:a16="http://schemas.microsoft.com/office/drawing/2014/main" id="{402C5313-3FEA-451F-8285-339AA076E7DE}"/>
              </a:ext>
            </a:extLst>
          </p:cNvPr>
          <p:cNvSpPr>
            <a:spLocks xmlns:a="http://schemas.openxmlformats.org/drawingml/2006/main" noGrp="1"/>
          </p:cNvSpPr>
          <p:nvPr/>
        </p:nvSpPr>
        <p:spPr>
          <a:xfrm xmlns:a="http://schemas.openxmlformats.org/drawingml/2006/main">
            <a:off x="6172200" y="4943475"/>
            <a:ext cx="5410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0">
                <a:solidFill>
                  <a:srgbClr val="172943"/>
                </a:solidFill>
                <a:latin typeface="Noto Sans JP"/>
                <a:ea typeface="Noto Sans JP"/>
                <a:cs typeface="Noto Sans JP"/>
              </a:defRPr>
            </a:defPPr>
          </a:lstStyle>
          <a:p xmlns:a="http://schemas.openxmlformats.org/drawingml/2006/main">
            <a:pPr algn="l">
              <a:defRPr sz="1950" b="0">
                <a:solidFill>
                  <a:srgbClr val="172943"/>
                </a:solidFill>
                <a:latin typeface="Noto Sans JP"/>
                <a:ea typeface="Noto Sans JP"/>
                <a:cs typeface="Noto Sans JP"/>
              </a:defRPr>
            </a:pPr>
            <a:r>
              <a:rPr sz="1950" b="0">
                <a:solidFill>
                  <a:srgbClr val="172943"/>
                </a:solidFill>
                <a:latin typeface="Noto Sans JP"/>
                <a:ea typeface="Noto Sans JP"/>
                <a:cs typeface="Noto Sans JP"/>
              </a:rPr>
              <a:t>対象記事を引用した回答の割合。</a:t>
            </a:r>
          </a:p>
          <a:p xmlns:a="http://schemas.openxmlformats.org/drawingml/2006/main">
            <a:pPr algn="l">
              <a:defRPr sz="1950" b="0">
                <a:solidFill>
                  <a:srgbClr val="172943"/>
                </a:solidFill>
                <a:latin typeface="Noto Sans JP"/>
                <a:ea typeface="Noto Sans JP"/>
                <a:cs typeface="Noto Sans JP"/>
              </a:defRPr>
            </a:pPr>
            <a:r>
              <a:rPr sz="1950" b="0">
                <a:solidFill>
                  <a:srgbClr val="172943"/>
                </a:solidFill>
                <a:latin typeface="Noto Sans JP"/>
                <a:ea typeface="Noto Sans JP"/>
                <a:cs typeface="Noto Sans JP"/>
              </a:rPr>
              <a:t>AIごとに分母と件数を示す。</a:t>
            </a:r>
          </a:p>
        </p:txBody>
      </p:sp>
      <p:sp>
        <p:nvSpPr>
          <p:cNvPr id="12" name="スコアは独自の参考評価です。点数・引用率・問い合わせや成約の増加を同じ成果として扱いません">
            <a:extLst xmlns:a="http://schemas.openxmlformats.org/drawingml/2006/main">
              <a:ext uri="{FF2B5EF4-FFF2-40B4-BE49-F238E27FC236}">
                <a16:creationId xmlns:a16="http://schemas.microsoft.com/office/drawing/2014/main" id="{C83ACA75-E9E7-40A1-9B17-D175C5629AB2}"/>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スコアは独自の参考評価です。点数・引用率・問い合わせや成約の増加を同じ成果として扱いません。</a:t>
            </a:r>
          </a:p>
        </p:txBody>
      </p:sp>
    </p:spTree>
    <p:extLst>
      <p:ext uri="{BB962C8B-B14F-4D97-AF65-F5344CB8AC3E}">
        <p14:creationId xmlns:p14="http://schemas.microsoft.com/office/powerpoint/2010/main" val="46979412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03  引用から事業成果まで">
            <a:extLst xmlns:a="http://schemas.openxmlformats.org/drawingml/2006/main">
              <a:ext uri="{FF2B5EF4-FFF2-40B4-BE49-F238E27FC236}">
                <a16:creationId xmlns:a16="http://schemas.microsoft.com/office/drawing/2014/main" id="{A7B9DA60-635D-4D10-AB78-7B3E0A54620E}"/>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03  引用から事業成果まで</a:t>
            </a:r>
          </a:p>
        </p:txBody>
      </p:sp>
      <p:sp>
        <p:nvSpPr>
          <p:cNvPr id="2" name="引用・訪問・問い合わせ・成約を分けて追う">
            <a:extLst xmlns:a="http://schemas.openxmlformats.org/drawingml/2006/main">
              <a:ext uri="{FF2B5EF4-FFF2-40B4-BE49-F238E27FC236}">
                <a16:creationId xmlns:a16="http://schemas.microsoft.com/office/drawing/2014/main" id="{763BA511-2ECD-4ACB-9A60-EBDF3E2413B1}"/>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引用・訪問・問い合わせ・成約を分けて追う</a:t>
            </a:r>
          </a:p>
        </p:txBody>
      </p:sp>
      <p:sp>
        <p:nvSpPr>
          <p:cNvPr id="3" name="">
            <a:extLst xmlns:a="http://schemas.openxmlformats.org/drawingml/2006/main">
              <a:ext uri="{FF2B5EF4-FFF2-40B4-BE49-F238E27FC236}">
                <a16:creationId xmlns:a16="http://schemas.microsoft.com/office/drawing/2014/main" id="{185AF78C-157E-478E-BE81-BC582234DCF5}"/>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86B504F6-461F-45FD-BCC2-7FB2176E4EEB}"/>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22">
            <a:extLst xmlns:a="http://schemas.openxmlformats.org/drawingml/2006/main">
              <a:ext uri="{FF2B5EF4-FFF2-40B4-BE49-F238E27FC236}">
                <a16:creationId xmlns:a16="http://schemas.microsoft.com/office/drawing/2014/main" id="{357D8F2D-0141-4DD4-8684-5CF9F1740E51}"/>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27</a:t>
            </a:r>
          </a:p>
        </p:txBody>
      </p:sp>
      <p:graphicFrame>
        <p:nvGraphicFramePr>
          <p:cNvPr id="6" name="">
            <a:extLst xmlns:a="http://schemas.openxmlformats.org/drawingml/2006/main">
              <a:ext uri="{FF2B5EF4-FFF2-40B4-BE49-F238E27FC236}">
                <a16:creationId xmlns:a16="http://schemas.microsoft.com/office/drawing/2014/main" id="{35190C5D-EB5B-4449-B21F-CAC857A18F9D}"/>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firstRow="0" bandRow="0"/>
              <a:tblGrid>
                <a:gridCol w="2714625"/>
                <a:gridCol w="4124325"/>
                <a:gridCol w="4133850"/>
              </a:tblGrid>
              <a:tr h="723900">
                <a:tc>
                  <a:txBody>
                    <a:bodyPr wrap="square" lIns="161925" tIns="85725" rIns="161925" bIns="85725">
                      <a:noAutofit/>
                    </a:bodyPr>
                    <a:lstStyle/>
                    <a:p>
                      <a:pPr algn="l"/>
                      <a:r>
                        <a:rPr sz="1650" b="1">
                          <a:solidFill>
                            <a:srgbClr val="FFFFFF"/>
                          </a:solidFill>
                          <a:latin typeface="Noto Sans JP"/>
                          <a:ea typeface="Noto Sans JP"/>
                          <a:cs typeface="Noto Sans JP"/>
                        </a:rPr>
                        <a:t>段階</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50" b="1">
                          <a:solidFill>
                            <a:srgbClr val="FFFFFF"/>
                          </a:solidFill>
                          <a:latin typeface="Noto Sans JP"/>
                          <a:ea typeface="Noto Sans JP"/>
                          <a:cs typeface="Noto Sans JP"/>
                        </a:rPr>
                        <a:t>何を数えるか</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50" b="1">
                          <a:solidFill>
                            <a:srgbClr val="FFFFFF"/>
                          </a:solidFill>
                          <a:latin typeface="Noto Sans JP"/>
                          <a:ea typeface="Noto Sans JP"/>
                          <a:cs typeface="Noto Sans JP"/>
                        </a:rPr>
                        <a:t>確認する方法</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723900">
                <a:tc>
                  <a:txBody>
                    <a:bodyPr wrap="square" lIns="161925" tIns="85725" rIns="161925" bIns="85725">
                      <a:noAutofit/>
                    </a:bodyPr>
                    <a:lstStyle/>
                    <a:p>
                      <a:pPr algn="l"/>
                      <a:r>
                        <a:rPr sz="1650" b="1">
                          <a:solidFill>
                            <a:srgbClr val="172943"/>
                          </a:solidFill>
                          <a:latin typeface="Noto Sans JP"/>
                          <a:ea typeface="Noto Sans JP"/>
                          <a:cs typeface="Noto Sans JP"/>
                        </a:rPr>
                        <a:t>AIで紹介・引用</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対象質問の回答と対象URL</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回答本文・引用リンクを保存</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23900">
                <a:tc>
                  <a:txBody>
                    <a:bodyPr wrap="square" lIns="161925" tIns="85725" rIns="161925" bIns="85725">
                      <a:noAutofit/>
                    </a:bodyPr>
                    <a:lstStyle/>
                    <a:p>
                      <a:pPr algn="l"/>
                      <a:r>
                        <a:rPr sz="1650" b="1">
                          <a:solidFill>
                            <a:srgbClr val="172943"/>
                          </a:solidFill>
                          <a:latin typeface="Noto Sans JP"/>
                          <a:ea typeface="Noto Sans JP"/>
                          <a:cs typeface="Noto Sans JP"/>
                        </a:rPr>
                        <a:t>ホームページ訪問</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AIや記事から入った訪問</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参照元・UTM・GA4等で確認</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723900">
                <a:tc>
                  <a:txBody>
                    <a:bodyPr wrap="square" lIns="161925" tIns="85725" rIns="161925" bIns="85725">
                      <a:noAutofit/>
                    </a:bodyPr>
                    <a:lstStyle/>
                    <a:p>
                      <a:pPr algn="l"/>
                      <a:r>
                        <a:rPr sz="1650" b="1">
                          <a:solidFill>
                            <a:srgbClr val="172943"/>
                          </a:solidFill>
                          <a:latin typeface="Noto Sans JP"/>
                          <a:ea typeface="Noto Sans JP"/>
                          <a:cs typeface="Noto Sans JP"/>
                        </a:rPr>
                        <a:t>問い合わせ・予約</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訪問後の行動と件数</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フォーム・予約・LINEの履歴</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23900">
                <a:tc>
                  <a:txBody>
                    <a:bodyPr wrap="square" lIns="161925" tIns="85725" rIns="161925" bIns="85725">
                      <a:noAutofit/>
                    </a:bodyPr>
                    <a:lstStyle/>
                    <a:p>
                      <a:pPr algn="l"/>
                      <a:r>
                        <a:rPr sz="1650" b="1">
                          <a:solidFill>
                            <a:srgbClr val="172943"/>
                          </a:solidFill>
                          <a:latin typeface="Noto Sans JP"/>
                          <a:ea typeface="Noto Sans JP"/>
                          <a:cs typeface="Noto Sans JP"/>
                        </a:rPr>
                        <a:t>成約・採用・売上</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最終的な事業の成果</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顧客管理・営業結果と照合</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bl>
          </a:graphicData>
        </a:graphic>
      </p:graphicFrame>
      <p:sp>
        <p:nvSpPr>
          <p:cNvPr id="7" name="引用が増えても、訪問や成約の増加と同じではありません。追跡できない経路は「未計測」として残">
            <a:extLst xmlns:a="http://schemas.openxmlformats.org/drawingml/2006/main">
              <a:ext uri="{FF2B5EF4-FFF2-40B4-BE49-F238E27FC236}">
                <a16:creationId xmlns:a16="http://schemas.microsoft.com/office/drawing/2014/main" id="{18AB3128-5FBE-4B60-A5DB-81E0E5296378}"/>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引用が増えても、訪問や成約の増加と同じではありません。追跡できない経路は「未計測」として残します。</a:t>
            </a:r>
          </a:p>
        </p:txBody>
      </p:sp>
    </p:spTree>
    <p:extLst>
      <p:ext uri="{BB962C8B-B14F-4D97-AF65-F5344CB8AC3E}">
        <p14:creationId xmlns:p14="http://schemas.microsoft.com/office/powerpoint/2010/main" val="8922451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03  AI経由の流入計測">
            <a:extLst xmlns:a="http://schemas.openxmlformats.org/drawingml/2006/main">
              <a:ext uri="{FF2B5EF4-FFF2-40B4-BE49-F238E27FC236}">
                <a16:creationId xmlns:a16="http://schemas.microsoft.com/office/drawing/2014/main" id="{675F6901-399C-4AEF-BFC8-AAFE61BA26B2}"/>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03  AI経由の流入計測</a:t>
            </a:r>
          </a:p>
        </p:txBody>
      </p:sp>
      <p:sp>
        <p:nvSpPr>
          <p:cNvPr id="2" name="AIから記事、記事から自社サイトの経路を確認">
            <a:extLst xmlns:a="http://schemas.openxmlformats.org/drawingml/2006/main">
              <a:ext uri="{FF2B5EF4-FFF2-40B4-BE49-F238E27FC236}">
                <a16:creationId xmlns:a16="http://schemas.microsoft.com/office/drawing/2014/main" id="{EDAB93D6-7A72-43B2-AB52-433AD9B68F92}"/>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AIから記事、記事から自社サイトの経路を確認</a:t>
            </a:r>
          </a:p>
        </p:txBody>
      </p:sp>
      <p:sp>
        <p:nvSpPr>
          <p:cNvPr id="3" name="">
            <a:extLst xmlns:a="http://schemas.openxmlformats.org/drawingml/2006/main">
              <a:ext uri="{FF2B5EF4-FFF2-40B4-BE49-F238E27FC236}">
                <a16:creationId xmlns:a16="http://schemas.microsoft.com/office/drawing/2014/main" id="{00684B37-683B-48CB-B3DB-7B02AC99E872}"/>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534A20FD-DD2C-47CA-AD56-B6A1EF4BB737}"/>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23">
            <a:extLst xmlns:a="http://schemas.openxmlformats.org/drawingml/2006/main">
              <a:ext uri="{FF2B5EF4-FFF2-40B4-BE49-F238E27FC236}">
                <a16:creationId xmlns:a16="http://schemas.microsoft.com/office/drawing/2014/main" id="{E6D0BE87-EDBA-4957-92E7-74CA97088E31}"/>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28</a:t>
            </a:r>
          </a:p>
        </p:txBody>
      </p:sp>
      <p:sp>
        <p:nvSpPr>
          <p:cNvPr id="6" name="A">
            <a:extLst xmlns:a="http://schemas.openxmlformats.org/drawingml/2006/main">
              <a:ext uri="{FF2B5EF4-FFF2-40B4-BE49-F238E27FC236}">
                <a16:creationId xmlns:a16="http://schemas.microsoft.com/office/drawing/2014/main" id="{33F82942-3FD7-474E-A3A1-F3B89D8FD7EF}"/>
              </a:ext>
            </a:extLst>
          </p:cNvPr>
          <p:cNvSpPr>
            <a:spLocks xmlns:a="http://schemas.openxmlformats.org/drawingml/2006/main" noGrp="1"/>
          </p:cNvSpPr>
          <p:nvPr/>
        </p:nvSpPr>
        <p:spPr>
          <a:xfrm xmlns:a="http://schemas.openxmlformats.org/drawingml/2006/main">
            <a:off x="609600" y="2000250"/>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A</a:t>
            </a:r>
          </a:p>
        </p:txBody>
      </p:sp>
      <p:sp>
        <p:nvSpPr>
          <p:cNvPr id="7" name="AIから、自社サイトへ">
            <a:extLst xmlns:a="http://schemas.openxmlformats.org/drawingml/2006/main">
              <a:ext uri="{FF2B5EF4-FFF2-40B4-BE49-F238E27FC236}">
                <a16:creationId xmlns:a16="http://schemas.microsoft.com/office/drawing/2014/main" id="{F97ACEF0-3791-4218-A02E-168C254237B8}"/>
              </a:ext>
            </a:extLst>
          </p:cNvPr>
          <p:cNvSpPr>
            <a:spLocks xmlns:a="http://schemas.openxmlformats.org/drawingml/2006/main" noGrp="1"/>
          </p:cNvSpPr>
          <p:nvPr/>
        </p:nvSpPr>
        <p:spPr>
          <a:xfrm xmlns:a="http://schemas.openxmlformats.org/drawingml/2006/main">
            <a:off x="1314450" y="2000250"/>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AIから、自社サイトへ</a:t>
            </a:r>
          </a:p>
        </p:txBody>
      </p:sp>
      <p:sp>
        <p:nvSpPr>
          <p:cNvPr id="8" name="AI側から参照元が渡る場合、AI由来の訪問として把握。">
            <a:extLst xmlns:a="http://schemas.openxmlformats.org/drawingml/2006/main">
              <a:ext uri="{FF2B5EF4-FFF2-40B4-BE49-F238E27FC236}">
                <a16:creationId xmlns:a16="http://schemas.microsoft.com/office/drawing/2014/main" id="{11F81222-ED8B-43FB-A546-203706F4613E}"/>
              </a:ext>
            </a:extLst>
          </p:cNvPr>
          <p:cNvSpPr>
            <a:spLocks xmlns:a="http://schemas.openxmlformats.org/drawingml/2006/main" noGrp="1"/>
          </p:cNvSpPr>
          <p:nvPr/>
        </p:nvSpPr>
        <p:spPr>
          <a:xfrm xmlns:a="http://schemas.openxmlformats.org/drawingml/2006/main">
            <a:off x="1314450" y="2505075"/>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AI側から参照元が渡る場合、AI由来の訪問として把握。</a:t>
            </a:r>
          </a:p>
        </p:txBody>
      </p:sp>
      <p:sp>
        <p:nvSpPr>
          <p:cNvPr id="9" name="B">
            <a:extLst xmlns:a="http://schemas.openxmlformats.org/drawingml/2006/main">
              <a:ext uri="{FF2B5EF4-FFF2-40B4-BE49-F238E27FC236}">
                <a16:creationId xmlns:a16="http://schemas.microsoft.com/office/drawing/2014/main" id="{97F39B0A-CFE6-458E-8D35-5990C08AA6AF}"/>
              </a:ext>
            </a:extLst>
          </p:cNvPr>
          <p:cNvSpPr>
            <a:spLocks xmlns:a="http://schemas.openxmlformats.org/drawingml/2006/main" noGrp="1"/>
          </p:cNvSpPr>
          <p:nvPr/>
        </p:nvSpPr>
        <p:spPr>
          <a:xfrm xmlns:a="http://schemas.openxmlformats.org/drawingml/2006/main">
            <a:off x="609600" y="32289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B</a:t>
            </a:r>
          </a:p>
        </p:txBody>
      </p:sp>
      <p:sp>
        <p:nvSpPr>
          <p:cNvPr id="10" name="AIから記事を読み、自社サイトへ">
            <a:extLst xmlns:a="http://schemas.openxmlformats.org/drawingml/2006/main">
              <a:ext uri="{FF2B5EF4-FFF2-40B4-BE49-F238E27FC236}">
                <a16:creationId xmlns:a16="http://schemas.microsoft.com/office/drawing/2014/main" id="{60E036C0-F56A-4052-BC84-F005D4F45DE9}"/>
              </a:ext>
            </a:extLst>
          </p:cNvPr>
          <p:cNvSpPr>
            <a:spLocks xmlns:a="http://schemas.openxmlformats.org/drawingml/2006/main" noGrp="1"/>
          </p:cNvSpPr>
          <p:nvPr/>
        </p:nvSpPr>
        <p:spPr>
          <a:xfrm xmlns:a="http://schemas.openxmlformats.org/drawingml/2006/main">
            <a:off x="1314450" y="3228975"/>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AIから記事を読み、自社サイトへ</a:t>
            </a:r>
          </a:p>
        </p:txBody>
      </p:sp>
      <p:sp>
        <p:nvSpPr>
          <p:cNvPr id="11" name="記事内の専用リンクで媒体からの流入を記録する。">
            <a:extLst xmlns:a="http://schemas.openxmlformats.org/drawingml/2006/main">
              <a:ext uri="{FF2B5EF4-FFF2-40B4-BE49-F238E27FC236}">
                <a16:creationId xmlns:a16="http://schemas.microsoft.com/office/drawing/2014/main" id="{9EC7B22C-F452-4907-844E-ED35F0D06516}"/>
              </a:ext>
            </a:extLst>
          </p:cNvPr>
          <p:cNvSpPr>
            <a:spLocks xmlns:a="http://schemas.openxmlformats.org/drawingml/2006/main" noGrp="1"/>
          </p:cNvSpPr>
          <p:nvPr/>
        </p:nvSpPr>
        <p:spPr>
          <a:xfrm xmlns:a="http://schemas.openxmlformats.org/drawingml/2006/main">
            <a:off x="1314450" y="3733800"/>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記事内の専用リンクで媒体からの流入を記録する。</a:t>
            </a:r>
          </a:p>
        </p:txBody>
      </p:sp>
      <p:sp>
        <p:nvSpPr>
          <p:cNvPr id="12" name="照合">
            <a:extLst xmlns:a="http://schemas.openxmlformats.org/drawingml/2006/main">
              <a:ext uri="{FF2B5EF4-FFF2-40B4-BE49-F238E27FC236}">
                <a16:creationId xmlns:a16="http://schemas.microsoft.com/office/drawing/2014/main" id="{1EA7DCF3-3838-4BD5-AAA6-6224A5B702C5}"/>
              </a:ext>
            </a:extLst>
          </p:cNvPr>
          <p:cNvSpPr>
            <a:spLocks xmlns:a="http://schemas.openxmlformats.org/drawingml/2006/main" noGrp="1"/>
          </p:cNvSpPr>
          <p:nvPr/>
        </p:nvSpPr>
        <p:spPr>
          <a:xfrm xmlns:a="http://schemas.openxmlformats.org/drawingml/2006/main">
            <a:off x="609600" y="4457700"/>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照合</a:t>
            </a:r>
          </a:p>
        </p:txBody>
      </p:sp>
      <p:sp>
        <p:nvSpPr>
          <p:cNvPr id="13" name="問い合わせまで、確認できる範囲をつなぐ">
            <a:extLst xmlns:a="http://schemas.openxmlformats.org/drawingml/2006/main">
              <a:ext uri="{FF2B5EF4-FFF2-40B4-BE49-F238E27FC236}">
                <a16:creationId xmlns:a16="http://schemas.microsoft.com/office/drawing/2014/main" id="{BEBE5C1E-EAEF-4192-BE5B-682E57DC67CA}"/>
              </a:ext>
            </a:extLst>
          </p:cNvPr>
          <p:cNvSpPr>
            <a:spLocks xmlns:a="http://schemas.openxmlformats.org/drawingml/2006/main" noGrp="1"/>
          </p:cNvSpPr>
          <p:nvPr/>
        </p:nvSpPr>
        <p:spPr>
          <a:xfrm xmlns:a="http://schemas.openxmlformats.org/drawingml/2006/main">
            <a:off x="1314450" y="4457700"/>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問い合わせまで、確認できる範囲をつなぐ</a:t>
            </a:r>
          </a:p>
        </p:txBody>
      </p:sp>
      <p:sp>
        <p:nvSpPr>
          <p:cNvPr id="14" name="UTM・フォーム項目・LINE経路・営業記録を照合する。">
            <a:extLst xmlns:a="http://schemas.openxmlformats.org/drawingml/2006/main">
              <a:ext uri="{FF2B5EF4-FFF2-40B4-BE49-F238E27FC236}">
                <a16:creationId xmlns:a16="http://schemas.microsoft.com/office/drawing/2014/main" id="{6171D6CC-71D7-4DF5-AF80-2EDD0D3A6C9F}"/>
              </a:ext>
            </a:extLst>
          </p:cNvPr>
          <p:cNvSpPr>
            <a:spLocks xmlns:a="http://schemas.openxmlformats.org/drawingml/2006/main" noGrp="1"/>
          </p:cNvSpPr>
          <p:nvPr/>
        </p:nvSpPr>
        <p:spPr>
          <a:xfrm xmlns:a="http://schemas.openxmlformats.org/drawingml/2006/main">
            <a:off x="1314450" y="4962525"/>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UTM・フォーム項目・LINE経路・営業記録を照合する。</a:t>
            </a:r>
          </a:p>
        </p:txBody>
      </p:sp>
      <p:sp>
        <p:nvSpPr>
          <p:cNvPr id="15" name="計測設計の提案です。参照元がない訪問や、別端末・後日の指名検索では、最初のAI接触が不明な">
            <a:extLst xmlns:a="http://schemas.openxmlformats.org/drawingml/2006/main">
              <a:ext uri="{FF2B5EF4-FFF2-40B4-BE49-F238E27FC236}">
                <a16:creationId xmlns:a16="http://schemas.microsoft.com/office/drawing/2014/main" id="{2419296D-FBC3-4B74-9DAD-D0986B55F023}"/>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計測設計の提案です。参照元がない訪問や、別端末・後日の指名検索では、最初のAI接触が不明な場合があります。</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記事経由の訪問を、そのままAI経由と断定しません。媒体側・顧客側の計測協力も必要です。</a:t>
            </a:r>
          </a:p>
        </p:txBody>
      </p:sp>
    </p:spTree>
    <p:extLst>
      <p:ext uri="{BB962C8B-B14F-4D97-AF65-F5344CB8AC3E}">
        <p14:creationId xmlns:p14="http://schemas.microsoft.com/office/powerpoint/2010/main" val="111695227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03  毎月の確認と改善">
            <a:extLst xmlns:a="http://schemas.openxmlformats.org/drawingml/2006/main">
              <a:ext uri="{FF2B5EF4-FFF2-40B4-BE49-F238E27FC236}">
                <a16:creationId xmlns:a16="http://schemas.microsoft.com/office/drawing/2014/main" id="{33AB069B-DEB4-458D-8D4D-2EF00F8FEF3E}"/>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03  毎月の確認と改善</a:t>
            </a:r>
          </a:p>
        </p:txBody>
      </p:sp>
      <p:sp>
        <p:nvSpPr>
          <p:cNvPr id="2" name="測った結果から、次に整える情報を決める">
            <a:extLst xmlns:a="http://schemas.openxmlformats.org/drawingml/2006/main">
              <a:ext uri="{FF2B5EF4-FFF2-40B4-BE49-F238E27FC236}">
                <a16:creationId xmlns:a16="http://schemas.microsoft.com/office/drawing/2014/main" id="{9607B90E-880F-4AA4-9063-8E6A9A0A9C6A}"/>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測った結果から、次に整える情報を決める</a:t>
            </a:r>
          </a:p>
        </p:txBody>
      </p:sp>
      <p:sp>
        <p:nvSpPr>
          <p:cNvPr id="3" name="">
            <a:extLst xmlns:a="http://schemas.openxmlformats.org/drawingml/2006/main">
              <a:ext uri="{FF2B5EF4-FFF2-40B4-BE49-F238E27FC236}">
                <a16:creationId xmlns:a16="http://schemas.microsoft.com/office/drawing/2014/main" id="{9678559F-3443-4E28-82ED-D4172D40077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79F4BD7A-3DB5-48D3-9952-C024BFCF5D77}"/>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24">
            <a:extLst xmlns:a="http://schemas.openxmlformats.org/drawingml/2006/main">
              <a:ext uri="{FF2B5EF4-FFF2-40B4-BE49-F238E27FC236}">
                <a16:creationId xmlns:a16="http://schemas.microsoft.com/office/drawing/2014/main" id="{DAABB4A7-2058-4417-8D96-F377A3DAA0C8}"/>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29</a:t>
            </a:r>
          </a:p>
        </p:txBody>
      </p:sp>
      <p:sp>
        <p:nvSpPr>
          <p:cNvPr id="6" name="01">
            <a:extLst xmlns:a="http://schemas.openxmlformats.org/drawingml/2006/main">
              <a:ext uri="{FF2B5EF4-FFF2-40B4-BE49-F238E27FC236}">
                <a16:creationId xmlns:a16="http://schemas.microsoft.com/office/drawing/2014/main" id="{F53303B0-71C9-4EA5-A0D1-64E7C78C8BDC}"/>
              </a:ext>
            </a:extLst>
          </p:cNvPr>
          <p:cNvSpPr>
            <a:spLocks xmlns:a="http://schemas.openxmlformats.org/drawingml/2006/main" noGrp="1"/>
          </p:cNvSpPr>
          <p:nvPr/>
        </p:nvSpPr>
        <p:spPr>
          <a:xfrm xmlns:a="http://schemas.openxmlformats.org/drawingml/2006/main">
            <a:off x="609600" y="2009775"/>
            <a:ext cx="552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01</a:t>
            </a:r>
          </a:p>
        </p:txBody>
      </p:sp>
      <p:sp>
        <p:nvSpPr>
          <p:cNvPr id="7" name="AIごとの回答・引用">
            <a:extLst xmlns:a="http://schemas.openxmlformats.org/drawingml/2006/main">
              <a:ext uri="{FF2B5EF4-FFF2-40B4-BE49-F238E27FC236}">
                <a16:creationId xmlns:a16="http://schemas.microsoft.com/office/drawing/2014/main" id="{3F1CF5AE-63C1-41D7-A2CC-2034E368A1FB}"/>
              </a:ext>
            </a:extLst>
          </p:cNvPr>
          <p:cNvSpPr>
            <a:spLocks xmlns:a="http://schemas.openxmlformats.org/drawingml/2006/main" noGrp="1"/>
          </p:cNvSpPr>
          <p:nvPr/>
        </p:nvSpPr>
        <p:spPr>
          <a:xfrm xmlns:a="http://schemas.openxmlformats.org/drawingml/2006/main">
            <a:off x="1352550" y="2009775"/>
            <a:ext cx="10077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AIごとの回答・引用</a:t>
            </a:r>
          </a:p>
        </p:txBody>
      </p:sp>
      <p:sp>
        <p:nvSpPr>
          <p:cNvPr id="8" name="AI別・指名／一般別に、有効回答数と引用件数・率を記録。">
            <a:extLst xmlns:a="http://schemas.openxmlformats.org/drawingml/2006/main">
              <a:ext uri="{FF2B5EF4-FFF2-40B4-BE49-F238E27FC236}">
                <a16:creationId xmlns:a16="http://schemas.microsoft.com/office/drawing/2014/main" id="{DE342E15-9AF9-4700-9160-43C1F7D2A48C}"/>
              </a:ext>
            </a:extLst>
          </p:cNvPr>
          <p:cNvSpPr>
            <a:spLocks xmlns:a="http://schemas.openxmlformats.org/drawingml/2006/main" noGrp="1"/>
          </p:cNvSpPr>
          <p:nvPr/>
        </p:nvSpPr>
        <p:spPr>
          <a:xfrm xmlns:a="http://schemas.openxmlformats.org/drawingml/2006/main">
            <a:off x="1352550" y="2466975"/>
            <a:ext cx="1007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AI別・指名／一般別に、有効回答数と引用件数・率を記録。</a:t>
            </a:r>
          </a:p>
        </p:txBody>
      </p:sp>
      <p:sp>
        <p:nvSpPr>
          <p:cNvPr id="9" name="02">
            <a:extLst xmlns:a="http://schemas.openxmlformats.org/drawingml/2006/main">
              <a:ext uri="{FF2B5EF4-FFF2-40B4-BE49-F238E27FC236}">
                <a16:creationId xmlns:a16="http://schemas.microsoft.com/office/drawing/2014/main" id="{A9F90A20-8394-4E26-90C2-07931191BEA2}"/>
              </a:ext>
            </a:extLst>
          </p:cNvPr>
          <p:cNvSpPr>
            <a:spLocks xmlns:a="http://schemas.openxmlformats.org/drawingml/2006/main" noGrp="1"/>
          </p:cNvSpPr>
          <p:nvPr/>
        </p:nvSpPr>
        <p:spPr>
          <a:xfrm xmlns:a="http://schemas.openxmlformats.org/drawingml/2006/main">
            <a:off x="609600" y="2924175"/>
            <a:ext cx="552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02</a:t>
            </a:r>
          </a:p>
        </p:txBody>
      </p:sp>
      <p:sp>
        <p:nvSpPr>
          <p:cNvPr id="10" name="スコアと記事・公開情報">
            <a:extLst xmlns:a="http://schemas.openxmlformats.org/drawingml/2006/main">
              <a:ext uri="{FF2B5EF4-FFF2-40B4-BE49-F238E27FC236}">
                <a16:creationId xmlns:a16="http://schemas.microsoft.com/office/drawing/2014/main" id="{02F63481-0F71-4B0E-BE26-4E9EBC1A6768}"/>
              </a:ext>
            </a:extLst>
          </p:cNvPr>
          <p:cNvSpPr>
            <a:spLocks xmlns:a="http://schemas.openxmlformats.org/drawingml/2006/main" noGrp="1"/>
          </p:cNvSpPr>
          <p:nvPr/>
        </p:nvSpPr>
        <p:spPr>
          <a:xfrm xmlns:a="http://schemas.openxmlformats.org/drawingml/2006/main">
            <a:off x="1352550" y="2924175"/>
            <a:ext cx="10077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スコアと記事・公開情報</a:t>
            </a:r>
          </a:p>
        </p:txBody>
      </p:sp>
      <p:sp>
        <p:nvSpPr>
          <p:cNvPr id="11" name="独自スコアの水準、掲載URL・掲載日、古い情報や誤認を確認。">
            <a:extLst xmlns:a="http://schemas.openxmlformats.org/drawingml/2006/main">
              <a:ext uri="{FF2B5EF4-FFF2-40B4-BE49-F238E27FC236}">
                <a16:creationId xmlns:a16="http://schemas.microsoft.com/office/drawing/2014/main" id="{A9DD4370-9A77-4DF7-A8BA-5BE41BAD8855}"/>
              </a:ext>
            </a:extLst>
          </p:cNvPr>
          <p:cNvSpPr>
            <a:spLocks xmlns:a="http://schemas.openxmlformats.org/drawingml/2006/main" noGrp="1"/>
          </p:cNvSpPr>
          <p:nvPr/>
        </p:nvSpPr>
        <p:spPr>
          <a:xfrm xmlns:a="http://schemas.openxmlformats.org/drawingml/2006/main">
            <a:off x="1352550" y="3381375"/>
            <a:ext cx="1007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独自スコアの水準、掲載URL・掲載日、古い情報や誤認を確認。</a:t>
            </a:r>
          </a:p>
        </p:txBody>
      </p:sp>
      <p:sp>
        <p:nvSpPr>
          <p:cNvPr id="12" name="03">
            <a:extLst xmlns:a="http://schemas.openxmlformats.org/drawingml/2006/main">
              <a:ext uri="{FF2B5EF4-FFF2-40B4-BE49-F238E27FC236}">
                <a16:creationId xmlns:a16="http://schemas.microsoft.com/office/drawing/2014/main" id="{9FD2CA8F-30A5-4902-B0E8-D7323A03DC62}"/>
              </a:ext>
            </a:extLst>
          </p:cNvPr>
          <p:cNvSpPr>
            <a:spLocks xmlns:a="http://schemas.openxmlformats.org/drawingml/2006/main" noGrp="1"/>
          </p:cNvSpPr>
          <p:nvPr/>
        </p:nvSpPr>
        <p:spPr>
          <a:xfrm xmlns:a="http://schemas.openxmlformats.org/drawingml/2006/main">
            <a:off x="609600" y="3838575"/>
            <a:ext cx="552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03</a:t>
            </a:r>
          </a:p>
        </p:txBody>
      </p:sp>
      <p:sp>
        <p:nvSpPr>
          <p:cNvPr id="13" name="事業成果との照合">
            <a:extLst xmlns:a="http://schemas.openxmlformats.org/drawingml/2006/main">
              <a:ext uri="{FF2B5EF4-FFF2-40B4-BE49-F238E27FC236}">
                <a16:creationId xmlns:a16="http://schemas.microsoft.com/office/drawing/2014/main" id="{8EFB7DF1-E620-4387-92D6-42DF094E1741}"/>
              </a:ext>
            </a:extLst>
          </p:cNvPr>
          <p:cNvSpPr>
            <a:spLocks xmlns:a="http://schemas.openxmlformats.org/drawingml/2006/main" noGrp="1"/>
          </p:cNvSpPr>
          <p:nvPr/>
        </p:nvSpPr>
        <p:spPr>
          <a:xfrm xmlns:a="http://schemas.openxmlformats.org/drawingml/2006/main">
            <a:off x="1352550" y="3838575"/>
            <a:ext cx="10077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事業成果との照合</a:t>
            </a:r>
          </a:p>
        </p:txBody>
      </p:sp>
      <p:sp>
        <p:nvSpPr>
          <p:cNvPr id="14" name="計測できた訪問・問い合わせ・成約を別欄に。">
            <a:extLst xmlns:a="http://schemas.openxmlformats.org/drawingml/2006/main">
              <a:ext uri="{FF2B5EF4-FFF2-40B4-BE49-F238E27FC236}">
                <a16:creationId xmlns:a16="http://schemas.microsoft.com/office/drawing/2014/main" id="{67026593-79A8-4935-A6D6-508D46160B76}"/>
              </a:ext>
            </a:extLst>
          </p:cNvPr>
          <p:cNvSpPr>
            <a:spLocks xmlns:a="http://schemas.openxmlformats.org/drawingml/2006/main" noGrp="1"/>
          </p:cNvSpPr>
          <p:nvPr/>
        </p:nvSpPr>
        <p:spPr>
          <a:xfrm xmlns:a="http://schemas.openxmlformats.org/drawingml/2006/main">
            <a:off x="1352550" y="4295775"/>
            <a:ext cx="1007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計測できた訪問・問い合わせ・成約を別欄に。</a:t>
            </a:r>
          </a:p>
        </p:txBody>
      </p:sp>
      <p:sp>
        <p:nvSpPr>
          <p:cNvPr id="15" name="04">
            <a:extLst xmlns:a="http://schemas.openxmlformats.org/drawingml/2006/main">
              <a:ext uri="{FF2B5EF4-FFF2-40B4-BE49-F238E27FC236}">
                <a16:creationId xmlns:a16="http://schemas.microsoft.com/office/drawing/2014/main" id="{E9F63AC1-3AFE-46C1-8ACC-0C7E3F0E6168}"/>
              </a:ext>
            </a:extLst>
          </p:cNvPr>
          <p:cNvSpPr>
            <a:spLocks xmlns:a="http://schemas.openxmlformats.org/drawingml/2006/main" noGrp="1"/>
          </p:cNvSpPr>
          <p:nvPr/>
        </p:nvSpPr>
        <p:spPr>
          <a:xfrm xmlns:a="http://schemas.openxmlformats.org/drawingml/2006/main">
            <a:off x="609600" y="4752975"/>
            <a:ext cx="552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stStyle>
          <a:p xmlns:a="http://schemas.openxmlformats.org/drawingml/2006/main">
            <a:pPr algn="l">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04</a:t>
            </a:r>
          </a:p>
        </p:txBody>
      </p:sp>
      <p:sp>
        <p:nvSpPr>
          <p:cNvPr id="16" name="前回との差と、次月の改善案">
            <a:extLst xmlns:a="http://schemas.openxmlformats.org/drawingml/2006/main">
              <a:ext uri="{FF2B5EF4-FFF2-40B4-BE49-F238E27FC236}">
                <a16:creationId xmlns:a16="http://schemas.microsoft.com/office/drawing/2014/main" id="{C6ADF733-04F0-4F31-9CE0-E4164828E916}"/>
              </a:ext>
            </a:extLst>
          </p:cNvPr>
          <p:cNvSpPr>
            <a:spLocks xmlns:a="http://schemas.openxmlformats.org/drawingml/2006/main" noGrp="1"/>
          </p:cNvSpPr>
          <p:nvPr/>
        </p:nvSpPr>
        <p:spPr>
          <a:xfrm xmlns:a="http://schemas.openxmlformats.org/drawingml/2006/main">
            <a:off x="1352550" y="4752975"/>
            <a:ext cx="10077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前回との差と、次月の改善案</a:t>
            </a:r>
          </a:p>
        </p:txBody>
      </p:sp>
      <p:sp>
        <p:nvSpPr>
          <p:cNvPr id="17" name="追加したい根拠や、修正の優先順位を示す。">
            <a:extLst xmlns:a="http://schemas.openxmlformats.org/drawingml/2006/main">
              <a:ext uri="{FF2B5EF4-FFF2-40B4-BE49-F238E27FC236}">
                <a16:creationId xmlns:a16="http://schemas.microsoft.com/office/drawing/2014/main" id="{556BB776-B7EA-4DCC-BCAB-4B4FDF484DAD}"/>
              </a:ext>
            </a:extLst>
          </p:cNvPr>
          <p:cNvSpPr>
            <a:spLocks xmlns:a="http://schemas.openxmlformats.org/drawingml/2006/main" noGrp="1"/>
          </p:cNvSpPr>
          <p:nvPr/>
        </p:nvSpPr>
        <p:spPr>
          <a:xfrm xmlns:a="http://schemas.openxmlformats.org/drawingml/2006/main">
            <a:off x="1352550" y="5210175"/>
            <a:ext cx="1007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追加したい根拠や、修正の優先順位を示す。</a:t>
            </a:r>
          </a:p>
        </p:txBody>
      </p:sp>
      <p:sp>
        <p:nvSpPr>
          <p:cNvPr id="18" name="対象AI・質問群・報告日・報告書式・改善範囲は事前合意。AI別に表示し、未計測と未達を分け">
            <a:extLst xmlns:a="http://schemas.openxmlformats.org/drawingml/2006/main">
              <a:ext uri="{FF2B5EF4-FFF2-40B4-BE49-F238E27FC236}">
                <a16:creationId xmlns:a16="http://schemas.microsoft.com/office/drawing/2014/main" id="{6119D9BA-F065-47C5-A122-146390E8B0B7}"/>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対象AI・質問群・報告日・報告書式・改善範囲は事前合意。AI別に表示し、未計測と未達を分けます。</a:t>
            </a:r>
          </a:p>
        </p:txBody>
      </p:sp>
    </p:spTree>
    <p:extLst>
      <p:ext uri="{BB962C8B-B14F-4D97-AF65-F5344CB8AC3E}">
        <p14:creationId xmlns:p14="http://schemas.microsoft.com/office/powerpoint/2010/main" val="137780436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04  これまでの導入事例">
            <a:extLst xmlns:a="http://schemas.openxmlformats.org/drawingml/2006/main">
              <a:ext uri="{FF2B5EF4-FFF2-40B4-BE49-F238E27FC236}">
                <a16:creationId xmlns:a16="http://schemas.microsoft.com/office/drawing/2014/main" id="{810096BE-7D94-4CE1-9F87-3BAE3FDEC1DD}"/>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04  これまでの導入事例</a:t>
            </a:r>
          </a:p>
        </p:txBody>
      </p:sp>
      <p:sp>
        <p:nvSpPr>
          <p:cNvPr id="2" name="5業種で、会社の背景を伝える記事を活用">
            <a:extLst xmlns:a="http://schemas.openxmlformats.org/drawingml/2006/main">
              <a:ext uri="{FF2B5EF4-FFF2-40B4-BE49-F238E27FC236}">
                <a16:creationId xmlns:a16="http://schemas.microsoft.com/office/drawing/2014/main" id="{260B779E-B349-4F0A-A961-F3E461B6C6F8}"/>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5業種で、会社の背景を伝える記事を活用</a:t>
            </a:r>
          </a:p>
        </p:txBody>
      </p:sp>
      <p:sp>
        <p:nvSpPr>
          <p:cNvPr id="3" name="">
            <a:extLst xmlns:a="http://schemas.openxmlformats.org/drawingml/2006/main">
              <a:ext uri="{FF2B5EF4-FFF2-40B4-BE49-F238E27FC236}">
                <a16:creationId xmlns:a16="http://schemas.microsoft.com/office/drawing/2014/main" id="{60E7FD9B-8400-4A30-B4C1-CC29A9D4D4E8}"/>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8BE05439-953B-41B2-9C16-F8FFA03318B5}"/>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25">
            <a:extLst xmlns:a="http://schemas.openxmlformats.org/drawingml/2006/main">
              <a:ext uri="{FF2B5EF4-FFF2-40B4-BE49-F238E27FC236}">
                <a16:creationId xmlns:a16="http://schemas.microsoft.com/office/drawing/2014/main" id="{51446ADD-7EDB-436E-B41F-F41D7EDDDEB5}"/>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30</a:t>
            </a:r>
          </a:p>
        </p:txBody>
      </p:sp>
      <p:graphicFrame>
        <p:nvGraphicFramePr>
          <p:cNvPr id="6" name="">
            <a:extLst xmlns:a="http://schemas.openxmlformats.org/drawingml/2006/main">
              <a:ext uri="{FF2B5EF4-FFF2-40B4-BE49-F238E27FC236}">
                <a16:creationId xmlns:a16="http://schemas.microsoft.com/office/drawing/2014/main" id="{175B29A9-982E-4C09-8A87-FF809C119669}"/>
              </a:ext>
            </a:extLst>
          </p:cNvPr>
          <p:cNvGraphicFramePr/>
          <p:nvPr/>
        </p:nvGraphicFramePr>
        <p:xfrm>
          <a:off xmlns:a="http://schemas.openxmlformats.org/drawingml/2006/main" x="609600" y="1933575"/>
          <a:ext xmlns:a="http://schemas.openxmlformats.org/drawingml/2006/main" cx="10972800" cy="3600450"/>
        </p:xfrm>
        <a:graphic xmlns:a="http://schemas.openxmlformats.org/drawingml/2006/main">
          <a:graphicData uri="http://schemas.openxmlformats.org/drawingml/2006/table">
            <a:tbl>
              <a:tblPr firstRow="0" bandRow="0"/>
              <a:tblGrid>
                <a:gridCol w="2905125"/>
                <a:gridCol w="3590925"/>
                <a:gridCol w="2238375"/>
                <a:gridCol w="2238375"/>
              </a:tblGrid>
              <a:tr h="600075">
                <a:tc>
                  <a:txBody>
                    <a:bodyPr wrap="square" lIns="161925" tIns="85725" rIns="161925" bIns="85725">
                      <a:noAutofit/>
                    </a:bodyPr>
                    <a:lstStyle/>
                    <a:p>
                      <a:pPr algn="l"/>
                      <a:r>
                        <a:rPr sz="1650" b="1">
                          <a:solidFill>
                            <a:srgbClr val="FFFFFF"/>
                          </a:solidFill>
                          <a:latin typeface="Noto Sans JP"/>
                          <a:ea typeface="Noto Sans JP"/>
                          <a:cs typeface="Noto Sans JP"/>
                        </a:rPr>
                        <a:t>業種</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50" b="1">
                          <a:solidFill>
                            <a:srgbClr val="FFFFFF"/>
                          </a:solidFill>
                          <a:latin typeface="Noto Sans JP"/>
                          <a:ea typeface="Noto Sans JP"/>
                          <a:cs typeface="Noto Sans JP"/>
                        </a:rPr>
                        <a:t>確認した指標</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50" b="1">
                          <a:solidFill>
                            <a:srgbClr val="FFFFFF"/>
                          </a:solidFill>
                          <a:latin typeface="Noto Sans JP"/>
                          <a:ea typeface="Noto Sans JP"/>
                          <a:cs typeface="Noto Sans JP"/>
                        </a:rPr>
                        <a:t>初月</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50" b="1">
                          <a:solidFill>
                            <a:srgbClr val="FFFFFF"/>
                          </a:solidFill>
                          <a:latin typeface="Noto Sans JP"/>
                          <a:ea typeface="Noto Sans JP"/>
                          <a:cs typeface="Noto Sans JP"/>
                        </a:rPr>
                        <a:t>4〜6か月</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600075">
                <a:tc>
                  <a:txBody>
                    <a:bodyPr wrap="square" lIns="161925" tIns="85725" rIns="161925" bIns="85725">
                      <a:noAutofit/>
                    </a:bodyPr>
                    <a:lstStyle/>
                    <a:p>
                      <a:pPr algn="l"/>
                      <a:r>
                        <a:rPr sz="1650" b="1">
                          <a:solidFill>
                            <a:srgbClr val="172943"/>
                          </a:solidFill>
                          <a:latin typeface="Noto Sans JP"/>
                          <a:ea typeface="Noto Sans JP"/>
                          <a:cs typeface="Noto Sans JP"/>
                        </a:rPr>
                        <a:t>ピラティス</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応募数</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12％増</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24％増</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600075">
                <a:tc>
                  <a:txBody>
                    <a:bodyPr wrap="square" lIns="161925" tIns="85725" rIns="161925" bIns="85725">
                      <a:noAutofit/>
                    </a:bodyPr>
                    <a:lstStyle/>
                    <a:p>
                      <a:pPr algn="l"/>
                      <a:r>
                        <a:rPr sz="1650" b="1">
                          <a:solidFill>
                            <a:srgbClr val="172943"/>
                          </a:solidFill>
                          <a:latin typeface="Noto Sans JP"/>
                          <a:ea typeface="Noto Sans JP"/>
                          <a:cs typeface="Noto Sans JP"/>
                        </a:rPr>
                        <a:t>パーソナルジム</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入会数</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9％増</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19％増</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600075">
                <a:tc>
                  <a:txBody>
                    <a:bodyPr wrap="square" lIns="161925" tIns="85725" rIns="161925" bIns="85725">
                      <a:noAutofit/>
                    </a:bodyPr>
                    <a:lstStyle/>
                    <a:p>
                      <a:pPr algn="l"/>
                      <a:r>
                        <a:rPr sz="1650" b="1">
                          <a:solidFill>
                            <a:srgbClr val="172943"/>
                          </a:solidFill>
                          <a:latin typeface="Noto Sans JP"/>
                          <a:ea typeface="Noto Sans JP"/>
                          <a:cs typeface="Noto Sans JP"/>
                        </a:rPr>
                        <a:t>不動産売却仲介</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訪問査定数</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11％増</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21％増</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600075">
                <a:tc>
                  <a:txBody>
                    <a:bodyPr wrap="square" lIns="161925" tIns="85725" rIns="161925" bIns="85725">
                      <a:noAutofit/>
                    </a:bodyPr>
                    <a:lstStyle/>
                    <a:p>
                      <a:pPr algn="l"/>
                      <a:r>
                        <a:rPr sz="1650" b="1">
                          <a:solidFill>
                            <a:srgbClr val="172943"/>
                          </a:solidFill>
                          <a:latin typeface="Noto Sans JP"/>
                          <a:ea typeface="Noto Sans JP"/>
                          <a:cs typeface="Noto Sans JP"/>
                        </a:rPr>
                        <a:t>人材サービス</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商談数</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11％増</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22％増</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600075">
                <a:tc>
                  <a:txBody>
                    <a:bodyPr wrap="square" lIns="161925" tIns="85725" rIns="161925" bIns="85725">
                      <a:noAutofit/>
                    </a:bodyPr>
                    <a:lstStyle/>
                    <a:p>
                      <a:pPr algn="l"/>
                      <a:r>
                        <a:rPr sz="1650" b="1">
                          <a:solidFill>
                            <a:srgbClr val="172943"/>
                          </a:solidFill>
                          <a:latin typeface="Noto Sans JP"/>
                          <a:ea typeface="Noto Sans JP"/>
                          <a:cs typeface="Noto Sans JP"/>
                        </a:rPr>
                        <a:t>食品メーカー</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法人サンプル依頼数</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12％増</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23％増</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bl>
          </a:graphicData>
        </a:graphic>
      </p:graphicFrame>
      <p:sp>
        <p:nvSpPr>
          <p:cNvPr id="7" name="数値は導入前比。当社の従来サービスと、既存の広告・営業等との併用事例です。&#10;AI単独の寄与">
            <a:extLst xmlns:a="http://schemas.openxmlformats.org/drawingml/2006/main">
              <a:ext uri="{FF2B5EF4-FFF2-40B4-BE49-F238E27FC236}">
                <a16:creationId xmlns:a16="http://schemas.microsoft.com/office/drawing/2014/main" id="{B3ADE082-538C-4977-A2EB-FCF2E0319EF0}"/>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数値は導入前比。当社の従来サービスと、既存の広告・営業等との併用事例です。</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AI単独の寄与は未計測で、新3プラン・一般検索単独の実績ではありません。成果には個社差があります。</a:t>
            </a:r>
          </a:p>
        </p:txBody>
      </p:sp>
    </p:spTree>
    <p:extLst>
      <p:ext uri="{BB962C8B-B14F-4D97-AF65-F5344CB8AC3E}">
        <p14:creationId xmlns:p14="http://schemas.microsoft.com/office/powerpoint/2010/main" val="6329424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04  CASE 01  ピラティススタジオ運営会社">
            <a:extLst xmlns:a="http://schemas.openxmlformats.org/drawingml/2006/main">
              <a:ext uri="{FF2B5EF4-FFF2-40B4-BE49-F238E27FC236}">
                <a16:creationId xmlns:a16="http://schemas.microsoft.com/office/drawing/2014/main" id="{C8A9310A-0948-4C60-9521-5E08F0DB7FC2}"/>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04  CASE 01  ピラティススタジオ運営会社</a:t>
            </a:r>
          </a:p>
        </p:txBody>
      </p:sp>
      <p:sp>
        <p:nvSpPr>
          <p:cNvPr id="2" name="育成への姿勢を、応募前に伝える">
            <a:extLst xmlns:a="http://schemas.openxmlformats.org/drawingml/2006/main">
              <a:ext uri="{FF2B5EF4-FFF2-40B4-BE49-F238E27FC236}">
                <a16:creationId xmlns:a16="http://schemas.microsoft.com/office/drawing/2014/main" id="{D07BED92-FD83-4B23-BC96-760AC529E274}"/>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育成への姿勢を、応募前に伝える</a:t>
            </a:r>
          </a:p>
        </p:txBody>
      </p:sp>
      <p:sp>
        <p:nvSpPr>
          <p:cNvPr id="3" name="">
            <a:extLst xmlns:a="http://schemas.openxmlformats.org/drawingml/2006/main">
              <a:ext uri="{FF2B5EF4-FFF2-40B4-BE49-F238E27FC236}">
                <a16:creationId xmlns:a16="http://schemas.microsoft.com/office/drawing/2014/main" id="{A4F251C5-0B49-4917-85AE-A5217AB9D085}"/>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115FD7B5-0BD7-433A-AAD8-B79DF73A6536}"/>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26">
            <a:extLst xmlns:a="http://schemas.openxmlformats.org/drawingml/2006/main">
              <a:ext uri="{FF2B5EF4-FFF2-40B4-BE49-F238E27FC236}">
                <a16:creationId xmlns:a16="http://schemas.microsoft.com/office/drawing/2014/main" id="{3E91548B-FC1D-4824-8876-A18136C27A53}"/>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31</a:t>
            </a:r>
          </a:p>
        </p:txBody>
      </p:sp>
      <p:sp>
        <p:nvSpPr>
          <p:cNvPr id="6" name="取り組み">
            <a:extLst xmlns:a="http://schemas.openxmlformats.org/drawingml/2006/main">
              <a:ext uri="{FF2B5EF4-FFF2-40B4-BE49-F238E27FC236}">
                <a16:creationId xmlns:a16="http://schemas.microsoft.com/office/drawing/2014/main" id="{10DDCC45-4C1E-4AC4-BC61-27255F6EC48C}"/>
              </a:ext>
            </a:extLst>
          </p:cNvPr>
          <p:cNvSpPr>
            <a:spLocks xmlns:a="http://schemas.openxmlformats.org/drawingml/2006/main" noGrp="1"/>
          </p:cNvSpPr>
          <p:nvPr/>
        </p:nvSpPr>
        <p:spPr>
          <a:xfrm xmlns:a="http://schemas.openxmlformats.org/drawingml/2006/main">
            <a:off x="609600" y="2028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取り組み</a:t>
            </a:r>
          </a:p>
        </p:txBody>
      </p:sp>
      <p:sp>
        <p:nvSpPr>
          <p:cNvPr id="7" name="研修・育成方針と会社の想いを取材記事に。&#10;社名検索時のAI回答と引用状況も確認。">
            <a:extLst xmlns:a="http://schemas.openxmlformats.org/drawingml/2006/main">
              <a:ext uri="{FF2B5EF4-FFF2-40B4-BE49-F238E27FC236}">
                <a16:creationId xmlns:a16="http://schemas.microsoft.com/office/drawing/2014/main" id="{293B14D0-02DF-41BB-BC30-4021B89B003A}"/>
              </a:ext>
            </a:extLst>
          </p:cNvPr>
          <p:cNvSpPr>
            <a:spLocks xmlns:a="http://schemas.openxmlformats.org/drawingml/2006/main" noGrp="1"/>
          </p:cNvSpPr>
          <p:nvPr/>
        </p:nvSpPr>
        <p:spPr>
          <a:xfrm xmlns:a="http://schemas.openxmlformats.org/drawingml/2006/main">
            <a:off x="609600" y="2562225"/>
            <a:ext cx="52673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72943"/>
                </a:solidFill>
                <a:latin typeface="Noto Sans JP"/>
                <a:ea typeface="Noto Sans JP"/>
                <a:cs typeface="Noto Sans JP"/>
              </a:defRPr>
            </a:defPPr>
          </a:lstStyle>
          <a:p xmlns:a="http://schemas.openxmlformats.org/drawingml/2006/main">
            <a:pPr algn="l">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研修・育成方針と会社の想いを取材記事に。</a:t>
            </a:r>
          </a:p>
          <a:p xmlns:a="http://schemas.openxmlformats.org/drawingml/2006/main">
            <a:pPr algn="l">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社名検索時のAI回答と引用状況も確認。</a:t>
            </a:r>
          </a:p>
        </p:txBody>
      </p:sp>
      <p:sp>
        <p:nvSpPr>
          <p:cNvPr id="8" name="併用した施策">
            <a:extLst xmlns:a="http://schemas.openxmlformats.org/drawingml/2006/main">
              <a:ext uri="{FF2B5EF4-FFF2-40B4-BE49-F238E27FC236}">
                <a16:creationId xmlns:a16="http://schemas.microsoft.com/office/drawing/2014/main" id="{1BCE5ED8-0DEA-4F9C-BABA-1675E8C04749}"/>
              </a:ext>
            </a:extLst>
          </p:cNvPr>
          <p:cNvSpPr>
            <a:spLocks xmlns:a="http://schemas.openxmlformats.org/drawingml/2006/main" noGrp="1"/>
          </p:cNvSpPr>
          <p:nvPr/>
        </p:nvSpPr>
        <p:spPr>
          <a:xfrm xmlns:a="http://schemas.openxmlformats.org/drawingml/2006/main">
            <a:off x="609600" y="37052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併用した施策</a:t>
            </a:r>
          </a:p>
        </p:txBody>
      </p:sp>
      <p:sp>
        <p:nvSpPr>
          <p:cNvPr id="9" name="求人広告・採用サイト・既存の採用活動">
            <a:extLst xmlns:a="http://schemas.openxmlformats.org/drawingml/2006/main">
              <a:ext uri="{FF2B5EF4-FFF2-40B4-BE49-F238E27FC236}">
                <a16:creationId xmlns:a16="http://schemas.microsoft.com/office/drawing/2014/main" id="{BA60D345-8D67-40E1-BF98-6A531BE13719}"/>
              </a:ext>
            </a:extLst>
          </p:cNvPr>
          <p:cNvSpPr>
            <a:spLocks xmlns:a="http://schemas.openxmlformats.org/drawingml/2006/main" noGrp="1"/>
          </p:cNvSpPr>
          <p:nvPr/>
        </p:nvSpPr>
        <p:spPr>
          <a:xfrm xmlns:a="http://schemas.openxmlformats.org/drawingml/2006/main">
            <a:off x="609600" y="4219575"/>
            <a:ext cx="52673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求人広告・採用サイト・既存の採用活動</a:t>
            </a:r>
          </a:p>
        </p:txBody>
      </p:sp>
      <p:sp>
        <p:nvSpPr>
          <p:cNvPr id="10" name="応募数の変化（導入前比）">
            <a:extLst xmlns:a="http://schemas.openxmlformats.org/drawingml/2006/main">
              <a:ext uri="{FF2B5EF4-FFF2-40B4-BE49-F238E27FC236}">
                <a16:creationId xmlns:a16="http://schemas.microsoft.com/office/drawing/2014/main" id="{72C7A272-87F9-49C0-AB80-149A4691197F}"/>
              </a:ext>
            </a:extLst>
          </p:cNvPr>
          <p:cNvSpPr>
            <a:spLocks xmlns:a="http://schemas.openxmlformats.org/drawingml/2006/main" noGrp="1"/>
          </p:cNvSpPr>
          <p:nvPr/>
        </p:nvSpPr>
        <p:spPr>
          <a:xfrm xmlns:a="http://schemas.openxmlformats.org/drawingml/2006/main">
            <a:off x="6343650" y="19907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2E65"/>
                </a:solidFill>
                <a:latin typeface="Noto Sans JP"/>
                <a:ea typeface="Noto Sans JP"/>
                <a:cs typeface="Noto Sans JP"/>
              </a:defRPr>
            </a:defPPr>
          </a:lstStyle>
          <a:p xmlns:a="http://schemas.openxmlformats.org/drawingml/2006/main">
            <a:pPr algn="l">
              <a:defRPr sz="1950" b="1">
                <a:solidFill>
                  <a:srgbClr val="182E65"/>
                </a:solidFill>
                <a:latin typeface="Noto Sans JP"/>
                <a:ea typeface="Noto Sans JP"/>
                <a:cs typeface="Noto Sans JP"/>
              </a:defRPr>
            </a:pPr>
            <a:r>
              <a:rPr sz="1950" b="1">
                <a:solidFill>
                  <a:srgbClr val="182E65"/>
                </a:solidFill>
                <a:latin typeface="Noto Sans JP"/>
                <a:ea typeface="Noto Sans JP"/>
                <a:cs typeface="Noto Sans JP"/>
              </a:rPr>
              <a:t>応募数の変化（導入前比）</a:t>
            </a:r>
          </a:p>
        </p:txBody>
      </p:sp>
      <p:graphicFrame>
        <p:nvGraphicFramePr>
          <p:cNvPr id="11" name="Chart">
            <a:extLst xmlns:a="http://schemas.openxmlformats.org/drawingml/2006/main">
              <a:ext uri="{FF2B5EF4-FFF2-40B4-BE49-F238E27FC236}">
                <a16:creationId xmlns:a16="http://schemas.microsoft.com/office/drawing/2014/main" id="{D85EA2A7-0771-4808-80A2-C69FF23A6928}"/>
              </a:ext>
            </a:extLst>
          </p:cNvPr>
          <p:cNvGraphicFramePr/>
          <p:nvPr/>
        </p:nvGraphicFramePr>
        <p:xfrm>
          <a:off xmlns:a="http://schemas.openxmlformats.org/drawingml/2006/main" x="6210300" y="2657475"/>
          <a:ext xmlns:a="http://schemas.openxmlformats.org/drawingml/2006/main" cx="5372100" cy="2628900"/>
        </p:xfrm>
        <a:graphic xmlns:a="http://schemas.openxmlformats.org/drawingml/2006/main">
          <a:graphicData uri="http://schemas.openxmlformats.org/drawingml/2006/chart">
            <c:chart xmlns:r="http://schemas.openxmlformats.org/officeDocument/2006/relationships" xmlns:c="http://schemas.openxmlformats.org/drawingml/2006/chart" r:id="R40ee1f09afd94ebf"/>
          </a:graphicData>
        </a:graphic>
      </p:graphicFrame>
      <p:sp>
        <p:nvSpPr>
          <p:cNvPr id="12" name="今後の活用と期待（条件付き）">
            <a:extLst xmlns:a="http://schemas.openxmlformats.org/drawingml/2006/main">
              <a:ext uri="{FF2B5EF4-FFF2-40B4-BE49-F238E27FC236}">
                <a16:creationId xmlns:a16="http://schemas.microsoft.com/office/drawing/2014/main" id="{A716F7AB-6955-4CE2-B8E0-D63C082CC73F}"/>
              </a:ext>
            </a:extLst>
          </p:cNvPr>
          <p:cNvSpPr>
            <a:spLocks xmlns:a="http://schemas.openxmlformats.org/drawingml/2006/main" noGrp="1"/>
          </p:cNvSpPr>
          <p:nvPr/>
        </p:nvSpPr>
        <p:spPr>
          <a:xfrm xmlns:a="http://schemas.openxmlformats.org/drawingml/2006/main">
            <a:off x="609600" y="50577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8025"/>
                </a:solidFill>
                <a:latin typeface="Noto Sans JP"/>
                <a:ea typeface="Noto Sans JP"/>
                <a:cs typeface="Noto Sans JP"/>
              </a:defRPr>
            </a:defPPr>
          </a:lstStyle>
          <a:p xmlns:a="http://schemas.openxmlformats.org/drawingml/2006/main">
            <a:pPr algn="l">
              <a:defRPr sz="1650" b="1">
                <a:solidFill>
                  <a:srgbClr val="A78025"/>
                </a:solidFill>
                <a:latin typeface="Noto Sans JP"/>
                <a:ea typeface="Noto Sans JP"/>
                <a:cs typeface="Noto Sans JP"/>
              </a:defRPr>
            </a:pPr>
            <a:r>
              <a:rPr sz="1650" b="1">
                <a:solidFill>
                  <a:srgbClr val="A78025"/>
                </a:solidFill>
                <a:latin typeface="Noto Sans JP"/>
                <a:ea typeface="Noto Sans JP"/>
                <a:cs typeface="Noto Sans JP"/>
              </a:rPr>
              <a:t>今後の活用と期待（条件付き）</a:t>
            </a:r>
          </a:p>
        </p:txBody>
      </p:sp>
      <p:sp>
        <p:nvSpPr>
          <p:cNvPr id="13" name="AIで職場を比べる人が増えれば、育成方針が伝わる接点の拡大が期待できます。">
            <a:extLst xmlns:a="http://schemas.openxmlformats.org/drawingml/2006/main">
              <a:ext uri="{FF2B5EF4-FFF2-40B4-BE49-F238E27FC236}">
                <a16:creationId xmlns:a16="http://schemas.microsoft.com/office/drawing/2014/main" id="{56F9C3E9-F2EF-40AE-BF2A-79721BCA1C0A}"/>
              </a:ext>
            </a:extLst>
          </p:cNvPr>
          <p:cNvSpPr>
            <a:spLocks xmlns:a="http://schemas.openxmlformats.org/drawingml/2006/main" noGrp="1"/>
          </p:cNvSpPr>
          <p:nvPr/>
        </p:nvSpPr>
        <p:spPr>
          <a:xfrm xmlns:a="http://schemas.openxmlformats.org/drawingml/2006/main">
            <a:off x="609600" y="54102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943"/>
                </a:solidFill>
                <a:latin typeface="Noto Sans JP"/>
                <a:ea typeface="Noto Sans JP"/>
                <a:cs typeface="Noto Sans JP"/>
              </a:defRPr>
            </a:defPPr>
          </a:lstStyle>
          <a:p xmlns:a="http://schemas.openxmlformats.org/drawingml/2006/main">
            <a:pPr algn="l">
              <a:defRPr sz="1650" b="0">
                <a:solidFill>
                  <a:srgbClr val="172943"/>
                </a:solidFill>
                <a:latin typeface="Noto Sans JP"/>
                <a:ea typeface="Noto Sans JP"/>
                <a:cs typeface="Noto Sans JP"/>
              </a:defRPr>
            </a:pPr>
            <a:r>
              <a:rPr sz="1650" b="0">
                <a:solidFill>
                  <a:srgbClr val="172943"/>
                </a:solidFill>
                <a:latin typeface="Noto Sans JP"/>
                <a:ea typeface="Noto Sans JP"/>
                <a:cs typeface="Noto Sans JP"/>
              </a:rPr>
              <a:t>AIで職場を比べる人が増えれば、育成方針が伝わる接点の拡大が期待できます。</a:t>
            </a:r>
          </a:p>
        </p:txBody>
      </p:sp>
      <p:sp>
        <p:nvSpPr>
          <p:cNvPr id="14" name="数値は当社の従来サービスの事例です。既存広告・営業等との併用結果で、AI単独の寄与は未計測">
            <a:extLst xmlns:a="http://schemas.openxmlformats.org/drawingml/2006/main">
              <a:ext uri="{FF2B5EF4-FFF2-40B4-BE49-F238E27FC236}">
                <a16:creationId xmlns:a16="http://schemas.microsoft.com/office/drawing/2014/main" id="{506EBF5D-0788-4070-AF93-FFF6950313A8}"/>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数値は当社の従来サービスの事例です。既存広告・営業等との併用結果で、AI単独の寄与は未計測です。</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新3プラン固有の実績ではありません。将来の成果・成長幅・時期を保証しません。</a:t>
            </a:r>
          </a:p>
        </p:txBody>
      </p:sp>
    </p:spTree>
    <p:extLst>
      <p:ext uri="{BB962C8B-B14F-4D97-AF65-F5344CB8AC3E}">
        <p14:creationId xmlns:p14="http://schemas.microsoft.com/office/powerpoint/2010/main" val="9474270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04  CASE 02  パーソナルジム運営会社">
            <a:extLst xmlns:a="http://schemas.openxmlformats.org/drawingml/2006/main">
              <a:ext uri="{FF2B5EF4-FFF2-40B4-BE49-F238E27FC236}">
                <a16:creationId xmlns:a16="http://schemas.microsoft.com/office/drawing/2014/main" id="{0DA5719A-C255-42B8-9153-CC07C9CCE9D8}"/>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04  CASE 02  パーソナルジム運営会社</a:t>
            </a:r>
          </a:p>
        </p:txBody>
      </p:sp>
      <p:sp>
        <p:nvSpPr>
          <p:cNvPr id="2" name="指導への納得を、入会の後押しに">
            <a:extLst xmlns:a="http://schemas.openxmlformats.org/drawingml/2006/main">
              <a:ext uri="{FF2B5EF4-FFF2-40B4-BE49-F238E27FC236}">
                <a16:creationId xmlns:a16="http://schemas.microsoft.com/office/drawing/2014/main" id="{385A28CA-52AD-49F8-94CD-603075526054}"/>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指導への納得を、入会の後押しに</a:t>
            </a:r>
          </a:p>
        </p:txBody>
      </p:sp>
      <p:sp>
        <p:nvSpPr>
          <p:cNvPr id="3" name="">
            <a:extLst xmlns:a="http://schemas.openxmlformats.org/drawingml/2006/main">
              <a:ext uri="{FF2B5EF4-FFF2-40B4-BE49-F238E27FC236}">
                <a16:creationId xmlns:a16="http://schemas.microsoft.com/office/drawing/2014/main" id="{8CA81EED-2983-4E43-AC28-9944F5F9D845}"/>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29569A4D-1A15-4739-B35B-C707B5045A92}"/>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27">
            <a:extLst xmlns:a="http://schemas.openxmlformats.org/drawingml/2006/main">
              <a:ext uri="{FF2B5EF4-FFF2-40B4-BE49-F238E27FC236}">
                <a16:creationId xmlns:a16="http://schemas.microsoft.com/office/drawing/2014/main" id="{0D29C791-167D-4736-94EB-F500E782E420}"/>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32</a:t>
            </a:r>
          </a:p>
        </p:txBody>
      </p:sp>
      <p:sp>
        <p:nvSpPr>
          <p:cNvPr id="6" name="取り組み">
            <a:extLst xmlns:a="http://schemas.openxmlformats.org/drawingml/2006/main">
              <a:ext uri="{FF2B5EF4-FFF2-40B4-BE49-F238E27FC236}">
                <a16:creationId xmlns:a16="http://schemas.microsoft.com/office/drawing/2014/main" id="{F59E261E-ABBD-41C3-8BA8-1008CA2DDF71}"/>
              </a:ext>
            </a:extLst>
          </p:cNvPr>
          <p:cNvSpPr>
            <a:spLocks xmlns:a="http://schemas.openxmlformats.org/drawingml/2006/main" noGrp="1"/>
          </p:cNvSpPr>
          <p:nvPr/>
        </p:nvSpPr>
        <p:spPr>
          <a:xfrm xmlns:a="http://schemas.openxmlformats.org/drawingml/2006/main">
            <a:off x="609600" y="2028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取り組み</a:t>
            </a:r>
          </a:p>
        </p:txBody>
      </p:sp>
      <p:sp>
        <p:nvSpPr>
          <p:cNvPr id="7" name="指導方針やトレーナーの経験を取材記事に。&#10;店舗名で調べた際の紹介内容も確認。">
            <a:extLst xmlns:a="http://schemas.openxmlformats.org/drawingml/2006/main">
              <a:ext uri="{FF2B5EF4-FFF2-40B4-BE49-F238E27FC236}">
                <a16:creationId xmlns:a16="http://schemas.microsoft.com/office/drawing/2014/main" id="{DB4501FF-7C24-47AA-B57B-1CE06F73043E}"/>
              </a:ext>
            </a:extLst>
          </p:cNvPr>
          <p:cNvSpPr>
            <a:spLocks xmlns:a="http://schemas.openxmlformats.org/drawingml/2006/main" noGrp="1"/>
          </p:cNvSpPr>
          <p:nvPr/>
        </p:nvSpPr>
        <p:spPr>
          <a:xfrm xmlns:a="http://schemas.openxmlformats.org/drawingml/2006/main">
            <a:off x="609600" y="2562225"/>
            <a:ext cx="52673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72943"/>
                </a:solidFill>
                <a:latin typeface="Noto Sans JP"/>
                <a:ea typeface="Noto Sans JP"/>
                <a:cs typeface="Noto Sans JP"/>
              </a:defRPr>
            </a:defPPr>
          </a:lstStyle>
          <a:p xmlns:a="http://schemas.openxmlformats.org/drawingml/2006/main">
            <a:pPr algn="l">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指導方針やトレーナーの経験を取材記事に。</a:t>
            </a:r>
          </a:p>
          <a:p xmlns:a="http://schemas.openxmlformats.org/drawingml/2006/main">
            <a:pPr algn="l">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店舗名で調べた際の紹介内容も確認。</a:t>
            </a:r>
          </a:p>
        </p:txBody>
      </p:sp>
      <p:sp>
        <p:nvSpPr>
          <p:cNvPr id="8" name="併用した施策">
            <a:extLst xmlns:a="http://schemas.openxmlformats.org/drawingml/2006/main">
              <a:ext uri="{FF2B5EF4-FFF2-40B4-BE49-F238E27FC236}">
                <a16:creationId xmlns:a16="http://schemas.microsoft.com/office/drawing/2014/main" id="{9F8D9CC6-CCD3-4150-A335-E6648D31A614}"/>
              </a:ext>
            </a:extLst>
          </p:cNvPr>
          <p:cNvSpPr>
            <a:spLocks xmlns:a="http://schemas.openxmlformats.org/drawingml/2006/main" noGrp="1"/>
          </p:cNvSpPr>
          <p:nvPr/>
        </p:nvSpPr>
        <p:spPr>
          <a:xfrm xmlns:a="http://schemas.openxmlformats.org/drawingml/2006/main">
            <a:off x="609600" y="37052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併用した施策</a:t>
            </a:r>
          </a:p>
        </p:txBody>
      </p:sp>
      <p:sp>
        <p:nvSpPr>
          <p:cNvPr id="9" name="SNS広告・既存の集客活動">
            <a:extLst xmlns:a="http://schemas.openxmlformats.org/drawingml/2006/main">
              <a:ext uri="{FF2B5EF4-FFF2-40B4-BE49-F238E27FC236}">
                <a16:creationId xmlns:a16="http://schemas.microsoft.com/office/drawing/2014/main" id="{59F6D58B-612D-4259-9754-4427540E7CC3}"/>
              </a:ext>
            </a:extLst>
          </p:cNvPr>
          <p:cNvSpPr>
            <a:spLocks xmlns:a="http://schemas.openxmlformats.org/drawingml/2006/main" noGrp="1"/>
          </p:cNvSpPr>
          <p:nvPr/>
        </p:nvSpPr>
        <p:spPr>
          <a:xfrm xmlns:a="http://schemas.openxmlformats.org/drawingml/2006/main">
            <a:off x="609600" y="4219575"/>
            <a:ext cx="52673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SNS広告・既存の集客活動</a:t>
            </a:r>
          </a:p>
        </p:txBody>
      </p:sp>
      <p:sp>
        <p:nvSpPr>
          <p:cNvPr id="10" name="入会数の変化（導入前比）">
            <a:extLst xmlns:a="http://schemas.openxmlformats.org/drawingml/2006/main">
              <a:ext uri="{FF2B5EF4-FFF2-40B4-BE49-F238E27FC236}">
                <a16:creationId xmlns:a16="http://schemas.microsoft.com/office/drawing/2014/main" id="{E037A51D-AF0C-4908-900C-B0DADEA3F2B3}"/>
              </a:ext>
            </a:extLst>
          </p:cNvPr>
          <p:cNvSpPr>
            <a:spLocks xmlns:a="http://schemas.openxmlformats.org/drawingml/2006/main" noGrp="1"/>
          </p:cNvSpPr>
          <p:nvPr/>
        </p:nvSpPr>
        <p:spPr>
          <a:xfrm xmlns:a="http://schemas.openxmlformats.org/drawingml/2006/main">
            <a:off x="6343650" y="19907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2E65"/>
                </a:solidFill>
                <a:latin typeface="Noto Sans JP"/>
                <a:ea typeface="Noto Sans JP"/>
                <a:cs typeface="Noto Sans JP"/>
              </a:defRPr>
            </a:defPPr>
          </a:lstStyle>
          <a:p xmlns:a="http://schemas.openxmlformats.org/drawingml/2006/main">
            <a:pPr algn="l">
              <a:defRPr sz="1950" b="1">
                <a:solidFill>
                  <a:srgbClr val="182E65"/>
                </a:solidFill>
                <a:latin typeface="Noto Sans JP"/>
                <a:ea typeface="Noto Sans JP"/>
                <a:cs typeface="Noto Sans JP"/>
              </a:defRPr>
            </a:pPr>
            <a:r>
              <a:rPr sz="1950" b="1">
                <a:solidFill>
                  <a:srgbClr val="182E65"/>
                </a:solidFill>
                <a:latin typeface="Noto Sans JP"/>
                <a:ea typeface="Noto Sans JP"/>
                <a:cs typeface="Noto Sans JP"/>
              </a:rPr>
              <a:t>入会数の変化（導入前比）</a:t>
            </a:r>
          </a:p>
        </p:txBody>
      </p:sp>
      <p:graphicFrame>
        <p:nvGraphicFramePr>
          <p:cNvPr id="11" name="Chart">
            <a:extLst xmlns:a="http://schemas.openxmlformats.org/drawingml/2006/main">
              <a:ext uri="{FF2B5EF4-FFF2-40B4-BE49-F238E27FC236}">
                <a16:creationId xmlns:a16="http://schemas.microsoft.com/office/drawing/2014/main" id="{55B7FE66-09DB-41D5-9E63-23308880ED62}"/>
              </a:ext>
            </a:extLst>
          </p:cNvPr>
          <p:cNvGraphicFramePr/>
          <p:nvPr/>
        </p:nvGraphicFramePr>
        <p:xfrm>
          <a:off xmlns:a="http://schemas.openxmlformats.org/drawingml/2006/main" x="6210300" y="2657475"/>
          <a:ext xmlns:a="http://schemas.openxmlformats.org/drawingml/2006/main" cx="5372100" cy="2628900"/>
        </p:xfrm>
        <a:graphic xmlns:a="http://schemas.openxmlformats.org/drawingml/2006/main">
          <a:graphicData uri="http://schemas.openxmlformats.org/drawingml/2006/chart">
            <c:chart xmlns:r="http://schemas.openxmlformats.org/officeDocument/2006/relationships" xmlns:c="http://schemas.openxmlformats.org/drawingml/2006/chart" r:id="R1ccaddbd4bdd4e8c"/>
          </a:graphicData>
        </a:graphic>
      </p:graphicFrame>
      <p:sp>
        <p:nvSpPr>
          <p:cNvPr id="12" name="今後の活用と期待（条件付き）">
            <a:extLst xmlns:a="http://schemas.openxmlformats.org/drawingml/2006/main">
              <a:ext uri="{FF2B5EF4-FFF2-40B4-BE49-F238E27FC236}">
                <a16:creationId xmlns:a16="http://schemas.microsoft.com/office/drawing/2014/main" id="{366E6F13-3B41-4F38-BD91-B42B87938758}"/>
              </a:ext>
            </a:extLst>
          </p:cNvPr>
          <p:cNvSpPr>
            <a:spLocks xmlns:a="http://schemas.openxmlformats.org/drawingml/2006/main" noGrp="1"/>
          </p:cNvSpPr>
          <p:nvPr/>
        </p:nvSpPr>
        <p:spPr>
          <a:xfrm xmlns:a="http://schemas.openxmlformats.org/drawingml/2006/main">
            <a:off x="609600" y="50577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8025"/>
                </a:solidFill>
                <a:latin typeface="Noto Sans JP"/>
                <a:ea typeface="Noto Sans JP"/>
                <a:cs typeface="Noto Sans JP"/>
              </a:defRPr>
            </a:defPPr>
          </a:lstStyle>
          <a:p xmlns:a="http://schemas.openxmlformats.org/drawingml/2006/main">
            <a:pPr algn="l">
              <a:defRPr sz="1650" b="1">
                <a:solidFill>
                  <a:srgbClr val="A78025"/>
                </a:solidFill>
                <a:latin typeface="Noto Sans JP"/>
                <a:ea typeface="Noto Sans JP"/>
                <a:cs typeface="Noto Sans JP"/>
              </a:defRPr>
            </a:pPr>
            <a:r>
              <a:rPr sz="1650" b="1">
                <a:solidFill>
                  <a:srgbClr val="A78025"/>
                </a:solidFill>
                <a:latin typeface="Noto Sans JP"/>
                <a:ea typeface="Noto Sans JP"/>
                <a:cs typeface="Noto Sans JP"/>
              </a:rPr>
              <a:t>今後の活用と期待（条件付き）</a:t>
            </a:r>
          </a:p>
        </p:txBody>
      </p:sp>
      <p:sp>
        <p:nvSpPr>
          <p:cNvPr id="13" name="AIでジムを比べる人が増えれば、指導の特徴を理解する機会が広がり得ます。">
            <a:extLst xmlns:a="http://schemas.openxmlformats.org/drawingml/2006/main">
              <a:ext uri="{FF2B5EF4-FFF2-40B4-BE49-F238E27FC236}">
                <a16:creationId xmlns:a16="http://schemas.microsoft.com/office/drawing/2014/main" id="{12330DF5-A516-4FCE-86AE-837F5AA20E15}"/>
              </a:ext>
            </a:extLst>
          </p:cNvPr>
          <p:cNvSpPr>
            <a:spLocks xmlns:a="http://schemas.openxmlformats.org/drawingml/2006/main" noGrp="1"/>
          </p:cNvSpPr>
          <p:nvPr/>
        </p:nvSpPr>
        <p:spPr>
          <a:xfrm xmlns:a="http://schemas.openxmlformats.org/drawingml/2006/main">
            <a:off x="609600" y="54102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943"/>
                </a:solidFill>
                <a:latin typeface="Noto Sans JP"/>
                <a:ea typeface="Noto Sans JP"/>
                <a:cs typeface="Noto Sans JP"/>
              </a:defRPr>
            </a:defPPr>
          </a:lstStyle>
          <a:p xmlns:a="http://schemas.openxmlformats.org/drawingml/2006/main">
            <a:pPr algn="l">
              <a:defRPr sz="1650" b="0">
                <a:solidFill>
                  <a:srgbClr val="172943"/>
                </a:solidFill>
                <a:latin typeface="Noto Sans JP"/>
                <a:ea typeface="Noto Sans JP"/>
                <a:cs typeface="Noto Sans JP"/>
              </a:defRPr>
            </a:pPr>
            <a:r>
              <a:rPr sz="1650" b="0">
                <a:solidFill>
                  <a:srgbClr val="172943"/>
                </a:solidFill>
                <a:latin typeface="Noto Sans JP"/>
                <a:ea typeface="Noto Sans JP"/>
                <a:cs typeface="Noto Sans JP"/>
              </a:rPr>
              <a:t>AIでジムを比べる人が増えれば、指導の特徴を理解する機会が広がり得ます。</a:t>
            </a:r>
          </a:p>
        </p:txBody>
      </p:sp>
      <p:sp>
        <p:nvSpPr>
          <p:cNvPr id="14" name="数値は当社の従来サービスの事例です。既存広告・営業等との併用結果で、AI単独の寄与は未計測">
            <a:extLst xmlns:a="http://schemas.openxmlformats.org/drawingml/2006/main">
              <a:ext uri="{FF2B5EF4-FFF2-40B4-BE49-F238E27FC236}">
                <a16:creationId xmlns:a16="http://schemas.microsoft.com/office/drawing/2014/main" id="{57959792-FA93-45A8-BCCD-0563EDFE35D0}"/>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数値は当社の従来サービスの事例です。既存広告・営業等との併用結果で、AI単独の寄与は未計測です。</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新3プラン固有の実績ではありません。将来の成果・成長幅・時期を保証しません。</a:t>
            </a:r>
          </a:p>
        </p:txBody>
      </p:sp>
    </p:spTree>
    <p:extLst>
      <p:ext uri="{BB962C8B-B14F-4D97-AF65-F5344CB8AC3E}">
        <p14:creationId xmlns:p14="http://schemas.microsoft.com/office/powerpoint/2010/main" val="88135145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04  CASE 03  不動産売却仲介会社">
            <a:extLst xmlns:a="http://schemas.openxmlformats.org/drawingml/2006/main">
              <a:ext uri="{FF2B5EF4-FFF2-40B4-BE49-F238E27FC236}">
                <a16:creationId xmlns:a16="http://schemas.microsoft.com/office/drawing/2014/main" id="{256FE795-E47E-47B5-844A-B354D4A103A5}"/>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04  CASE 03  不動産売却仲介会社</a:t>
            </a:r>
          </a:p>
        </p:txBody>
      </p:sp>
      <p:sp>
        <p:nvSpPr>
          <p:cNvPr id="2" name="売却相談の前に、支援内容を届ける">
            <a:extLst xmlns:a="http://schemas.openxmlformats.org/drawingml/2006/main">
              <a:ext uri="{FF2B5EF4-FFF2-40B4-BE49-F238E27FC236}">
                <a16:creationId xmlns:a16="http://schemas.microsoft.com/office/drawing/2014/main" id="{14EBEA9F-F7A2-4B42-8D24-946BC47EA11F}"/>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売却相談の前に、支援内容を届ける</a:t>
            </a:r>
          </a:p>
        </p:txBody>
      </p:sp>
      <p:sp>
        <p:nvSpPr>
          <p:cNvPr id="3" name="">
            <a:extLst xmlns:a="http://schemas.openxmlformats.org/drawingml/2006/main">
              <a:ext uri="{FF2B5EF4-FFF2-40B4-BE49-F238E27FC236}">
                <a16:creationId xmlns:a16="http://schemas.microsoft.com/office/drawing/2014/main" id="{40CB0E7E-6931-4E99-B1C9-ACC835D87013}"/>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258E9C96-8787-4D0A-9F60-0064959D12C7}"/>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28">
            <a:extLst xmlns:a="http://schemas.openxmlformats.org/drawingml/2006/main">
              <a:ext uri="{FF2B5EF4-FFF2-40B4-BE49-F238E27FC236}">
                <a16:creationId xmlns:a16="http://schemas.microsoft.com/office/drawing/2014/main" id="{E8695AC2-671D-4C8C-85BB-60E0892B13F5}"/>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33</a:t>
            </a:r>
          </a:p>
        </p:txBody>
      </p:sp>
      <p:sp>
        <p:nvSpPr>
          <p:cNvPr id="6" name="取り組み">
            <a:extLst xmlns:a="http://schemas.openxmlformats.org/drawingml/2006/main">
              <a:ext uri="{FF2B5EF4-FFF2-40B4-BE49-F238E27FC236}">
                <a16:creationId xmlns:a16="http://schemas.microsoft.com/office/drawing/2014/main" id="{EF439CD0-46CD-428E-84DE-F7FE11EDE671}"/>
              </a:ext>
            </a:extLst>
          </p:cNvPr>
          <p:cNvSpPr>
            <a:spLocks xmlns:a="http://schemas.openxmlformats.org/drawingml/2006/main" noGrp="1"/>
          </p:cNvSpPr>
          <p:nvPr/>
        </p:nvSpPr>
        <p:spPr>
          <a:xfrm xmlns:a="http://schemas.openxmlformats.org/drawingml/2006/main">
            <a:off x="609600" y="2028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取り組み</a:t>
            </a:r>
          </a:p>
        </p:txBody>
      </p:sp>
      <p:sp>
        <p:nvSpPr>
          <p:cNvPr id="7" name="売却支援の流れや担当者の考え方を記事に。&#10;社名検索時の情報を整え、相談前の理解へ。">
            <a:extLst xmlns:a="http://schemas.openxmlformats.org/drawingml/2006/main">
              <a:ext uri="{FF2B5EF4-FFF2-40B4-BE49-F238E27FC236}">
                <a16:creationId xmlns:a16="http://schemas.microsoft.com/office/drawing/2014/main" id="{5DA80AF7-A604-4DBC-A807-6D78A0C5D792}"/>
              </a:ext>
            </a:extLst>
          </p:cNvPr>
          <p:cNvSpPr>
            <a:spLocks xmlns:a="http://schemas.openxmlformats.org/drawingml/2006/main" noGrp="1"/>
          </p:cNvSpPr>
          <p:nvPr/>
        </p:nvSpPr>
        <p:spPr>
          <a:xfrm xmlns:a="http://schemas.openxmlformats.org/drawingml/2006/main">
            <a:off x="609600" y="2562225"/>
            <a:ext cx="52673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72943"/>
                </a:solidFill>
                <a:latin typeface="Noto Sans JP"/>
                <a:ea typeface="Noto Sans JP"/>
                <a:cs typeface="Noto Sans JP"/>
              </a:defRPr>
            </a:defPPr>
          </a:lstStyle>
          <a:p xmlns:a="http://schemas.openxmlformats.org/drawingml/2006/main">
            <a:pPr algn="l">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売却支援の流れや担当者の考え方を記事に。</a:t>
            </a:r>
          </a:p>
          <a:p xmlns:a="http://schemas.openxmlformats.org/drawingml/2006/main">
            <a:pPr algn="l">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社名検索時の情報を整え、相談前の理解へ。</a:t>
            </a:r>
          </a:p>
        </p:txBody>
      </p:sp>
      <p:sp>
        <p:nvSpPr>
          <p:cNvPr id="8" name="併用した施策">
            <a:extLst xmlns:a="http://schemas.openxmlformats.org/drawingml/2006/main">
              <a:ext uri="{FF2B5EF4-FFF2-40B4-BE49-F238E27FC236}">
                <a16:creationId xmlns:a16="http://schemas.microsoft.com/office/drawing/2014/main" id="{25E0F434-A64F-44B0-AE48-F79E38209B1E}"/>
              </a:ext>
            </a:extLst>
          </p:cNvPr>
          <p:cNvSpPr>
            <a:spLocks xmlns:a="http://schemas.openxmlformats.org/drawingml/2006/main" noGrp="1"/>
          </p:cNvSpPr>
          <p:nvPr/>
        </p:nvSpPr>
        <p:spPr>
          <a:xfrm xmlns:a="http://schemas.openxmlformats.org/drawingml/2006/main">
            <a:off x="609600" y="37052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併用した施策</a:t>
            </a:r>
          </a:p>
        </p:txBody>
      </p:sp>
      <p:sp>
        <p:nvSpPr>
          <p:cNvPr id="9" name="既存の広告・営業活動">
            <a:extLst xmlns:a="http://schemas.openxmlformats.org/drawingml/2006/main">
              <a:ext uri="{FF2B5EF4-FFF2-40B4-BE49-F238E27FC236}">
                <a16:creationId xmlns:a16="http://schemas.microsoft.com/office/drawing/2014/main" id="{503E15E7-40E5-4E52-A12E-EDE84FA4803E}"/>
              </a:ext>
            </a:extLst>
          </p:cNvPr>
          <p:cNvSpPr>
            <a:spLocks xmlns:a="http://schemas.openxmlformats.org/drawingml/2006/main" noGrp="1"/>
          </p:cNvSpPr>
          <p:nvPr/>
        </p:nvSpPr>
        <p:spPr>
          <a:xfrm xmlns:a="http://schemas.openxmlformats.org/drawingml/2006/main">
            <a:off x="609600" y="4219575"/>
            <a:ext cx="52673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既存の広告・営業活動</a:t>
            </a:r>
          </a:p>
        </p:txBody>
      </p:sp>
      <p:sp>
        <p:nvSpPr>
          <p:cNvPr id="10" name="訪問査定数の変化（導入前比）">
            <a:extLst xmlns:a="http://schemas.openxmlformats.org/drawingml/2006/main">
              <a:ext uri="{FF2B5EF4-FFF2-40B4-BE49-F238E27FC236}">
                <a16:creationId xmlns:a16="http://schemas.microsoft.com/office/drawing/2014/main" id="{3DF28F92-3F9E-42EA-AAAF-78A1E00740D2}"/>
              </a:ext>
            </a:extLst>
          </p:cNvPr>
          <p:cNvSpPr>
            <a:spLocks xmlns:a="http://schemas.openxmlformats.org/drawingml/2006/main" noGrp="1"/>
          </p:cNvSpPr>
          <p:nvPr/>
        </p:nvSpPr>
        <p:spPr>
          <a:xfrm xmlns:a="http://schemas.openxmlformats.org/drawingml/2006/main">
            <a:off x="6343650" y="19907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2E65"/>
                </a:solidFill>
                <a:latin typeface="Noto Sans JP"/>
                <a:ea typeface="Noto Sans JP"/>
                <a:cs typeface="Noto Sans JP"/>
              </a:defRPr>
            </a:defPPr>
          </a:lstStyle>
          <a:p xmlns:a="http://schemas.openxmlformats.org/drawingml/2006/main">
            <a:pPr algn="l">
              <a:defRPr sz="1950" b="1">
                <a:solidFill>
                  <a:srgbClr val="182E65"/>
                </a:solidFill>
                <a:latin typeface="Noto Sans JP"/>
                <a:ea typeface="Noto Sans JP"/>
                <a:cs typeface="Noto Sans JP"/>
              </a:defRPr>
            </a:pPr>
            <a:r>
              <a:rPr sz="1950" b="1">
                <a:solidFill>
                  <a:srgbClr val="182E65"/>
                </a:solidFill>
                <a:latin typeface="Noto Sans JP"/>
                <a:ea typeface="Noto Sans JP"/>
                <a:cs typeface="Noto Sans JP"/>
              </a:rPr>
              <a:t>訪問査定数の変化（導入前比）</a:t>
            </a:r>
          </a:p>
        </p:txBody>
      </p:sp>
      <p:graphicFrame>
        <p:nvGraphicFramePr>
          <p:cNvPr id="11" name="Chart">
            <a:extLst xmlns:a="http://schemas.openxmlformats.org/drawingml/2006/main">
              <a:ext uri="{FF2B5EF4-FFF2-40B4-BE49-F238E27FC236}">
                <a16:creationId xmlns:a16="http://schemas.microsoft.com/office/drawing/2014/main" id="{6D6B9D39-2FE0-4B45-A989-4B2939C310C2}"/>
              </a:ext>
            </a:extLst>
          </p:cNvPr>
          <p:cNvGraphicFramePr/>
          <p:nvPr/>
        </p:nvGraphicFramePr>
        <p:xfrm>
          <a:off xmlns:a="http://schemas.openxmlformats.org/drawingml/2006/main" x="6210300" y="2657475"/>
          <a:ext xmlns:a="http://schemas.openxmlformats.org/drawingml/2006/main" cx="5372100" cy="2628900"/>
        </p:xfrm>
        <a:graphic xmlns:a="http://schemas.openxmlformats.org/drawingml/2006/main">
          <a:graphicData uri="http://schemas.openxmlformats.org/drawingml/2006/chart">
            <c:chart xmlns:r="http://schemas.openxmlformats.org/officeDocument/2006/relationships" xmlns:c="http://schemas.openxmlformats.org/drawingml/2006/chart" r:id="R866a0a3db83d402d"/>
          </a:graphicData>
        </a:graphic>
      </p:graphicFrame>
      <p:sp>
        <p:nvSpPr>
          <p:cNvPr id="12" name="今後の活用と期待（条件付き）">
            <a:extLst xmlns:a="http://schemas.openxmlformats.org/drawingml/2006/main">
              <a:ext uri="{FF2B5EF4-FFF2-40B4-BE49-F238E27FC236}">
                <a16:creationId xmlns:a16="http://schemas.microsoft.com/office/drawing/2014/main" id="{B6D9C08B-9A97-4699-B88F-D03078633A37}"/>
              </a:ext>
            </a:extLst>
          </p:cNvPr>
          <p:cNvSpPr>
            <a:spLocks xmlns:a="http://schemas.openxmlformats.org/drawingml/2006/main" noGrp="1"/>
          </p:cNvSpPr>
          <p:nvPr/>
        </p:nvSpPr>
        <p:spPr>
          <a:xfrm xmlns:a="http://schemas.openxmlformats.org/drawingml/2006/main">
            <a:off x="609600" y="50577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8025"/>
                </a:solidFill>
                <a:latin typeface="Noto Sans JP"/>
                <a:ea typeface="Noto Sans JP"/>
                <a:cs typeface="Noto Sans JP"/>
              </a:defRPr>
            </a:defPPr>
          </a:lstStyle>
          <a:p xmlns:a="http://schemas.openxmlformats.org/drawingml/2006/main">
            <a:pPr algn="l">
              <a:defRPr sz="1650" b="1">
                <a:solidFill>
                  <a:srgbClr val="A78025"/>
                </a:solidFill>
                <a:latin typeface="Noto Sans JP"/>
                <a:ea typeface="Noto Sans JP"/>
                <a:cs typeface="Noto Sans JP"/>
              </a:defRPr>
            </a:pPr>
            <a:r>
              <a:rPr sz="1650" b="1">
                <a:solidFill>
                  <a:srgbClr val="A78025"/>
                </a:solidFill>
                <a:latin typeface="Noto Sans JP"/>
                <a:ea typeface="Noto Sans JP"/>
                <a:cs typeface="Noto Sans JP"/>
              </a:rPr>
              <a:t>今後の活用と期待（条件付き）</a:t>
            </a:r>
          </a:p>
        </p:txBody>
      </p:sp>
      <p:sp>
        <p:nvSpPr>
          <p:cNvPr id="13" name="AIで売却先を比べる人が増えれば、支援の特徴を伝える接点が広がり得ます。">
            <a:extLst xmlns:a="http://schemas.openxmlformats.org/drawingml/2006/main">
              <a:ext uri="{FF2B5EF4-FFF2-40B4-BE49-F238E27FC236}">
                <a16:creationId xmlns:a16="http://schemas.microsoft.com/office/drawing/2014/main" id="{DF51B79C-1DDD-430E-9511-EBC9091343B5}"/>
              </a:ext>
            </a:extLst>
          </p:cNvPr>
          <p:cNvSpPr>
            <a:spLocks xmlns:a="http://schemas.openxmlformats.org/drawingml/2006/main" noGrp="1"/>
          </p:cNvSpPr>
          <p:nvPr/>
        </p:nvSpPr>
        <p:spPr>
          <a:xfrm xmlns:a="http://schemas.openxmlformats.org/drawingml/2006/main">
            <a:off x="609600" y="54102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943"/>
                </a:solidFill>
                <a:latin typeface="Noto Sans JP"/>
                <a:ea typeface="Noto Sans JP"/>
                <a:cs typeface="Noto Sans JP"/>
              </a:defRPr>
            </a:defPPr>
          </a:lstStyle>
          <a:p xmlns:a="http://schemas.openxmlformats.org/drawingml/2006/main">
            <a:pPr algn="l">
              <a:defRPr sz="1650" b="0">
                <a:solidFill>
                  <a:srgbClr val="172943"/>
                </a:solidFill>
                <a:latin typeface="Noto Sans JP"/>
                <a:ea typeface="Noto Sans JP"/>
                <a:cs typeface="Noto Sans JP"/>
              </a:defRPr>
            </a:pPr>
            <a:r>
              <a:rPr sz="1650" b="0">
                <a:solidFill>
                  <a:srgbClr val="172943"/>
                </a:solidFill>
                <a:latin typeface="Noto Sans JP"/>
                <a:ea typeface="Noto Sans JP"/>
                <a:cs typeface="Noto Sans JP"/>
              </a:rPr>
              <a:t>AIで売却先を比べる人が増えれば、支援の特徴を伝える接点が広がり得ます。</a:t>
            </a:r>
          </a:p>
        </p:txBody>
      </p:sp>
      <p:sp>
        <p:nvSpPr>
          <p:cNvPr id="14" name="数値は当社の従来サービスの事例です。既存広告・営業等との併用結果で、AI単独の寄与は未計測">
            <a:extLst xmlns:a="http://schemas.openxmlformats.org/drawingml/2006/main">
              <a:ext uri="{FF2B5EF4-FFF2-40B4-BE49-F238E27FC236}">
                <a16:creationId xmlns:a16="http://schemas.microsoft.com/office/drawing/2014/main" id="{DE4D635B-425E-455A-9ED1-4C746151A6F1}"/>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数値は当社の従来サービスの事例です。既存広告・営業等との併用結果で、AI単独の寄与は未計測です。</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新3プラン固有の実績ではありません。将来の成果・成長幅・時期を保証しません。</a:t>
            </a:r>
          </a:p>
        </p:txBody>
      </p:sp>
    </p:spTree>
    <p:extLst>
      <p:ext uri="{BB962C8B-B14F-4D97-AF65-F5344CB8AC3E}">
        <p14:creationId xmlns:p14="http://schemas.microsoft.com/office/powerpoint/2010/main" val="147695223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04  CASE 04  人材サービス会社">
            <a:extLst xmlns:a="http://schemas.openxmlformats.org/drawingml/2006/main">
              <a:ext uri="{FF2B5EF4-FFF2-40B4-BE49-F238E27FC236}">
                <a16:creationId xmlns:a16="http://schemas.microsoft.com/office/drawing/2014/main" id="{78C03B10-495F-4AD1-8526-6C4BFF79FA13}"/>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04  CASE 04  人材サービス会社</a:t>
            </a:r>
          </a:p>
        </p:txBody>
      </p:sp>
      <p:sp>
        <p:nvSpPr>
          <p:cNvPr id="2" name="得意な支援領域を、商談前に伝える">
            <a:extLst xmlns:a="http://schemas.openxmlformats.org/drawingml/2006/main">
              <a:ext uri="{FF2B5EF4-FFF2-40B4-BE49-F238E27FC236}">
                <a16:creationId xmlns:a16="http://schemas.microsoft.com/office/drawing/2014/main" id="{AF22122C-61D6-4F7B-BDA6-56DCFA7C45D6}"/>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得意な支援領域を、商談前に伝える</a:t>
            </a:r>
          </a:p>
        </p:txBody>
      </p:sp>
      <p:sp>
        <p:nvSpPr>
          <p:cNvPr id="3" name="">
            <a:extLst xmlns:a="http://schemas.openxmlformats.org/drawingml/2006/main">
              <a:ext uri="{FF2B5EF4-FFF2-40B4-BE49-F238E27FC236}">
                <a16:creationId xmlns:a16="http://schemas.microsoft.com/office/drawing/2014/main" id="{9CBB0F2A-AB41-4EF4-BCC4-EC0E3753FF1D}"/>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3CAE0F5A-C64F-43EA-B121-C9B953960DAF}"/>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29">
            <a:extLst xmlns:a="http://schemas.openxmlformats.org/drawingml/2006/main">
              <a:ext uri="{FF2B5EF4-FFF2-40B4-BE49-F238E27FC236}">
                <a16:creationId xmlns:a16="http://schemas.microsoft.com/office/drawing/2014/main" id="{C6474F4F-E446-46BA-B3F6-6EDFB2AD4BBB}"/>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34</a:t>
            </a:r>
          </a:p>
        </p:txBody>
      </p:sp>
      <p:sp>
        <p:nvSpPr>
          <p:cNvPr id="6" name="取り組み">
            <a:extLst xmlns:a="http://schemas.openxmlformats.org/drawingml/2006/main">
              <a:ext uri="{FF2B5EF4-FFF2-40B4-BE49-F238E27FC236}">
                <a16:creationId xmlns:a16="http://schemas.microsoft.com/office/drawing/2014/main" id="{FACFDFB2-6A97-4175-B0A2-8779F7E6F5B1}"/>
              </a:ext>
            </a:extLst>
          </p:cNvPr>
          <p:cNvSpPr>
            <a:spLocks xmlns:a="http://schemas.openxmlformats.org/drawingml/2006/main" noGrp="1"/>
          </p:cNvSpPr>
          <p:nvPr/>
        </p:nvSpPr>
        <p:spPr>
          <a:xfrm xmlns:a="http://schemas.openxmlformats.org/drawingml/2006/main">
            <a:off x="609600" y="2028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取り組み</a:t>
            </a:r>
          </a:p>
        </p:txBody>
      </p:sp>
      <p:sp>
        <p:nvSpPr>
          <p:cNvPr id="7" name="支援方針と得意領域を取材記事に。&#10;提案先が社名を調べた際の紹介内容を確認。">
            <a:extLst xmlns:a="http://schemas.openxmlformats.org/drawingml/2006/main">
              <a:ext uri="{FF2B5EF4-FFF2-40B4-BE49-F238E27FC236}">
                <a16:creationId xmlns:a16="http://schemas.microsoft.com/office/drawing/2014/main" id="{E44762D3-848B-4969-9001-BAB06B2B948A}"/>
              </a:ext>
            </a:extLst>
          </p:cNvPr>
          <p:cNvSpPr>
            <a:spLocks xmlns:a="http://schemas.openxmlformats.org/drawingml/2006/main" noGrp="1"/>
          </p:cNvSpPr>
          <p:nvPr/>
        </p:nvSpPr>
        <p:spPr>
          <a:xfrm xmlns:a="http://schemas.openxmlformats.org/drawingml/2006/main">
            <a:off x="609600" y="2562225"/>
            <a:ext cx="52673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72943"/>
                </a:solidFill>
                <a:latin typeface="Noto Sans JP"/>
                <a:ea typeface="Noto Sans JP"/>
                <a:cs typeface="Noto Sans JP"/>
              </a:defRPr>
            </a:defPPr>
          </a:lstStyle>
          <a:p xmlns:a="http://schemas.openxmlformats.org/drawingml/2006/main">
            <a:pPr algn="l">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支援方針と得意領域を取材記事に。</a:t>
            </a:r>
          </a:p>
          <a:p xmlns:a="http://schemas.openxmlformats.org/drawingml/2006/main">
            <a:pPr algn="l">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提案先が社名を調べた際の紹介内容を確認。</a:t>
            </a:r>
          </a:p>
        </p:txBody>
      </p:sp>
      <p:sp>
        <p:nvSpPr>
          <p:cNvPr id="8" name="併用した施策">
            <a:extLst xmlns:a="http://schemas.openxmlformats.org/drawingml/2006/main">
              <a:ext uri="{FF2B5EF4-FFF2-40B4-BE49-F238E27FC236}">
                <a16:creationId xmlns:a16="http://schemas.microsoft.com/office/drawing/2014/main" id="{1E631B05-A176-4437-8F60-E87CCDE64918}"/>
              </a:ext>
            </a:extLst>
          </p:cNvPr>
          <p:cNvSpPr>
            <a:spLocks xmlns:a="http://schemas.openxmlformats.org/drawingml/2006/main" noGrp="1"/>
          </p:cNvSpPr>
          <p:nvPr/>
        </p:nvSpPr>
        <p:spPr>
          <a:xfrm xmlns:a="http://schemas.openxmlformats.org/drawingml/2006/main">
            <a:off x="609600" y="37052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併用した施策</a:t>
            </a:r>
          </a:p>
        </p:txBody>
      </p:sp>
      <p:sp>
        <p:nvSpPr>
          <p:cNvPr id="9" name="既存の営業活動・提案活動">
            <a:extLst xmlns:a="http://schemas.openxmlformats.org/drawingml/2006/main">
              <a:ext uri="{FF2B5EF4-FFF2-40B4-BE49-F238E27FC236}">
                <a16:creationId xmlns:a16="http://schemas.microsoft.com/office/drawing/2014/main" id="{EEC1D8FE-ACDF-4876-A050-65B4D13C6262}"/>
              </a:ext>
            </a:extLst>
          </p:cNvPr>
          <p:cNvSpPr>
            <a:spLocks xmlns:a="http://schemas.openxmlformats.org/drawingml/2006/main" noGrp="1"/>
          </p:cNvSpPr>
          <p:nvPr/>
        </p:nvSpPr>
        <p:spPr>
          <a:xfrm xmlns:a="http://schemas.openxmlformats.org/drawingml/2006/main">
            <a:off x="609600" y="4219575"/>
            <a:ext cx="52673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既存の営業活動・提案活動</a:t>
            </a:r>
          </a:p>
        </p:txBody>
      </p:sp>
      <p:sp>
        <p:nvSpPr>
          <p:cNvPr id="10" name="商談数の変化（導入前比）">
            <a:extLst xmlns:a="http://schemas.openxmlformats.org/drawingml/2006/main">
              <a:ext uri="{FF2B5EF4-FFF2-40B4-BE49-F238E27FC236}">
                <a16:creationId xmlns:a16="http://schemas.microsoft.com/office/drawing/2014/main" id="{D4AAD49E-3474-4013-8DA5-A2C2BB270A69}"/>
              </a:ext>
            </a:extLst>
          </p:cNvPr>
          <p:cNvSpPr>
            <a:spLocks xmlns:a="http://schemas.openxmlformats.org/drawingml/2006/main" noGrp="1"/>
          </p:cNvSpPr>
          <p:nvPr/>
        </p:nvSpPr>
        <p:spPr>
          <a:xfrm xmlns:a="http://schemas.openxmlformats.org/drawingml/2006/main">
            <a:off x="6343650" y="19907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2E65"/>
                </a:solidFill>
                <a:latin typeface="Noto Sans JP"/>
                <a:ea typeface="Noto Sans JP"/>
                <a:cs typeface="Noto Sans JP"/>
              </a:defRPr>
            </a:defPPr>
          </a:lstStyle>
          <a:p xmlns:a="http://schemas.openxmlformats.org/drawingml/2006/main">
            <a:pPr algn="l">
              <a:defRPr sz="1950" b="1">
                <a:solidFill>
                  <a:srgbClr val="182E65"/>
                </a:solidFill>
                <a:latin typeface="Noto Sans JP"/>
                <a:ea typeface="Noto Sans JP"/>
                <a:cs typeface="Noto Sans JP"/>
              </a:defRPr>
            </a:pPr>
            <a:r>
              <a:rPr sz="1950" b="1">
                <a:solidFill>
                  <a:srgbClr val="182E65"/>
                </a:solidFill>
                <a:latin typeface="Noto Sans JP"/>
                <a:ea typeface="Noto Sans JP"/>
                <a:cs typeface="Noto Sans JP"/>
              </a:rPr>
              <a:t>商談数の変化（導入前比）</a:t>
            </a:r>
          </a:p>
        </p:txBody>
      </p:sp>
      <p:graphicFrame>
        <p:nvGraphicFramePr>
          <p:cNvPr id="11" name="Chart">
            <a:extLst xmlns:a="http://schemas.openxmlformats.org/drawingml/2006/main">
              <a:ext uri="{FF2B5EF4-FFF2-40B4-BE49-F238E27FC236}">
                <a16:creationId xmlns:a16="http://schemas.microsoft.com/office/drawing/2014/main" id="{BD5FC889-20F4-4807-A074-FF4154FC24D5}"/>
              </a:ext>
            </a:extLst>
          </p:cNvPr>
          <p:cNvGraphicFramePr/>
          <p:nvPr/>
        </p:nvGraphicFramePr>
        <p:xfrm>
          <a:off xmlns:a="http://schemas.openxmlformats.org/drawingml/2006/main" x="6210300" y="2657475"/>
          <a:ext xmlns:a="http://schemas.openxmlformats.org/drawingml/2006/main" cx="5372100" cy="2628900"/>
        </p:xfrm>
        <a:graphic xmlns:a="http://schemas.openxmlformats.org/drawingml/2006/main">
          <a:graphicData uri="http://schemas.openxmlformats.org/drawingml/2006/chart">
            <c:chart xmlns:r="http://schemas.openxmlformats.org/officeDocument/2006/relationships" xmlns:c="http://schemas.openxmlformats.org/drawingml/2006/chart" r:id="R5cbea97dc2424245"/>
          </a:graphicData>
        </a:graphic>
      </p:graphicFrame>
      <p:sp>
        <p:nvSpPr>
          <p:cNvPr id="12" name="今後の活用と期待（条件付き）">
            <a:extLst xmlns:a="http://schemas.openxmlformats.org/drawingml/2006/main">
              <a:ext uri="{FF2B5EF4-FFF2-40B4-BE49-F238E27FC236}">
                <a16:creationId xmlns:a16="http://schemas.microsoft.com/office/drawing/2014/main" id="{B280C05B-24EC-4258-A6B0-71C782255CAA}"/>
              </a:ext>
            </a:extLst>
          </p:cNvPr>
          <p:cNvSpPr>
            <a:spLocks xmlns:a="http://schemas.openxmlformats.org/drawingml/2006/main" noGrp="1"/>
          </p:cNvSpPr>
          <p:nvPr/>
        </p:nvSpPr>
        <p:spPr>
          <a:xfrm xmlns:a="http://schemas.openxmlformats.org/drawingml/2006/main">
            <a:off x="609600" y="50577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8025"/>
                </a:solidFill>
                <a:latin typeface="Noto Sans JP"/>
                <a:ea typeface="Noto Sans JP"/>
                <a:cs typeface="Noto Sans JP"/>
              </a:defRPr>
            </a:defPPr>
          </a:lstStyle>
          <a:p xmlns:a="http://schemas.openxmlformats.org/drawingml/2006/main">
            <a:pPr algn="l">
              <a:defRPr sz="1650" b="1">
                <a:solidFill>
                  <a:srgbClr val="A78025"/>
                </a:solidFill>
                <a:latin typeface="Noto Sans JP"/>
                <a:ea typeface="Noto Sans JP"/>
                <a:cs typeface="Noto Sans JP"/>
              </a:defRPr>
            </a:pPr>
            <a:r>
              <a:rPr sz="1650" b="1">
                <a:solidFill>
                  <a:srgbClr val="A78025"/>
                </a:solidFill>
                <a:latin typeface="Noto Sans JP"/>
                <a:ea typeface="Noto Sans JP"/>
                <a:cs typeface="Noto Sans JP"/>
              </a:rPr>
              <a:t>今後の活用と期待（条件付き）</a:t>
            </a:r>
          </a:p>
        </p:txBody>
      </p:sp>
      <p:sp>
        <p:nvSpPr>
          <p:cNvPr id="13" name="AIで支援会社を比べる企業が増えれば、得意領域を知ってもらう機会が広がり得ます。">
            <a:extLst xmlns:a="http://schemas.openxmlformats.org/drawingml/2006/main">
              <a:ext uri="{FF2B5EF4-FFF2-40B4-BE49-F238E27FC236}">
                <a16:creationId xmlns:a16="http://schemas.microsoft.com/office/drawing/2014/main" id="{C7E8D451-701B-4B3D-9B64-F6A7E2F94F34}"/>
              </a:ext>
            </a:extLst>
          </p:cNvPr>
          <p:cNvSpPr>
            <a:spLocks xmlns:a="http://schemas.openxmlformats.org/drawingml/2006/main" noGrp="1"/>
          </p:cNvSpPr>
          <p:nvPr/>
        </p:nvSpPr>
        <p:spPr>
          <a:xfrm xmlns:a="http://schemas.openxmlformats.org/drawingml/2006/main">
            <a:off x="609600" y="54102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943"/>
                </a:solidFill>
                <a:latin typeface="Noto Sans JP"/>
                <a:ea typeface="Noto Sans JP"/>
                <a:cs typeface="Noto Sans JP"/>
              </a:defRPr>
            </a:defPPr>
          </a:lstStyle>
          <a:p xmlns:a="http://schemas.openxmlformats.org/drawingml/2006/main">
            <a:pPr algn="l">
              <a:defRPr sz="1650" b="0">
                <a:solidFill>
                  <a:srgbClr val="172943"/>
                </a:solidFill>
                <a:latin typeface="Noto Sans JP"/>
                <a:ea typeface="Noto Sans JP"/>
                <a:cs typeface="Noto Sans JP"/>
              </a:defRPr>
            </a:pPr>
            <a:r>
              <a:rPr sz="1650" b="0">
                <a:solidFill>
                  <a:srgbClr val="172943"/>
                </a:solidFill>
                <a:latin typeface="Noto Sans JP"/>
                <a:ea typeface="Noto Sans JP"/>
                <a:cs typeface="Noto Sans JP"/>
              </a:rPr>
              <a:t>AIで支援会社を比べる企業が増えれば、得意領域を知ってもらう機会が広がり得ます。</a:t>
            </a:r>
          </a:p>
        </p:txBody>
      </p:sp>
      <p:sp>
        <p:nvSpPr>
          <p:cNvPr id="14" name="数値は当社の従来サービスの事例です。既存広告・営業等との併用結果で、AI単独の寄与は未計測">
            <a:extLst xmlns:a="http://schemas.openxmlformats.org/drawingml/2006/main">
              <a:ext uri="{FF2B5EF4-FFF2-40B4-BE49-F238E27FC236}">
                <a16:creationId xmlns:a16="http://schemas.microsoft.com/office/drawing/2014/main" id="{D44824B9-EB01-41A6-8069-84F809EEBAD2}"/>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数値は当社の従来サービスの事例です。既存広告・営業等との併用結果で、AI単独の寄与は未計測です。</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新3プラン固有の実績ではありません。将来の成果・成長幅・時期を保証しません。</a:t>
            </a:r>
          </a:p>
        </p:txBody>
      </p:sp>
    </p:spTree>
    <p:extLst>
      <p:ext uri="{BB962C8B-B14F-4D97-AF65-F5344CB8AC3E}">
        <p14:creationId xmlns:p14="http://schemas.microsoft.com/office/powerpoint/2010/main" val="104722166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04  CASE 05  食品メーカー">
            <a:extLst xmlns:a="http://schemas.openxmlformats.org/drawingml/2006/main">
              <a:ext uri="{FF2B5EF4-FFF2-40B4-BE49-F238E27FC236}">
                <a16:creationId xmlns:a16="http://schemas.microsoft.com/office/drawing/2014/main" id="{CD9A98A7-8EAF-4CA6-A7FC-F9FDA87982E5}"/>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04  CASE 05  食品メーカー</a:t>
            </a:r>
          </a:p>
        </p:txBody>
      </p:sp>
      <p:sp>
        <p:nvSpPr>
          <p:cNvPr id="2" name="商品の背景を、仕入れの判断材料に">
            <a:extLst xmlns:a="http://schemas.openxmlformats.org/drawingml/2006/main">
              <a:ext uri="{FF2B5EF4-FFF2-40B4-BE49-F238E27FC236}">
                <a16:creationId xmlns:a16="http://schemas.microsoft.com/office/drawing/2014/main" id="{BB8345FD-FE35-46F1-A1E4-EE4D60C529F3}"/>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商品の背景を、仕入れの判断材料に</a:t>
            </a:r>
          </a:p>
        </p:txBody>
      </p:sp>
      <p:sp>
        <p:nvSpPr>
          <p:cNvPr id="3" name="">
            <a:extLst xmlns:a="http://schemas.openxmlformats.org/drawingml/2006/main">
              <a:ext uri="{FF2B5EF4-FFF2-40B4-BE49-F238E27FC236}">
                <a16:creationId xmlns:a16="http://schemas.microsoft.com/office/drawing/2014/main" id="{28EED4FD-2636-4BE0-923A-5D7135B1759B}"/>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05842CEA-0A46-495A-B8A7-635A380FE054}"/>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30">
            <a:extLst xmlns:a="http://schemas.openxmlformats.org/drawingml/2006/main">
              <a:ext uri="{FF2B5EF4-FFF2-40B4-BE49-F238E27FC236}">
                <a16:creationId xmlns:a16="http://schemas.microsoft.com/office/drawing/2014/main" id="{3C658D31-A7C6-4D02-98B7-C41B53FD6B0C}"/>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35</a:t>
            </a:r>
          </a:p>
        </p:txBody>
      </p:sp>
      <p:sp>
        <p:nvSpPr>
          <p:cNvPr id="6" name="取り組み">
            <a:extLst xmlns:a="http://schemas.openxmlformats.org/drawingml/2006/main">
              <a:ext uri="{FF2B5EF4-FFF2-40B4-BE49-F238E27FC236}">
                <a16:creationId xmlns:a16="http://schemas.microsoft.com/office/drawing/2014/main" id="{7494CD83-25C0-4608-A800-A1DDDD77482F}"/>
              </a:ext>
            </a:extLst>
          </p:cNvPr>
          <p:cNvSpPr>
            <a:spLocks xmlns:a="http://schemas.openxmlformats.org/drawingml/2006/main" noGrp="1"/>
          </p:cNvSpPr>
          <p:nvPr/>
        </p:nvSpPr>
        <p:spPr>
          <a:xfrm xmlns:a="http://schemas.openxmlformats.org/drawingml/2006/main">
            <a:off x="609600" y="2028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取り組み</a:t>
            </a:r>
          </a:p>
        </p:txBody>
      </p:sp>
      <p:sp>
        <p:nvSpPr>
          <p:cNvPr id="7" name="開発の背景と製造への姿勢を取材記事に。&#10;商談後の検索でも、商品の理解を深める。">
            <a:extLst xmlns:a="http://schemas.openxmlformats.org/drawingml/2006/main">
              <a:ext uri="{FF2B5EF4-FFF2-40B4-BE49-F238E27FC236}">
                <a16:creationId xmlns:a16="http://schemas.microsoft.com/office/drawing/2014/main" id="{C41BD700-6EF8-4827-A189-84287D33D403}"/>
              </a:ext>
            </a:extLst>
          </p:cNvPr>
          <p:cNvSpPr>
            <a:spLocks xmlns:a="http://schemas.openxmlformats.org/drawingml/2006/main" noGrp="1"/>
          </p:cNvSpPr>
          <p:nvPr/>
        </p:nvSpPr>
        <p:spPr>
          <a:xfrm xmlns:a="http://schemas.openxmlformats.org/drawingml/2006/main">
            <a:off x="609600" y="2562225"/>
            <a:ext cx="52673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172943"/>
                </a:solidFill>
                <a:latin typeface="Noto Sans JP"/>
                <a:ea typeface="Noto Sans JP"/>
                <a:cs typeface="Noto Sans JP"/>
              </a:defRPr>
            </a:defPPr>
          </a:lstStyle>
          <a:p xmlns:a="http://schemas.openxmlformats.org/drawingml/2006/main">
            <a:pPr algn="l">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開発の背景と製造への姿勢を取材記事に。</a:t>
            </a:r>
          </a:p>
          <a:p xmlns:a="http://schemas.openxmlformats.org/drawingml/2006/main">
            <a:pPr algn="l">
              <a:defRPr sz="1875" b="0">
                <a:solidFill>
                  <a:srgbClr val="172943"/>
                </a:solidFill>
                <a:latin typeface="Noto Sans JP"/>
                <a:ea typeface="Noto Sans JP"/>
                <a:cs typeface="Noto Sans JP"/>
              </a:defRPr>
            </a:pPr>
            <a:r>
              <a:rPr sz="1875" b="0">
                <a:solidFill>
                  <a:srgbClr val="172943"/>
                </a:solidFill>
                <a:latin typeface="Noto Sans JP"/>
                <a:ea typeface="Noto Sans JP"/>
                <a:cs typeface="Noto Sans JP"/>
              </a:rPr>
              <a:t>商談後の検索でも、商品の理解を深める。</a:t>
            </a:r>
          </a:p>
        </p:txBody>
      </p:sp>
      <p:sp>
        <p:nvSpPr>
          <p:cNvPr id="8" name="併用した施策">
            <a:extLst xmlns:a="http://schemas.openxmlformats.org/drawingml/2006/main">
              <a:ext uri="{FF2B5EF4-FFF2-40B4-BE49-F238E27FC236}">
                <a16:creationId xmlns:a16="http://schemas.microsoft.com/office/drawing/2014/main" id="{AE671802-C474-4CEE-830E-206C7896CA3B}"/>
              </a:ext>
            </a:extLst>
          </p:cNvPr>
          <p:cNvSpPr>
            <a:spLocks xmlns:a="http://schemas.openxmlformats.org/drawingml/2006/main" noGrp="1"/>
          </p:cNvSpPr>
          <p:nvPr/>
        </p:nvSpPr>
        <p:spPr>
          <a:xfrm xmlns:a="http://schemas.openxmlformats.org/drawingml/2006/main">
            <a:off x="609600" y="37052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A78025"/>
                </a:solidFill>
                <a:latin typeface="Noto Sans JP"/>
                <a:ea typeface="Noto Sans JP"/>
                <a:cs typeface="Noto Sans JP"/>
              </a:defRPr>
            </a:defPPr>
          </a:lstStyle>
          <a:p xmlns:a="http://schemas.openxmlformats.org/drawingml/2006/main">
            <a:pPr algn="l">
              <a:defRPr sz="1725" b="1">
                <a:solidFill>
                  <a:srgbClr val="A78025"/>
                </a:solidFill>
                <a:latin typeface="Noto Sans JP"/>
                <a:ea typeface="Noto Sans JP"/>
                <a:cs typeface="Noto Sans JP"/>
              </a:defRPr>
            </a:pPr>
            <a:r>
              <a:rPr sz="1725" b="1">
                <a:solidFill>
                  <a:srgbClr val="A78025"/>
                </a:solidFill>
                <a:latin typeface="Noto Sans JP"/>
                <a:ea typeface="Noto Sans JP"/>
                <a:cs typeface="Noto Sans JP"/>
              </a:rPr>
              <a:t>併用した施策</a:t>
            </a:r>
          </a:p>
        </p:txBody>
      </p:sp>
      <p:sp>
        <p:nvSpPr>
          <p:cNvPr id="9" name="展示会・法人営業・既存の販促活動">
            <a:extLst xmlns:a="http://schemas.openxmlformats.org/drawingml/2006/main">
              <a:ext uri="{FF2B5EF4-FFF2-40B4-BE49-F238E27FC236}">
                <a16:creationId xmlns:a16="http://schemas.microsoft.com/office/drawing/2014/main" id="{46484677-231E-435D-AB0B-D876CD67F61C}"/>
              </a:ext>
            </a:extLst>
          </p:cNvPr>
          <p:cNvSpPr>
            <a:spLocks xmlns:a="http://schemas.openxmlformats.org/drawingml/2006/main" noGrp="1"/>
          </p:cNvSpPr>
          <p:nvPr/>
        </p:nvSpPr>
        <p:spPr>
          <a:xfrm xmlns:a="http://schemas.openxmlformats.org/drawingml/2006/main">
            <a:off x="609600" y="4219575"/>
            <a:ext cx="52673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展示会・法人営業・既存の販促活動</a:t>
            </a:r>
          </a:p>
        </p:txBody>
      </p:sp>
      <p:sp>
        <p:nvSpPr>
          <p:cNvPr id="10" name="法人サンプル依頼数の変化（導入前比）">
            <a:extLst xmlns:a="http://schemas.openxmlformats.org/drawingml/2006/main">
              <a:ext uri="{FF2B5EF4-FFF2-40B4-BE49-F238E27FC236}">
                <a16:creationId xmlns:a16="http://schemas.microsoft.com/office/drawing/2014/main" id="{1B191D32-7715-48AC-B0DB-BF8AC4BB087E}"/>
              </a:ext>
            </a:extLst>
          </p:cNvPr>
          <p:cNvSpPr>
            <a:spLocks xmlns:a="http://schemas.openxmlformats.org/drawingml/2006/main" noGrp="1"/>
          </p:cNvSpPr>
          <p:nvPr/>
        </p:nvSpPr>
        <p:spPr>
          <a:xfrm xmlns:a="http://schemas.openxmlformats.org/drawingml/2006/main">
            <a:off x="6343650" y="19907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182E65"/>
                </a:solidFill>
                <a:latin typeface="Noto Sans JP"/>
                <a:ea typeface="Noto Sans JP"/>
                <a:cs typeface="Noto Sans JP"/>
              </a:defRPr>
            </a:defPPr>
          </a:lstStyle>
          <a:p xmlns:a="http://schemas.openxmlformats.org/drawingml/2006/main">
            <a:pPr algn="l">
              <a:defRPr sz="1950" b="1">
                <a:solidFill>
                  <a:srgbClr val="182E65"/>
                </a:solidFill>
                <a:latin typeface="Noto Sans JP"/>
                <a:ea typeface="Noto Sans JP"/>
                <a:cs typeface="Noto Sans JP"/>
              </a:defRPr>
            </a:pPr>
            <a:r>
              <a:rPr sz="1950" b="1">
                <a:solidFill>
                  <a:srgbClr val="182E65"/>
                </a:solidFill>
                <a:latin typeface="Noto Sans JP"/>
                <a:ea typeface="Noto Sans JP"/>
                <a:cs typeface="Noto Sans JP"/>
              </a:rPr>
              <a:t>法人サンプル依頼数の変化（導入前比）</a:t>
            </a:r>
          </a:p>
        </p:txBody>
      </p:sp>
      <p:graphicFrame>
        <p:nvGraphicFramePr>
          <p:cNvPr id="11" name="Chart">
            <a:extLst xmlns:a="http://schemas.openxmlformats.org/drawingml/2006/main">
              <a:ext uri="{FF2B5EF4-FFF2-40B4-BE49-F238E27FC236}">
                <a16:creationId xmlns:a16="http://schemas.microsoft.com/office/drawing/2014/main" id="{EE0A98E7-609D-4A19-B7D2-394373A872C1}"/>
              </a:ext>
            </a:extLst>
          </p:cNvPr>
          <p:cNvGraphicFramePr/>
          <p:nvPr/>
        </p:nvGraphicFramePr>
        <p:xfrm>
          <a:off xmlns:a="http://schemas.openxmlformats.org/drawingml/2006/main" x="6210300" y="2657475"/>
          <a:ext xmlns:a="http://schemas.openxmlformats.org/drawingml/2006/main" cx="5372100" cy="2628900"/>
        </p:xfrm>
        <a:graphic xmlns:a="http://schemas.openxmlformats.org/drawingml/2006/main">
          <a:graphicData uri="http://schemas.openxmlformats.org/drawingml/2006/chart">
            <c:chart xmlns:r="http://schemas.openxmlformats.org/officeDocument/2006/relationships" xmlns:c="http://schemas.openxmlformats.org/drawingml/2006/chart" r:id="R38ad00c8ca4c4b03"/>
          </a:graphicData>
        </a:graphic>
      </p:graphicFrame>
      <p:sp>
        <p:nvSpPr>
          <p:cNvPr id="12" name="今後の活用と期待（条件付き）">
            <a:extLst xmlns:a="http://schemas.openxmlformats.org/drawingml/2006/main">
              <a:ext uri="{FF2B5EF4-FFF2-40B4-BE49-F238E27FC236}">
                <a16:creationId xmlns:a16="http://schemas.microsoft.com/office/drawing/2014/main" id="{9B982C3B-0F1B-4618-8076-FBB7163D5E68}"/>
              </a:ext>
            </a:extLst>
          </p:cNvPr>
          <p:cNvSpPr>
            <a:spLocks xmlns:a="http://schemas.openxmlformats.org/drawingml/2006/main" noGrp="1"/>
          </p:cNvSpPr>
          <p:nvPr/>
        </p:nvSpPr>
        <p:spPr>
          <a:xfrm xmlns:a="http://schemas.openxmlformats.org/drawingml/2006/main">
            <a:off x="609600" y="5057775"/>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8025"/>
                </a:solidFill>
                <a:latin typeface="Noto Sans JP"/>
                <a:ea typeface="Noto Sans JP"/>
                <a:cs typeface="Noto Sans JP"/>
              </a:defRPr>
            </a:defPPr>
          </a:lstStyle>
          <a:p xmlns:a="http://schemas.openxmlformats.org/drawingml/2006/main">
            <a:pPr algn="l">
              <a:defRPr sz="1650" b="1">
                <a:solidFill>
                  <a:srgbClr val="A78025"/>
                </a:solidFill>
                <a:latin typeface="Noto Sans JP"/>
                <a:ea typeface="Noto Sans JP"/>
                <a:cs typeface="Noto Sans JP"/>
              </a:defRPr>
            </a:pPr>
            <a:r>
              <a:rPr sz="1650" b="1">
                <a:solidFill>
                  <a:srgbClr val="A78025"/>
                </a:solidFill>
                <a:latin typeface="Noto Sans JP"/>
                <a:ea typeface="Noto Sans JP"/>
                <a:cs typeface="Noto Sans JP"/>
              </a:rPr>
              <a:t>今後の活用と期待（条件付き）</a:t>
            </a:r>
          </a:p>
        </p:txBody>
      </p:sp>
      <p:sp>
        <p:nvSpPr>
          <p:cNvPr id="13" name="AIで仕入れ先を比べる人が増えれば、商品の背景を伝える接点が広がり得ます。">
            <a:extLst xmlns:a="http://schemas.openxmlformats.org/drawingml/2006/main">
              <a:ext uri="{FF2B5EF4-FFF2-40B4-BE49-F238E27FC236}">
                <a16:creationId xmlns:a16="http://schemas.microsoft.com/office/drawing/2014/main" id="{28818961-C9C6-4D49-997E-02C6A8CE0FEC}"/>
              </a:ext>
            </a:extLst>
          </p:cNvPr>
          <p:cNvSpPr>
            <a:spLocks xmlns:a="http://schemas.openxmlformats.org/drawingml/2006/main" noGrp="1"/>
          </p:cNvSpPr>
          <p:nvPr/>
        </p:nvSpPr>
        <p:spPr>
          <a:xfrm xmlns:a="http://schemas.openxmlformats.org/drawingml/2006/main">
            <a:off x="609600" y="54102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172943"/>
                </a:solidFill>
                <a:latin typeface="Noto Sans JP"/>
                <a:ea typeface="Noto Sans JP"/>
                <a:cs typeface="Noto Sans JP"/>
              </a:defRPr>
            </a:defPPr>
          </a:lstStyle>
          <a:p xmlns:a="http://schemas.openxmlformats.org/drawingml/2006/main">
            <a:pPr algn="l">
              <a:defRPr sz="1650" b="0">
                <a:solidFill>
                  <a:srgbClr val="172943"/>
                </a:solidFill>
                <a:latin typeface="Noto Sans JP"/>
                <a:ea typeface="Noto Sans JP"/>
                <a:cs typeface="Noto Sans JP"/>
              </a:defRPr>
            </a:pPr>
            <a:r>
              <a:rPr sz="1650" b="0">
                <a:solidFill>
                  <a:srgbClr val="172943"/>
                </a:solidFill>
                <a:latin typeface="Noto Sans JP"/>
                <a:ea typeface="Noto Sans JP"/>
                <a:cs typeface="Noto Sans JP"/>
              </a:rPr>
              <a:t>AIで仕入れ先を比べる人が増えれば、商品の背景を伝える接点が広がり得ます。</a:t>
            </a:r>
          </a:p>
        </p:txBody>
      </p:sp>
      <p:sp>
        <p:nvSpPr>
          <p:cNvPr id="14" name="数値は当社の従来サービスの事例です。既存広告・営業等との併用結果で、AI単独の寄与は未計測">
            <a:extLst xmlns:a="http://schemas.openxmlformats.org/drawingml/2006/main">
              <a:ext uri="{FF2B5EF4-FFF2-40B4-BE49-F238E27FC236}">
                <a16:creationId xmlns:a16="http://schemas.microsoft.com/office/drawing/2014/main" id="{D3258FEE-6563-43CF-BF52-44AA43D1CFF2}"/>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数値は当社の従来サービスの事例です。既存広告・営業等との併用結果で、AI単独の寄与は未計測です。</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新3プラン固有の実績ではありません。将来の成果・成長幅・時期を保証しません。</a:t>
            </a:r>
          </a:p>
        </p:txBody>
      </p:sp>
    </p:spTree>
    <p:extLst>
      <p:ext uri="{BB962C8B-B14F-4D97-AF65-F5344CB8AC3E}">
        <p14:creationId xmlns:p14="http://schemas.microsoft.com/office/powerpoint/2010/main" val="117520467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04  今後のAI検索市場を見据える">
            <a:extLst xmlns:a="http://schemas.openxmlformats.org/drawingml/2006/main">
              <a:ext uri="{FF2B5EF4-FFF2-40B4-BE49-F238E27FC236}">
                <a16:creationId xmlns:a16="http://schemas.microsoft.com/office/drawing/2014/main" id="{576716CE-C723-4055-A0EC-9B2A9ED9426C}"/>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04  今後のAI検索市場を見据える</a:t>
            </a:r>
          </a:p>
        </p:txBody>
      </p:sp>
      <p:sp>
        <p:nvSpPr>
          <p:cNvPr id="2" name="AIで調べる人が増えるほど、情報整備が重要に">
            <a:extLst xmlns:a="http://schemas.openxmlformats.org/drawingml/2006/main">
              <a:ext uri="{FF2B5EF4-FFF2-40B4-BE49-F238E27FC236}">
                <a16:creationId xmlns:a16="http://schemas.microsoft.com/office/drawing/2014/main" id="{EA1ACBE1-7892-4A99-A85D-5CBBF3C688DE}"/>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AIで調べる人が増えるほど、情報整備が重要に</a:t>
            </a:r>
          </a:p>
        </p:txBody>
      </p:sp>
      <p:sp>
        <p:nvSpPr>
          <p:cNvPr id="3" name="">
            <a:extLst xmlns:a="http://schemas.openxmlformats.org/drawingml/2006/main">
              <a:ext uri="{FF2B5EF4-FFF2-40B4-BE49-F238E27FC236}">
                <a16:creationId xmlns:a16="http://schemas.microsoft.com/office/drawing/2014/main" id="{19B26C6D-E36F-4826-84EC-E77764C3FE9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16D90870-C435-466B-B425-F98400A424EF}"/>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31">
            <a:extLst xmlns:a="http://schemas.openxmlformats.org/drawingml/2006/main">
              <a:ext uri="{FF2B5EF4-FFF2-40B4-BE49-F238E27FC236}">
                <a16:creationId xmlns:a16="http://schemas.microsoft.com/office/drawing/2014/main" id="{716CD116-D71A-4F04-BB90-6BF9B42D6AFC}"/>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36</a:t>
            </a:r>
          </a:p>
        </p:txBody>
      </p:sp>
      <p:sp>
        <p:nvSpPr>
          <p:cNvPr id="6" name="調査で確認した現在">
            <a:extLst xmlns:a="http://schemas.openxmlformats.org/drawingml/2006/main">
              <a:ext uri="{FF2B5EF4-FFF2-40B4-BE49-F238E27FC236}">
                <a16:creationId xmlns:a16="http://schemas.microsoft.com/office/drawing/2014/main" id="{2BB9BAA2-54F5-4151-9B27-452489F57172}"/>
              </a:ext>
            </a:extLst>
          </p:cNvPr>
          <p:cNvSpPr>
            <a:spLocks xmlns:a="http://schemas.openxmlformats.org/drawingml/2006/main" noGrp="1"/>
          </p:cNvSpPr>
          <p:nvPr/>
        </p:nvSpPr>
        <p:spPr>
          <a:xfrm xmlns:a="http://schemas.openxmlformats.org/drawingml/2006/main">
            <a:off x="609600" y="2085975"/>
            <a:ext cx="5095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調査で確認した現在</a:t>
            </a:r>
          </a:p>
        </p:txBody>
      </p:sp>
      <p:sp>
        <p:nvSpPr>
          <p:cNvPr id="7" name="今後数年の当社想定">
            <a:extLst xmlns:a="http://schemas.openxmlformats.org/drawingml/2006/main">
              <a:ext uri="{FF2B5EF4-FFF2-40B4-BE49-F238E27FC236}">
                <a16:creationId xmlns:a16="http://schemas.microsoft.com/office/drawing/2014/main" id="{EC73E030-18BD-4762-AFFC-672056BED202}"/>
              </a:ext>
            </a:extLst>
          </p:cNvPr>
          <p:cNvSpPr>
            <a:spLocks xmlns:a="http://schemas.openxmlformats.org/drawingml/2006/main" noGrp="1"/>
          </p:cNvSpPr>
          <p:nvPr/>
        </p:nvSpPr>
        <p:spPr>
          <a:xfrm xmlns:a="http://schemas.openxmlformats.org/drawingml/2006/main">
            <a:off x="6477000" y="2085975"/>
            <a:ext cx="5105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A78025"/>
                </a:solidFill>
                <a:latin typeface="Noto Sans JP"/>
                <a:ea typeface="Noto Sans JP"/>
                <a:cs typeface="Noto Sans JP"/>
              </a:defRPr>
            </a:defPPr>
          </a:lstStyle>
          <a:p xmlns:a="http://schemas.openxmlformats.org/drawingml/2006/main">
            <a:pPr algn="l">
              <a:defRPr sz="2175" b="1">
                <a:solidFill>
                  <a:srgbClr val="A78025"/>
                </a:solidFill>
                <a:latin typeface="Noto Sans JP"/>
                <a:ea typeface="Noto Sans JP"/>
                <a:cs typeface="Noto Sans JP"/>
              </a:defRPr>
            </a:pPr>
            <a:r>
              <a:rPr sz="2175" b="1">
                <a:solidFill>
                  <a:srgbClr val="A78025"/>
                </a:solidFill>
                <a:latin typeface="Noto Sans JP"/>
                <a:ea typeface="Noto Sans JP"/>
                <a:cs typeface="Noto Sans JP"/>
              </a:rPr>
              <a:t>2030年 メディくる想定</a:t>
            </a:r>
          </a:p>
        </p:txBody>
      </p:sp>
      <p:sp>
        <p:nvSpPr>
          <p:cNvPr id="8" name="52.3％">
            <a:extLst xmlns:a="http://schemas.openxmlformats.org/drawingml/2006/main">
              <a:ext uri="{FF2B5EF4-FFF2-40B4-BE49-F238E27FC236}">
                <a16:creationId xmlns:a16="http://schemas.microsoft.com/office/drawing/2014/main" id="{A0A32FD3-34E7-4ACF-9FA7-2956783252F9}"/>
              </a:ext>
            </a:extLst>
          </p:cNvPr>
          <p:cNvSpPr>
            <a:spLocks xmlns:a="http://schemas.openxmlformats.org/drawingml/2006/main" noGrp="1"/>
          </p:cNvSpPr>
          <p:nvPr/>
        </p:nvSpPr>
        <p:spPr>
          <a:xfrm xmlns:a="http://schemas.openxmlformats.org/drawingml/2006/main">
            <a:off x="609600" y="2847975"/>
            <a:ext cx="50958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150" b="1">
                <a:solidFill>
                  <a:srgbClr val="182E65"/>
                </a:solidFill>
                <a:latin typeface="Noto Sans JP"/>
                <a:ea typeface="Noto Sans JP"/>
                <a:cs typeface="Noto Sans JP"/>
              </a:defRPr>
            </a:defPPr>
          </a:lstStyle>
          <a:p xmlns:a="http://schemas.openxmlformats.org/drawingml/2006/main">
            <a:pPr algn="l">
              <a:defRPr sz="6150" b="1">
                <a:solidFill>
                  <a:srgbClr val="182E65"/>
                </a:solidFill>
                <a:latin typeface="Noto Sans JP"/>
                <a:ea typeface="Noto Sans JP"/>
                <a:cs typeface="Noto Sans JP"/>
              </a:defRPr>
            </a:pPr>
            <a:r>
              <a:rPr sz="6150" b="1">
                <a:solidFill>
                  <a:srgbClr val="182E65"/>
                </a:solidFill>
                <a:latin typeface="Noto Sans JP"/>
                <a:ea typeface="Noto Sans JP"/>
                <a:cs typeface="Noto Sans JP"/>
              </a:rPr>
              <a:t>52.3％</a:t>
            </a:r>
          </a:p>
        </p:txBody>
      </p:sp>
      <p:sp>
        <p:nvSpPr>
          <p:cNvPr id="9" name="70％">
            <a:extLst xmlns:a="http://schemas.openxmlformats.org/drawingml/2006/main">
              <a:ext uri="{FF2B5EF4-FFF2-40B4-BE49-F238E27FC236}">
                <a16:creationId xmlns:a16="http://schemas.microsoft.com/office/drawing/2014/main" id="{0CF9BF5E-262D-486A-A78C-C0BF5C4F70AE}"/>
              </a:ext>
            </a:extLst>
          </p:cNvPr>
          <p:cNvSpPr>
            <a:spLocks xmlns:a="http://schemas.openxmlformats.org/drawingml/2006/main" noGrp="1"/>
          </p:cNvSpPr>
          <p:nvPr/>
        </p:nvSpPr>
        <p:spPr>
          <a:xfrm xmlns:a="http://schemas.openxmlformats.org/drawingml/2006/main">
            <a:off x="6477000" y="2847975"/>
            <a:ext cx="51054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150" b="1">
                <a:solidFill>
                  <a:srgbClr val="A78025"/>
                </a:solidFill>
                <a:latin typeface="Noto Sans JP"/>
                <a:ea typeface="Noto Sans JP"/>
                <a:cs typeface="Noto Sans JP"/>
              </a:defRPr>
            </a:defPPr>
          </a:lstStyle>
          <a:p xmlns:a="http://schemas.openxmlformats.org/drawingml/2006/main">
            <a:pPr algn="l">
              <a:defRPr sz="6150" b="1">
                <a:solidFill>
                  <a:srgbClr val="A78025"/>
                </a:solidFill>
                <a:latin typeface="Noto Sans JP"/>
                <a:ea typeface="Noto Sans JP"/>
                <a:cs typeface="Noto Sans JP"/>
              </a:defRPr>
            </a:pPr>
            <a:r>
              <a:rPr sz="6150" b="1">
                <a:solidFill>
                  <a:srgbClr val="A78025"/>
                </a:solidFill>
                <a:latin typeface="Noto Sans JP"/>
                <a:ea typeface="Noto Sans JP"/>
                <a:cs typeface="Noto Sans JP"/>
              </a:rPr>
              <a:t>90％</a:t>
            </a:r>
          </a:p>
        </p:txBody>
      </p:sp>
      <p:sp>
        <p:nvSpPr>
          <p:cNvPr id="10" name="生成AIを検索手段として使う人&#10;2026年8月期調査">
            <a:extLst xmlns:a="http://schemas.openxmlformats.org/drawingml/2006/main">
              <a:ext uri="{FF2B5EF4-FFF2-40B4-BE49-F238E27FC236}">
                <a16:creationId xmlns:a16="http://schemas.microsoft.com/office/drawing/2014/main" id="{91AEAFB6-C983-40EE-9FDC-4BC223B00CE1}"/>
              </a:ext>
            </a:extLst>
          </p:cNvPr>
          <p:cNvSpPr>
            <a:spLocks xmlns:a="http://schemas.openxmlformats.org/drawingml/2006/main" noGrp="1"/>
          </p:cNvSpPr>
          <p:nvPr/>
        </p:nvSpPr>
        <p:spPr>
          <a:xfrm xmlns:a="http://schemas.openxmlformats.org/drawingml/2006/main">
            <a:off x="609600" y="4381500"/>
            <a:ext cx="5095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943"/>
                </a:solidFill>
                <a:latin typeface="Noto Sans JP"/>
                <a:ea typeface="Noto Sans JP"/>
                <a:cs typeface="Noto Sans JP"/>
              </a:defRPr>
            </a:defPPr>
          </a:lstStyle>
          <a:p xmlns:a="http://schemas.openxmlformats.org/drawingml/2006/main">
            <a:pPr algn="l">
              <a:defRPr sz="2100" b="0">
                <a:solidFill>
                  <a:srgbClr val="172943"/>
                </a:solidFill>
                <a:latin typeface="Noto Sans JP"/>
                <a:ea typeface="Noto Sans JP"/>
                <a:cs typeface="Noto Sans JP"/>
              </a:defRPr>
            </a:pPr>
            <a:r>
              <a:rPr sz="2100" b="0">
                <a:solidFill>
                  <a:srgbClr val="172943"/>
                </a:solidFill>
                <a:latin typeface="Noto Sans JP"/>
                <a:ea typeface="Noto Sans JP"/>
                <a:cs typeface="Noto Sans JP"/>
              </a:rPr>
              <a:t>生成AIを検索手段として使う人</a:t>
            </a:r>
          </a:p>
          <a:p xmlns:a="http://schemas.openxmlformats.org/drawingml/2006/main">
            <a:pPr algn="l">
              <a:defRPr sz="2100" b="0">
                <a:solidFill>
                  <a:srgbClr val="172943"/>
                </a:solidFill>
                <a:latin typeface="Noto Sans JP"/>
                <a:ea typeface="Noto Sans JP"/>
                <a:cs typeface="Noto Sans JP"/>
              </a:defRPr>
            </a:pPr>
            <a:r>
              <a:rPr sz="2100" b="0">
                <a:solidFill>
                  <a:srgbClr val="172943"/>
                </a:solidFill>
                <a:latin typeface="Noto Sans JP"/>
                <a:ea typeface="Noto Sans JP"/>
                <a:cs typeface="Noto Sans JP"/>
              </a:rPr>
              <a:t>2026年8月期調査</a:t>
            </a:r>
          </a:p>
        </p:txBody>
      </p:sp>
      <p:sp>
        <p:nvSpPr>
          <p:cNvPr id="11" name="将来を考えるためのシナリオ&#10;到達時期・到達水準は未確定">
            <a:extLst xmlns:a="http://schemas.openxmlformats.org/drawingml/2006/main">
              <a:ext uri="{FF2B5EF4-FFF2-40B4-BE49-F238E27FC236}">
                <a16:creationId xmlns:a16="http://schemas.microsoft.com/office/drawing/2014/main" id="{A870136E-12B7-47D8-BF25-59B61AF4EB97}"/>
              </a:ext>
            </a:extLst>
          </p:cNvPr>
          <p:cNvSpPr>
            <a:spLocks xmlns:a="http://schemas.openxmlformats.org/drawingml/2006/main" noGrp="1"/>
          </p:cNvSpPr>
          <p:nvPr/>
        </p:nvSpPr>
        <p:spPr>
          <a:xfrm xmlns:a="http://schemas.openxmlformats.org/drawingml/2006/main">
            <a:off x="6477000" y="4381500"/>
            <a:ext cx="5105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943"/>
                </a:solidFill>
                <a:latin typeface="Noto Sans JP"/>
                <a:ea typeface="Noto Sans JP"/>
                <a:cs typeface="Noto Sans JP"/>
              </a:defRPr>
            </a:defPPr>
          </a:lstStyle>
          <a:p xmlns:a="http://schemas.openxmlformats.org/drawingml/2006/main">
            <a:pPr algn="l">
              <a:defRPr sz="2100" b="0">
                <a:solidFill>
                  <a:srgbClr val="172943"/>
                </a:solidFill>
                <a:latin typeface="Noto Sans JP"/>
                <a:ea typeface="Noto Sans JP"/>
                <a:cs typeface="Noto Sans JP"/>
              </a:defRPr>
            </a:pPr>
            <a:r>
              <a:rPr sz="2100" b="0">
                <a:solidFill>
                  <a:srgbClr val="172943"/>
                </a:solidFill>
                <a:latin typeface="Noto Sans JP"/>
                <a:ea typeface="Noto Sans JP"/>
                <a:cs typeface="Noto Sans JP"/>
              </a:rPr>
              <a:t>将来を考えるためのシナリオ</a:t>
            </a:r>
          </a:p>
          <a:p xmlns:a="http://schemas.openxmlformats.org/drawingml/2006/main">
            <a:pPr algn="l">
              <a:defRPr sz="2100" b="0">
                <a:solidFill>
                  <a:srgbClr val="172943"/>
                </a:solidFill>
                <a:latin typeface="Noto Sans JP"/>
                <a:ea typeface="Noto Sans JP"/>
                <a:cs typeface="Noto Sans JP"/>
              </a:defRPr>
            </a:pPr>
            <a:r>
              <a:rPr sz="2100" b="0">
                <a:solidFill>
                  <a:srgbClr val="172943"/>
                </a:solidFill>
                <a:latin typeface="Noto Sans JP"/>
                <a:ea typeface="Noto Sans JP"/>
                <a:cs typeface="Noto Sans JP"/>
              </a:rPr>
              <a:t>実測値・公的な予測ではありません</a:t>
            </a:r>
          </a:p>
        </p:txBody>
      </p:sp>
      <p:sp>
        <p:nvSpPr>
          <p:cNvPr id="12" name="">
            <a:extLst xmlns:a="http://schemas.openxmlformats.org/drawingml/2006/main">
              <a:ext uri="{FF2B5EF4-FFF2-40B4-BE49-F238E27FC236}">
                <a16:creationId xmlns:a16="http://schemas.microsoft.com/office/drawing/2014/main" id="{54537ECD-61BD-486C-B94A-26D4CF9BC916}"/>
              </a:ext>
            </a:extLst>
          </p:cNvPr>
          <p:cNvSpPr>
            <a:spLocks xmlns:a="http://schemas.openxmlformats.org/drawingml/2006/main" noGrp="1"/>
          </p:cNvSpPr>
          <p:nvPr/>
        </p:nvSpPr>
        <p:spPr>
          <a:xfrm xmlns:a="http://schemas.openxmlformats.org/drawingml/2006/main">
            <a:off x="6096000" y="2066925"/>
            <a:ext cx="9525" cy="34766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13" name="52.3％：サイバーエージェント GEOラボ（2026年8月期、n=9,278）。検索回数">
            <a:extLst xmlns:a="http://schemas.openxmlformats.org/drawingml/2006/main">
              <a:ext uri="{FF2B5EF4-FFF2-40B4-BE49-F238E27FC236}">
                <a16:creationId xmlns:a16="http://schemas.microsoft.com/office/drawing/2014/main" id="{06F5D81D-4276-44EF-9C3F-4B98B3555DB3}"/>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52.3％：サイバーエージェント GEOラボ（2026年8月期、n=9,278）。検索回数のシェアではありません。</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2030年の90％はメディくるの想定です。個社の引用・売上の増加が比例するとは限りません。</a:t>
            </a:r>
          </a:p>
        </p:txBody>
      </p:sp>
      <p:sp xmlns:a="http://schemas.openxmlformats.org/drawingml/2006/main">
        <p:nvSpPr>
          <p:cNvPr id="15" name="2030年当社想定の点線"/>
          <p:cNvSpPr/>
          <p:nvPr/>
        </p:nvSpPr>
        <p:spPr>
          <a:xfrm>
            <a:off x="6477000" y="4124325"/>
            <a:ext cx="4286250" cy="0"/>
          </a:xfrm>
          <a:prstGeom prst="line">
            <a:avLst/>
          </a:prstGeom>
          <a:noFill/>
          <a:ln w="28575">
            <a:solidFill>
              <a:srgbClr val="A78025"/>
            </a:solidFill>
            <a:prstDash val="dash"/>
          </a:ln>
        </p:spPr>
      </p:sp>
    </p:spTree>
    <p:extLst>
      <p:ext uri="{BB962C8B-B14F-4D97-AF65-F5344CB8AC3E}">
        <p14:creationId xmlns:p14="http://schemas.microsoft.com/office/powerpoint/2010/main" val="135023828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04  伸びしろを条件付きで考える">
            <a:extLst xmlns:a="http://schemas.openxmlformats.org/drawingml/2006/main">
              <a:ext uri="{FF2B5EF4-FFF2-40B4-BE49-F238E27FC236}">
                <a16:creationId xmlns:a16="http://schemas.microsoft.com/office/drawing/2014/main" id="{BAFB602D-FB55-463E-A010-028237F448A7}"/>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04  伸びしろを条件付きで考える</a:t>
            </a:r>
          </a:p>
        </p:txBody>
      </p:sp>
      <p:sp>
        <p:nvSpPr>
          <p:cNvPr id="2" name="増加率が1.5〜2倍になる場合を、試算する">
            <a:extLst xmlns:a="http://schemas.openxmlformats.org/drawingml/2006/main">
              <a:ext uri="{FF2B5EF4-FFF2-40B4-BE49-F238E27FC236}">
                <a16:creationId xmlns:a16="http://schemas.microsoft.com/office/drawing/2014/main" id="{C7073FB0-605E-4531-87B7-AADC6F3E65D4}"/>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増加率が1.5〜2倍になる場合を、試算する</a:t>
            </a:r>
          </a:p>
        </p:txBody>
      </p:sp>
      <p:sp>
        <p:nvSpPr>
          <p:cNvPr id="3" name="">
            <a:extLst xmlns:a="http://schemas.openxmlformats.org/drawingml/2006/main">
              <a:ext uri="{FF2B5EF4-FFF2-40B4-BE49-F238E27FC236}">
                <a16:creationId xmlns:a16="http://schemas.microsoft.com/office/drawing/2014/main" id="{68C97931-74D7-42A3-88FA-3F2627FB9BB0}"/>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D5840E38-006F-4E91-9687-524D186BC68B}"/>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32">
            <a:extLst xmlns:a="http://schemas.openxmlformats.org/drawingml/2006/main">
              <a:ext uri="{FF2B5EF4-FFF2-40B4-BE49-F238E27FC236}">
                <a16:creationId xmlns:a16="http://schemas.microsoft.com/office/drawing/2014/main" id="{AC94D2A3-C929-4BC8-8B3D-75E3EFBB77F2}"/>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37</a:t>
            </a:r>
          </a:p>
        </p:txBody>
      </p:sp>
      <p:sp>
        <p:nvSpPr>
          <p:cNvPr id="6" name="事例01の4〜6か月">
            <a:extLst xmlns:a="http://schemas.openxmlformats.org/drawingml/2006/main">
              <a:ext uri="{FF2B5EF4-FFF2-40B4-BE49-F238E27FC236}">
                <a16:creationId xmlns:a16="http://schemas.microsoft.com/office/drawing/2014/main" id="{DCFB0BE0-E470-40F4-8650-46814879733F}"/>
              </a:ext>
            </a:extLst>
          </p:cNvPr>
          <p:cNvSpPr>
            <a:spLocks xmlns:a="http://schemas.openxmlformats.org/drawingml/2006/main" noGrp="1"/>
          </p:cNvSpPr>
          <p:nvPr/>
        </p:nvSpPr>
        <p:spPr>
          <a:xfrm xmlns:a="http://schemas.openxmlformats.org/drawingml/2006/main">
            <a:off x="609600" y="208597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526078"/>
                </a:solidFill>
                <a:latin typeface="Noto Sans JP"/>
                <a:ea typeface="Noto Sans JP"/>
                <a:cs typeface="Noto Sans JP"/>
              </a:defRPr>
            </a:defPPr>
          </a:lstStyle>
          <a:p xmlns:a="http://schemas.openxmlformats.org/drawingml/2006/main">
            <a:pPr algn="l">
              <a:defRPr sz="1875" b="1">
                <a:solidFill>
                  <a:srgbClr val="526078"/>
                </a:solidFill>
                <a:latin typeface="Noto Sans JP"/>
                <a:ea typeface="Noto Sans JP"/>
                <a:cs typeface="Noto Sans JP"/>
              </a:defRPr>
            </a:pPr>
            <a:r>
              <a:rPr sz="1875" b="1">
                <a:solidFill>
                  <a:srgbClr val="526078"/>
                </a:solidFill>
                <a:latin typeface="Noto Sans JP"/>
                <a:ea typeface="Noto Sans JP"/>
                <a:cs typeface="Noto Sans JP"/>
              </a:rPr>
              <a:t>事例01の4〜6か月</a:t>
            </a:r>
          </a:p>
        </p:txBody>
      </p:sp>
      <p:sp>
        <p:nvSpPr>
          <p:cNvPr id="7" name="24％増">
            <a:extLst xmlns:a="http://schemas.openxmlformats.org/drawingml/2006/main">
              <a:ext uri="{FF2B5EF4-FFF2-40B4-BE49-F238E27FC236}">
                <a16:creationId xmlns:a16="http://schemas.microsoft.com/office/drawing/2014/main" id="{853DEEA6-F861-40DE-A00D-1C9D54BB6230}"/>
              </a:ext>
            </a:extLst>
          </p:cNvPr>
          <p:cNvSpPr>
            <a:spLocks xmlns:a="http://schemas.openxmlformats.org/drawingml/2006/main" noGrp="1"/>
          </p:cNvSpPr>
          <p:nvPr/>
        </p:nvSpPr>
        <p:spPr>
          <a:xfrm xmlns:a="http://schemas.openxmlformats.org/drawingml/2006/main">
            <a:off x="609600" y="2705100"/>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700" b="1">
                <a:solidFill>
                  <a:srgbClr val="182E65"/>
                </a:solidFill>
                <a:latin typeface="Noto Sans JP"/>
                <a:ea typeface="Noto Sans JP"/>
                <a:cs typeface="Noto Sans JP"/>
              </a:defRPr>
            </a:defPPr>
          </a:lstStyle>
          <a:p xmlns:a="http://schemas.openxmlformats.org/drawingml/2006/main">
            <a:pPr algn="l">
              <a:defRPr sz="5700" b="1">
                <a:solidFill>
                  <a:srgbClr val="182E65"/>
                </a:solidFill>
                <a:latin typeface="Noto Sans JP"/>
                <a:ea typeface="Noto Sans JP"/>
                <a:cs typeface="Noto Sans JP"/>
              </a:defRPr>
            </a:pPr>
            <a:r>
              <a:rPr sz="5700" b="1">
                <a:solidFill>
                  <a:srgbClr val="182E65"/>
                </a:solidFill>
                <a:latin typeface="Noto Sans JP"/>
                <a:ea typeface="Noto Sans JP"/>
                <a:cs typeface="Noto Sans JP"/>
              </a:rPr>
              <a:t>24％増</a:t>
            </a:r>
          </a:p>
        </p:txBody>
      </p:sp>
      <p:sp>
        <p:nvSpPr>
          <p:cNvPr id="8" name="増加率が1.5〜2倍の場合">
            <a:extLst xmlns:a="http://schemas.openxmlformats.org/drawingml/2006/main">
              <a:ext uri="{FF2B5EF4-FFF2-40B4-BE49-F238E27FC236}">
                <a16:creationId xmlns:a16="http://schemas.microsoft.com/office/drawing/2014/main" id="{6C09559E-6712-4090-BC61-3E382A41928F}"/>
              </a:ext>
            </a:extLst>
          </p:cNvPr>
          <p:cNvSpPr>
            <a:spLocks xmlns:a="http://schemas.openxmlformats.org/drawingml/2006/main" noGrp="1"/>
          </p:cNvSpPr>
          <p:nvPr/>
        </p:nvSpPr>
        <p:spPr>
          <a:xfrm xmlns:a="http://schemas.openxmlformats.org/drawingml/2006/main">
            <a:off x="6477000" y="2085975"/>
            <a:ext cx="5105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A78025"/>
                </a:solidFill>
                <a:latin typeface="Noto Sans JP"/>
                <a:ea typeface="Noto Sans JP"/>
                <a:cs typeface="Noto Sans JP"/>
              </a:defRPr>
            </a:defPPr>
          </a:lstStyle>
          <a:p xmlns:a="http://schemas.openxmlformats.org/drawingml/2006/main">
            <a:pPr algn="l">
              <a:defRPr sz="1875" b="1">
                <a:solidFill>
                  <a:srgbClr val="A78025"/>
                </a:solidFill>
                <a:latin typeface="Noto Sans JP"/>
                <a:ea typeface="Noto Sans JP"/>
                <a:cs typeface="Noto Sans JP"/>
              </a:defRPr>
            </a:pPr>
            <a:r>
              <a:rPr sz="1875" b="1">
                <a:solidFill>
                  <a:srgbClr val="A78025"/>
                </a:solidFill>
                <a:latin typeface="Noto Sans JP"/>
                <a:ea typeface="Noto Sans JP"/>
                <a:cs typeface="Noto Sans JP"/>
              </a:rPr>
              <a:t>増加率が1.5〜2倍の場合</a:t>
            </a:r>
          </a:p>
        </p:txBody>
      </p:sp>
      <p:sp>
        <p:nvSpPr>
          <p:cNvPr id="9" name="36〜48％増">
            <a:extLst xmlns:a="http://schemas.openxmlformats.org/drawingml/2006/main">
              <a:ext uri="{FF2B5EF4-FFF2-40B4-BE49-F238E27FC236}">
                <a16:creationId xmlns:a16="http://schemas.microsoft.com/office/drawing/2014/main" id="{34B5312C-DADA-448D-A2FA-852D8B8A3490}"/>
              </a:ext>
            </a:extLst>
          </p:cNvPr>
          <p:cNvSpPr>
            <a:spLocks xmlns:a="http://schemas.openxmlformats.org/drawingml/2006/main" noGrp="1"/>
          </p:cNvSpPr>
          <p:nvPr/>
        </p:nvSpPr>
        <p:spPr>
          <a:xfrm xmlns:a="http://schemas.openxmlformats.org/drawingml/2006/main">
            <a:off x="6477000" y="2705100"/>
            <a:ext cx="5105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75" b="1">
                <a:solidFill>
                  <a:srgbClr val="A78025"/>
                </a:solidFill>
                <a:latin typeface="Noto Sans JP"/>
                <a:ea typeface="Noto Sans JP"/>
                <a:cs typeface="Noto Sans JP"/>
              </a:defRPr>
            </a:defPPr>
          </a:lstStyle>
          <a:p xmlns:a="http://schemas.openxmlformats.org/drawingml/2006/main">
            <a:pPr algn="l">
              <a:defRPr sz="5175" b="1">
                <a:solidFill>
                  <a:srgbClr val="A78025"/>
                </a:solidFill>
                <a:latin typeface="Noto Sans JP"/>
                <a:ea typeface="Noto Sans JP"/>
                <a:cs typeface="Noto Sans JP"/>
              </a:defRPr>
            </a:pPr>
            <a:r>
              <a:rPr sz="5175" b="1">
                <a:solidFill>
                  <a:srgbClr val="A78025"/>
                </a:solidFill>
                <a:latin typeface="Noto Sans JP"/>
                <a:ea typeface="Noto Sans JP"/>
                <a:cs typeface="Noto Sans JP"/>
              </a:rPr>
              <a:t>36〜48％増</a:t>
            </a:r>
          </a:p>
        </p:txBody>
      </p:sp>
      <p:sp>
        <p:nvSpPr>
          <p:cNvPr id="10" name="導入前100を基準に、124">
            <a:extLst xmlns:a="http://schemas.openxmlformats.org/drawingml/2006/main">
              <a:ext uri="{FF2B5EF4-FFF2-40B4-BE49-F238E27FC236}">
                <a16:creationId xmlns:a16="http://schemas.microsoft.com/office/drawing/2014/main" id="{8FCED254-C5D7-4262-991C-AB261F543034}"/>
              </a:ext>
            </a:extLst>
          </p:cNvPr>
          <p:cNvSpPr>
            <a:spLocks xmlns:a="http://schemas.openxmlformats.org/drawingml/2006/main" noGrp="1"/>
          </p:cNvSpPr>
          <p:nvPr/>
        </p:nvSpPr>
        <p:spPr>
          <a:xfrm xmlns:a="http://schemas.openxmlformats.org/drawingml/2006/main">
            <a:off x="609600" y="4019550"/>
            <a:ext cx="5000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172943"/>
                </a:solidFill>
                <a:latin typeface="Noto Sans JP"/>
                <a:ea typeface="Noto Sans JP"/>
                <a:cs typeface="Noto Sans JP"/>
              </a:defRPr>
            </a:defPPr>
          </a:lstStyle>
          <a:p xmlns:a="http://schemas.openxmlformats.org/drawingml/2006/main">
            <a:pPr algn="l">
              <a:defRPr sz="2100" b="0">
                <a:solidFill>
                  <a:srgbClr val="172943"/>
                </a:solidFill>
                <a:latin typeface="Noto Sans JP"/>
                <a:ea typeface="Noto Sans JP"/>
                <a:cs typeface="Noto Sans JP"/>
              </a:defRPr>
            </a:pPr>
            <a:r>
              <a:rPr sz="2100" b="0">
                <a:solidFill>
                  <a:srgbClr val="172943"/>
                </a:solidFill>
                <a:latin typeface="Noto Sans JP"/>
                <a:ea typeface="Noto Sans JP"/>
                <a:cs typeface="Noto Sans JP"/>
              </a:rPr>
              <a:t>導入前100を基準に、124</a:t>
            </a:r>
          </a:p>
        </p:txBody>
      </p:sp>
      <p:sp>
        <p:nvSpPr>
          <p:cNvPr id="11" name="導入前100を基準に、136〜148">
            <a:extLst xmlns:a="http://schemas.openxmlformats.org/drawingml/2006/main">
              <a:ext uri="{FF2B5EF4-FFF2-40B4-BE49-F238E27FC236}">
                <a16:creationId xmlns:a16="http://schemas.microsoft.com/office/drawing/2014/main" id="{93CA1782-3498-4DC3-9312-BF2C77EF46D9}"/>
              </a:ext>
            </a:extLst>
          </p:cNvPr>
          <p:cNvSpPr>
            <a:spLocks xmlns:a="http://schemas.openxmlformats.org/drawingml/2006/main" noGrp="1"/>
          </p:cNvSpPr>
          <p:nvPr/>
        </p:nvSpPr>
        <p:spPr>
          <a:xfrm xmlns:a="http://schemas.openxmlformats.org/drawingml/2006/main">
            <a:off x="6477000" y="4019550"/>
            <a:ext cx="5105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172943"/>
                </a:solidFill>
                <a:latin typeface="Noto Sans JP"/>
                <a:ea typeface="Noto Sans JP"/>
                <a:cs typeface="Noto Sans JP"/>
              </a:defRPr>
            </a:defPPr>
          </a:lstStyle>
          <a:p xmlns:a="http://schemas.openxmlformats.org/drawingml/2006/main">
            <a:pPr algn="l">
              <a:defRPr sz="2025" b="0">
                <a:solidFill>
                  <a:srgbClr val="172943"/>
                </a:solidFill>
                <a:latin typeface="Noto Sans JP"/>
                <a:ea typeface="Noto Sans JP"/>
                <a:cs typeface="Noto Sans JP"/>
              </a:defRPr>
            </a:pPr>
            <a:r>
              <a:rPr sz="2025" b="0">
                <a:solidFill>
                  <a:srgbClr val="172943"/>
                </a:solidFill>
                <a:latin typeface="Noto Sans JP"/>
                <a:ea typeface="Noto Sans JP"/>
                <a:cs typeface="Noto Sans JP"/>
              </a:rPr>
              <a:t>導入前100を基準に、136〜148</a:t>
            </a:r>
          </a:p>
        </p:txBody>
      </p:sp>
      <p:sp>
        <p:nvSpPr>
          <p:cNvPr id="12" name="">
            <a:extLst xmlns:a="http://schemas.openxmlformats.org/drawingml/2006/main">
              <a:ext uri="{FF2B5EF4-FFF2-40B4-BE49-F238E27FC236}">
                <a16:creationId xmlns:a16="http://schemas.microsoft.com/office/drawing/2014/main" id="{DA408AB7-B864-4CC1-A5ED-49A604E14257}"/>
              </a:ext>
            </a:extLst>
          </p:cNvPr>
          <p:cNvSpPr>
            <a:spLocks xmlns:a="http://schemas.openxmlformats.org/drawingml/2006/main" noGrp="1"/>
          </p:cNvSpPr>
          <p:nvPr/>
        </p:nvSpPr>
        <p:spPr>
          <a:xfrm xmlns:a="http://schemas.openxmlformats.org/drawingml/2006/main">
            <a:off x="609600" y="4752975"/>
            <a:ext cx="10972800" cy="38100"/>
          </a:xfrm>
          <a:prstGeom xmlns:a="http://schemas.openxmlformats.org/drawingml/2006/main" prst="rect">
            <a:avLst/>
          </a:prstGeom>
          <a:solidFill xmlns:a="http://schemas.openxmlformats.org/drawingml/2006/main">
            <a:srgbClr val="E7C766"/>
          </a:solidFill>
          <a:ln xmlns:a="http://schemas.openxmlformats.org/drawingml/2006/main" w="0">
            <a:noFill/>
          </a:ln>
        </p:spPr>
      </p:sp>
      <p:sp>
        <p:nvSpPr>
          <p:cNvPr id="13" name="AI検索が広がる中で、さらに伸びる可能性を検証。">
            <a:extLst xmlns:a="http://schemas.openxmlformats.org/drawingml/2006/main">
              <a:ext uri="{FF2B5EF4-FFF2-40B4-BE49-F238E27FC236}">
                <a16:creationId xmlns:a16="http://schemas.microsoft.com/office/drawing/2014/main" id="{84DFAFE6-69C3-40FA-969B-D1DBC5389F77}"/>
              </a:ext>
            </a:extLst>
          </p:cNvPr>
          <p:cNvSpPr>
            <a:spLocks xmlns:a="http://schemas.openxmlformats.org/drawingml/2006/main" noGrp="1"/>
          </p:cNvSpPr>
          <p:nvPr/>
        </p:nvSpPr>
        <p:spPr>
          <a:xfrm xmlns:a="http://schemas.openxmlformats.org/drawingml/2006/main">
            <a:off x="609600" y="50768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1">
                <a:solidFill>
                  <a:srgbClr val="182E65"/>
                </a:solidFill>
                <a:latin typeface="Noto Sans JP"/>
                <a:ea typeface="Noto Sans JP"/>
                <a:cs typeface="Noto Sans JP"/>
              </a:defRPr>
            </a:defPPr>
          </a:lstStyle>
          <a:p xmlns:a="http://schemas.openxmlformats.org/drawingml/2006/main">
            <a:pPr algn="l">
              <a:defRPr sz="2325" b="1">
                <a:solidFill>
                  <a:srgbClr val="182E65"/>
                </a:solidFill>
                <a:latin typeface="Noto Sans JP"/>
                <a:ea typeface="Noto Sans JP"/>
                <a:cs typeface="Noto Sans JP"/>
              </a:defRPr>
            </a:pPr>
            <a:r>
              <a:rPr sz="2325" b="1">
                <a:solidFill>
                  <a:srgbClr val="182E65"/>
                </a:solidFill>
                <a:latin typeface="Noto Sans JP"/>
                <a:ea typeface="Noto Sans JP"/>
                <a:cs typeface="Noto Sans JP"/>
              </a:rPr>
              <a:t>AI検索が広がる中で、さらに伸びる可能性を検証。</a:t>
            </a:r>
          </a:p>
        </p:txBody>
      </p:sp>
      <p:sp>
        <p:nvSpPr>
          <p:cNvPr id="14" name="試算条件：増加分の主因がAI経由で、検索・引用・送客・成約効率と広告・営業条件が同じと仮定">
            <a:extLst xmlns:a="http://schemas.openxmlformats.org/drawingml/2006/main">
              <a:ext uri="{FF2B5EF4-FFF2-40B4-BE49-F238E27FC236}">
                <a16:creationId xmlns:a16="http://schemas.microsoft.com/office/drawing/2014/main" id="{CBDD0FD8-0C97-47CE-98D2-7B452195B39F}"/>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試算条件：増加分の主因がAI経由で、検索・引用・送客・成約効率と広告・営業条件が同じと仮定。</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事例のAI寄与は未計測です。1.5〜2倍は当社の仮説で、成果・到達時期の保証ではありません。</a:t>
            </a:r>
          </a:p>
        </p:txBody>
      </p:sp>
    </p:spTree>
    <p:extLst>
      <p:ext uri="{BB962C8B-B14F-4D97-AF65-F5344CB8AC3E}">
        <p14:creationId xmlns:p14="http://schemas.microsoft.com/office/powerpoint/2010/main" val="31415296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C8782AD5-74DD-41FF-A45D-EB02B2852B7E}"/>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05  料金とお支払い方法</a:t>
            </a:r>
          </a:p>
        </p:txBody>
      </p:sp>
      <p:sp>
        <p:nvSpPr>
          <p:cNvPr id="2" name="title">
            <a:extLst xmlns:a="http://schemas.openxmlformats.org/drawingml/2006/main">
              <a:ext uri="{FF2B5EF4-FFF2-40B4-BE49-F238E27FC236}">
                <a16:creationId xmlns:a16="http://schemas.microsoft.com/office/drawing/2014/main" id="{A86CEA96-F4E5-4941-8C7E-BE380FC58C8A}"/>
              </a:ext>
            </a:extLst>
          </p:cNvPr>
          <p:cNvSpPr>
            <a:spLocks xmlns:a="http://schemas.openxmlformats.org/drawingml/2006/main" noGrp="1"/>
          </p:cNvSpPr>
          <p:nvPr/>
        </p:nvSpPr>
        <p:spPr>
          <a:xfrm xmlns:a="http://schemas.openxmlformats.org/drawingml/2006/main">
            <a:off x="609600" y="781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92F66"/>
                </a:solidFill>
                <a:latin typeface="Noto Sans JP"/>
                <a:ea typeface="Noto Sans JP"/>
                <a:cs typeface="Noto Sans JP"/>
              </a:defRPr>
            </a:defPPr>
            <a:lvl1pPr algn="l">
              <a:defRPr sz="3150" b="1">
                <a:solidFill>
                  <a:srgbClr val="192F66"/>
                </a:solidFill>
                <a:latin typeface="Noto Sans JP"/>
                <a:ea typeface="Noto Sans JP"/>
                <a:cs typeface="Noto Sans JP"/>
              </a:defRPr>
            </a:lvl1pPr>
            <a:lvl2pPr algn="l">
              <a:defRPr sz="3150" b="1">
                <a:solidFill>
                  <a:srgbClr val="192F66"/>
                </a:solidFill>
                <a:latin typeface="Noto Sans JP"/>
                <a:ea typeface="Noto Sans JP"/>
                <a:cs typeface="Noto Sans JP"/>
              </a:defRPr>
            </a:lvl2pPr>
            <a:lvl3pPr algn="l">
              <a:defRPr sz="3150" b="1">
                <a:solidFill>
                  <a:srgbClr val="192F66"/>
                </a:solidFill>
                <a:latin typeface="Noto Sans JP"/>
                <a:ea typeface="Noto Sans JP"/>
                <a:cs typeface="Noto Sans JP"/>
              </a:defRPr>
            </a:lvl3pPr>
            <a:lvl4pPr algn="l">
              <a:defRPr sz="3150" b="1">
                <a:solidFill>
                  <a:srgbClr val="192F66"/>
                </a:solidFill>
                <a:latin typeface="Noto Sans JP"/>
                <a:ea typeface="Noto Sans JP"/>
                <a:cs typeface="Noto Sans JP"/>
              </a:defRPr>
            </a:lvl4pPr>
            <a:lvl5pPr algn="l">
              <a:defRPr sz="3150" b="1">
                <a:solidFill>
                  <a:srgbClr val="192F66"/>
                </a:solidFill>
                <a:latin typeface="Noto Sans JP"/>
                <a:ea typeface="Noto Sans JP"/>
                <a:cs typeface="Noto Sans JP"/>
              </a:defRPr>
            </a:lvl5pPr>
            <a:lvl6pPr algn="l">
              <a:defRPr sz="3150" b="1">
                <a:solidFill>
                  <a:srgbClr val="192F66"/>
                </a:solidFill>
                <a:latin typeface="Noto Sans JP"/>
                <a:ea typeface="Noto Sans JP"/>
                <a:cs typeface="Noto Sans JP"/>
              </a:defRPr>
            </a:lvl6pPr>
            <a:lvl7pPr algn="l">
              <a:defRPr sz="3150" b="1">
                <a:solidFill>
                  <a:srgbClr val="192F66"/>
                </a:solidFill>
                <a:latin typeface="Noto Sans JP"/>
                <a:ea typeface="Noto Sans JP"/>
                <a:cs typeface="Noto Sans JP"/>
              </a:defRPr>
            </a:lvl7pPr>
            <a:lvl8pPr algn="l">
              <a:defRPr sz="3150" b="1">
                <a:solidFill>
                  <a:srgbClr val="192F66"/>
                </a:solidFill>
                <a:latin typeface="Noto Sans JP"/>
                <a:ea typeface="Noto Sans JP"/>
                <a:cs typeface="Noto Sans JP"/>
              </a:defRPr>
            </a:lvl8pPr>
            <a:lvl9pPr algn="l">
              <a:defRPr sz="3150" b="1">
                <a:solidFill>
                  <a:srgbClr val="192F66"/>
                </a:solidFill>
                <a:latin typeface="Noto Sans JP"/>
                <a:ea typeface="Noto Sans JP"/>
                <a:cs typeface="Noto Sans JP"/>
              </a:defRPr>
            </a:lvl9pPr>
          </a:lstStyle>
          <a:p xmlns:a="http://schemas.openxmlformats.org/drawingml/2006/main">
            <a:pPr algn="l">
              <a:defRPr sz="3150" b="1">
                <a:solidFill>
                  <a:srgbClr val="192F66"/>
                </a:solidFill>
                <a:latin typeface="Noto Sans JP"/>
                <a:ea typeface="Noto Sans JP"/>
                <a:cs typeface="Noto Sans JP"/>
              </a:defRPr>
            </a:pPr>
            <a:r>
              <a:rPr sz="3150" b="1">
                <a:solidFill>
                  <a:srgbClr val="192F66"/>
                </a:solidFill>
                <a:latin typeface="Noto Sans JP"/>
                <a:ea typeface="Noto Sans JP"/>
                <a:cs typeface="Noto Sans JP"/>
              </a:rPr>
              <a:t>年間一括払いなら、全プラン2か月分無料</a:t>
            </a:r>
          </a:p>
        </p:txBody>
      </p:sp>
      <p:sp>
        <p:nvSpPr>
          <p:cNvPr id="3" name="footer-rule">
            <a:extLst xmlns:a="http://schemas.openxmlformats.org/drawingml/2006/main">
              <a:ext uri="{FF2B5EF4-FFF2-40B4-BE49-F238E27FC236}">
                <a16:creationId xmlns:a16="http://schemas.microsoft.com/office/drawing/2014/main" id="{F95D9972-7D1A-4F14-B376-F143E256CB8A}"/>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B91F36B2-EC6E-4461-AADA-CDC973F17C2E}"/>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F179436E-B786-43CF-A7A9-60753C0DD9EA}"/>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92F66"/>
                </a:solidFill>
                <a:latin typeface="Noto Sans JP"/>
                <a:ea typeface="Noto Sans JP"/>
                <a:cs typeface="Noto Sans JP"/>
              </a:defRPr>
            </a:defPPr>
            <a:lvl1pPr algn="r">
              <a:defRPr sz="1350" b="1">
                <a:solidFill>
                  <a:srgbClr val="192F66"/>
                </a:solidFill>
                <a:latin typeface="Noto Sans JP"/>
                <a:ea typeface="Noto Sans JP"/>
                <a:cs typeface="Noto Sans JP"/>
              </a:defRPr>
            </a:lvl1pPr>
            <a:lvl2pPr algn="r">
              <a:defRPr sz="1350" b="1">
                <a:solidFill>
                  <a:srgbClr val="192F66"/>
                </a:solidFill>
                <a:latin typeface="Noto Sans JP"/>
                <a:ea typeface="Noto Sans JP"/>
                <a:cs typeface="Noto Sans JP"/>
              </a:defRPr>
            </a:lvl2pPr>
            <a:lvl3pPr algn="r">
              <a:defRPr sz="1350" b="1">
                <a:solidFill>
                  <a:srgbClr val="192F66"/>
                </a:solidFill>
                <a:latin typeface="Noto Sans JP"/>
                <a:ea typeface="Noto Sans JP"/>
                <a:cs typeface="Noto Sans JP"/>
              </a:defRPr>
            </a:lvl3pPr>
            <a:lvl4pPr algn="r">
              <a:defRPr sz="1350" b="1">
                <a:solidFill>
                  <a:srgbClr val="192F66"/>
                </a:solidFill>
                <a:latin typeface="Noto Sans JP"/>
                <a:ea typeface="Noto Sans JP"/>
                <a:cs typeface="Noto Sans JP"/>
              </a:defRPr>
            </a:lvl4pPr>
            <a:lvl5pPr algn="r">
              <a:defRPr sz="1350" b="1">
                <a:solidFill>
                  <a:srgbClr val="192F66"/>
                </a:solidFill>
                <a:latin typeface="Noto Sans JP"/>
                <a:ea typeface="Noto Sans JP"/>
                <a:cs typeface="Noto Sans JP"/>
              </a:defRPr>
            </a:lvl5pPr>
            <a:lvl6pPr algn="r">
              <a:defRPr sz="1350" b="1">
                <a:solidFill>
                  <a:srgbClr val="192F66"/>
                </a:solidFill>
                <a:latin typeface="Noto Sans JP"/>
                <a:ea typeface="Noto Sans JP"/>
                <a:cs typeface="Noto Sans JP"/>
              </a:defRPr>
            </a:lvl6pPr>
            <a:lvl7pPr algn="r">
              <a:defRPr sz="1350" b="1">
                <a:solidFill>
                  <a:srgbClr val="192F66"/>
                </a:solidFill>
                <a:latin typeface="Noto Sans JP"/>
                <a:ea typeface="Noto Sans JP"/>
                <a:cs typeface="Noto Sans JP"/>
              </a:defRPr>
            </a:lvl7pPr>
            <a:lvl8pPr algn="r">
              <a:defRPr sz="1350" b="1">
                <a:solidFill>
                  <a:srgbClr val="192F66"/>
                </a:solidFill>
                <a:latin typeface="Noto Sans JP"/>
                <a:ea typeface="Noto Sans JP"/>
                <a:cs typeface="Noto Sans JP"/>
              </a:defRPr>
            </a:lvl8pPr>
            <a:lvl9pPr algn="r">
              <a:defRPr sz="1350" b="1">
                <a:solidFill>
                  <a:srgbClr val="192F66"/>
                </a:solidFill>
                <a:latin typeface="Noto Sans JP"/>
                <a:ea typeface="Noto Sans JP"/>
                <a:cs typeface="Noto Sans JP"/>
              </a:defRPr>
            </a:lvl9pPr>
          </a:lstStyle>
          <a:p xmlns:a="http://schemas.openxmlformats.org/drawingml/2006/main">
            <a:pPr algn="r">
              <a:defRPr sz="1350" b="1">
                <a:solidFill>
                  <a:srgbClr val="192F66"/>
                </a:solidFill>
                <a:latin typeface="Noto Sans JP"/>
                <a:ea typeface="Noto Sans JP"/>
                <a:cs typeface="Noto Sans JP"/>
              </a:defRPr>
            </a:pPr>
            <a:r>
              <a:rPr sz="1350" b="1">
                <a:solidFill>
                  <a:srgbClr val="192F66"/>
                </a:solidFill>
                <a:latin typeface="Noto Sans JP"/>
                <a:ea typeface="Noto Sans JP"/>
                <a:cs typeface="Noto Sans JP"/>
              </a:rPr>
              <a:t>38</a:t>
            </a:r>
          </a:p>
        </p:txBody>
      </p:sp>
      <p:sp>
        <p:nvSpPr>
          <p:cNvPr id="6" name="support">
            <a:extLst xmlns:a="http://schemas.openxmlformats.org/drawingml/2006/main">
              <a:ext uri="{FF2B5EF4-FFF2-40B4-BE49-F238E27FC236}">
                <a16:creationId xmlns:a16="http://schemas.microsoft.com/office/drawing/2014/main" id="{DF2DB8F6-050B-410E-A135-B04CB6DDAC16}"/>
              </a:ext>
            </a:extLst>
          </p:cNvPr>
          <p:cNvSpPr>
            <a:spLocks xmlns:a="http://schemas.openxmlformats.org/drawingml/2006/main" noGrp="1"/>
          </p:cNvSpPr>
          <p:nvPr/>
        </p:nvSpPr>
        <p:spPr>
          <a:xfrm xmlns:a="http://schemas.openxmlformats.org/drawingml/2006/main">
            <a:off x="609600" y="14763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526078"/>
                </a:solidFill>
                <a:latin typeface="Noto Sans JP"/>
                <a:ea typeface="Noto Sans JP"/>
                <a:cs typeface="Noto Sans JP"/>
              </a:defRPr>
            </a:defPPr>
            <a:lvl1pPr algn="l">
              <a:defRPr sz="1650" b="0">
                <a:solidFill>
                  <a:srgbClr val="526078"/>
                </a:solidFill>
                <a:latin typeface="Noto Sans JP"/>
                <a:ea typeface="Noto Sans JP"/>
                <a:cs typeface="Noto Sans JP"/>
              </a:defRPr>
            </a:lvl1pPr>
            <a:lvl2pPr algn="l">
              <a:defRPr sz="1650" b="0">
                <a:solidFill>
                  <a:srgbClr val="526078"/>
                </a:solidFill>
                <a:latin typeface="Noto Sans JP"/>
                <a:ea typeface="Noto Sans JP"/>
                <a:cs typeface="Noto Sans JP"/>
              </a:defRPr>
            </a:lvl2pPr>
            <a:lvl3pPr algn="l">
              <a:defRPr sz="1650" b="0">
                <a:solidFill>
                  <a:srgbClr val="526078"/>
                </a:solidFill>
                <a:latin typeface="Noto Sans JP"/>
                <a:ea typeface="Noto Sans JP"/>
                <a:cs typeface="Noto Sans JP"/>
              </a:defRPr>
            </a:lvl3pPr>
            <a:lvl4pPr algn="l">
              <a:defRPr sz="1650" b="0">
                <a:solidFill>
                  <a:srgbClr val="526078"/>
                </a:solidFill>
                <a:latin typeface="Noto Sans JP"/>
                <a:ea typeface="Noto Sans JP"/>
                <a:cs typeface="Noto Sans JP"/>
              </a:defRPr>
            </a:lvl4pPr>
            <a:lvl5pPr algn="l">
              <a:defRPr sz="1650" b="0">
                <a:solidFill>
                  <a:srgbClr val="526078"/>
                </a:solidFill>
                <a:latin typeface="Noto Sans JP"/>
                <a:ea typeface="Noto Sans JP"/>
                <a:cs typeface="Noto Sans JP"/>
              </a:defRPr>
            </a:lvl5pPr>
            <a:lvl6pPr algn="l">
              <a:defRPr sz="1650" b="0">
                <a:solidFill>
                  <a:srgbClr val="526078"/>
                </a:solidFill>
                <a:latin typeface="Noto Sans JP"/>
                <a:ea typeface="Noto Sans JP"/>
                <a:cs typeface="Noto Sans JP"/>
              </a:defRPr>
            </a:lvl6pPr>
            <a:lvl7pPr algn="l">
              <a:defRPr sz="1650" b="0">
                <a:solidFill>
                  <a:srgbClr val="526078"/>
                </a:solidFill>
                <a:latin typeface="Noto Sans JP"/>
                <a:ea typeface="Noto Sans JP"/>
                <a:cs typeface="Noto Sans JP"/>
              </a:defRPr>
            </a:lvl7pPr>
            <a:lvl8pPr algn="l">
              <a:defRPr sz="1650" b="0">
                <a:solidFill>
                  <a:srgbClr val="526078"/>
                </a:solidFill>
                <a:latin typeface="Noto Sans JP"/>
                <a:ea typeface="Noto Sans JP"/>
                <a:cs typeface="Noto Sans JP"/>
              </a:defRPr>
            </a:lvl8pPr>
            <a:lvl9pPr algn="l">
              <a:defRPr sz="1650" b="0">
                <a:solidFill>
                  <a:srgbClr val="526078"/>
                </a:solidFill>
                <a:latin typeface="Noto Sans JP"/>
                <a:ea typeface="Noto Sans JP"/>
                <a:cs typeface="Noto Sans JP"/>
              </a:defRPr>
            </a:lvl9pPr>
          </a:lstStyle>
          <a:p xmlns:a="http://schemas.openxmlformats.org/drawingml/2006/main">
            <a:pPr algn="l">
              <a:defRPr sz="1650" b="0">
                <a:solidFill>
                  <a:srgbClr val="526078"/>
                </a:solidFill>
                <a:latin typeface="Noto Sans JP"/>
                <a:ea typeface="Noto Sans JP"/>
                <a:cs typeface="Noto Sans JP"/>
              </a:defRPr>
            </a:pPr>
            <a:r>
              <a:rPr sz="1650" b="0">
                <a:solidFill>
                  <a:srgbClr val="526078"/>
                </a:solidFill>
                <a:latin typeface="Noto Sans JP"/>
                <a:ea typeface="Noto Sans JP"/>
                <a:cs typeface="Noto Sans JP"/>
              </a:rPr>
              <a:t>12か月分の通常総額を基準に、お支払い方法を選べます</a:t>
            </a:r>
          </a:p>
        </p:txBody>
      </p:sp>
      <p:graphicFrame>
        <p:nvGraphicFramePr>
          <p:cNvPr id="7" name="">
            <a:extLst xmlns:a="http://schemas.openxmlformats.org/drawingml/2006/main">
              <a:ext uri="{FF2B5EF4-FFF2-40B4-BE49-F238E27FC236}">
                <a16:creationId xmlns:a16="http://schemas.microsoft.com/office/drawing/2014/main" id="{9E1F9E21-46B1-4B7B-8F1C-DC6A356DA711}"/>
              </a:ext>
            </a:extLst>
          </p:cNvPr>
          <p:cNvGraphicFramePr/>
          <p:nvPr/>
        </p:nvGraphicFramePr>
        <p:xfrm>
          <a:off xmlns:a="http://schemas.openxmlformats.org/drawingml/2006/main" x="609600" y="1981200"/>
          <a:ext xmlns:a="http://schemas.openxmlformats.org/drawingml/2006/main" cx="10972800" cy="3562350"/>
        </p:xfrm>
        <a:graphic xmlns:a="http://schemas.openxmlformats.org/drawingml/2006/main">
          <a:graphicData uri="http://schemas.openxmlformats.org/drawingml/2006/table">
            <a:tbl>
              <a:tblPr firstRow="0" bandRow="0"/>
              <a:tblGrid>
                <a:gridCol w="2457450"/>
                <a:gridCol w="2647950"/>
                <a:gridCol w="2933700"/>
                <a:gridCol w="2933700"/>
              </a:tblGrid>
              <a:tr h="781050">
                <a:tc>
                  <a:txBody>
                    <a:bodyPr anchor="ctr"/>
                    <a:lstStyle/>
                    <a:p>
                      <a:pPr algn="ctr"/>
                      <a:r>
                        <a:rPr sz="1725" b="1">
                          <a:solidFill>
                            <a:srgbClr val="FFFFFF"/>
                          </a:solidFill>
                          <a:latin typeface="Noto Sans JP"/>
                          <a:ea typeface="Noto Sans JP"/>
                          <a:cs typeface="Noto Sans JP"/>
                        </a:rPr>
                        <a:t>料金・税別</a:t>
                      </a:r>
                    </a:p>
                  </a:txBody>
                  <a:tcPr marL="114300" marR="114300" marT="95250" marB="9525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92F66"/>
                    </a:solidFill>
                  </a:tcPr>
                </a:tc>
                <a:tc>
                  <a:txBody>
                    <a:bodyPr anchor="ctr"/>
                    <a:lstStyle/>
                    <a:p>
                      <a:pPr algn="ctr"/>
                      <a:r>
                        <a:rPr sz="1725" b="1">
                          <a:solidFill>
                            <a:srgbClr val="FFFFFF"/>
                          </a:solidFill>
                          <a:latin typeface="Noto Sans JP"/>
                          <a:ea typeface="Noto Sans JP"/>
                          <a:cs typeface="Noto Sans JP"/>
                        </a:rPr>
                        <a:t>指名検索</a:t>
                      </a:r>
                    </a:p>
                  </a:txBody>
                  <a:tcPr marL="114300" marR="114300" marT="95250" marB="95250" anchor="ctr">
                    <a:lnR w="9525">
                      <a:solidFill>
                        <a:srgbClr val="D8DDE5"/>
                      </a:solidFill>
                      <a:prstDash val="solid"/>
                    </a:lnR>
                    <a:lnT w="9525">
                      <a:solidFill>
                        <a:srgbClr val="D8DDE5"/>
                      </a:solidFill>
                      <a:prstDash val="solid"/>
                    </a:lnT>
                    <a:lnB w="9525">
                      <a:solidFill>
                        <a:srgbClr val="D8DDE5"/>
                      </a:solidFill>
                      <a:prstDash val="solid"/>
                    </a:lnB>
                    <a:solidFill>
                      <a:srgbClr val="192F66"/>
                    </a:solidFill>
                  </a:tcPr>
                </a:tc>
                <a:tc>
                  <a:txBody>
                    <a:bodyPr anchor="ctr"/>
                    <a:lstStyle/>
                    <a:p>
                      <a:pPr algn="ctr"/>
                      <a:r>
                        <a:rPr sz="1725" b="1">
                          <a:solidFill>
                            <a:srgbClr val="FFFFFF"/>
                          </a:solidFill>
                          <a:latin typeface="Noto Sans JP"/>
                          <a:ea typeface="Noto Sans JP"/>
                          <a:cs typeface="Noto Sans JP"/>
                        </a:rPr>
                        <a:t>基本・おすすめ</a:t>
                      </a:r>
                    </a:p>
                    <a:p>
                      <a:pPr algn="ctr"/>
                      <a:r>
                        <a:rPr sz="1725" b="1">
                          <a:solidFill>
                            <a:srgbClr val="FFFFFF"/>
                          </a:solidFill>
                          <a:latin typeface="Noto Sans JP"/>
                          <a:ea typeface="Noto Sans JP"/>
                          <a:cs typeface="Noto Sans JP"/>
                        </a:rPr>
                        <a:t>指名検索 ＋ 一般検索</a:t>
                      </a:r>
                    </a:p>
                  </a:txBody>
                  <a:tcPr marL="114300" marR="114300" marT="95250" marB="95250" anchor="ctr">
                    <a:lnR w="9525">
                      <a:solidFill>
                        <a:srgbClr val="D8DDE5"/>
                      </a:solidFill>
                      <a:prstDash val="solid"/>
                    </a:lnR>
                    <a:lnT w="9525">
                      <a:solidFill>
                        <a:srgbClr val="D8DDE5"/>
                      </a:solidFill>
                      <a:prstDash val="solid"/>
                    </a:lnT>
                    <a:lnB w="9525">
                      <a:solidFill>
                        <a:srgbClr val="D8DDE5"/>
                      </a:solidFill>
                      <a:prstDash val="solid"/>
                    </a:lnB>
                    <a:solidFill>
                      <a:srgbClr val="A78025"/>
                    </a:solidFill>
                  </a:tcPr>
                </a:tc>
                <a:tc>
                  <a:txBody>
                    <a:bodyPr anchor="ctr"/>
                    <a:lstStyle/>
                    <a:p>
                      <a:pPr algn="ctr"/>
                      <a:r>
                        <a:rPr sz="1725" b="1">
                          <a:solidFill>
                            <a:srgbClr val="FFFFFF"/>
                          </a:solidFill>
                          <a:latin typeface="Noto Sans JP"/>
                          <a:ea typeface="Noto Sans JP"/>
                          <a:cs typeface="Noto Sans JP"/>
                        </a:rPr>
                        <a:t>指名検索 ＋ 一般検索</a:t>
                      </a:r>
                    </a:p>
                    <a:p>
                      <a:pPr algn="ctr"/>
                      <a:r>
                        <a:rPr sz="1725" b="1">
                          <a:solidFill>
                            <a:srgbClr val="FFFFFF"/>
                          </a:solidFill>
                          <a:latin typeface="Noto Sans JP"/>
                          <a:ea typeface="Noto Sans JP"/>
                          <a:cs typeface="Noto Sans JP"/>
                        </a:rPr>
                        <a:t>＋ 大手ニュース年2回</a:t>
                      </a:r>
                    </a:p>
                  </a:txBody>
                  <a:tcPr marL="114300" marR="114300" marT="95250" marB="95250" anchor="ctr">
                    <a:lnR w="9525">
                      <a:solidFill>
                        <a:srgbClr val="D8DDE5"/>
                      </a:solidFill>
                      <a:prstDash val="solid"/>
                    </a:lnR>
                    <a:lnT w="9525">
                      <a:solidFill>
                        <a:srgbClr val="D8DDE5"/>
                      </a:solidFill>
                      <a:prstDash val="solid"/>
                    </a:lnT>
                    <a:lnB w="9525">
                      <a:solidFill>
                        <a:srgbClr val="D8DDE5"/>
                      </a:solidFill>
                      <a:prstDash val="solid"/>
                    </a:lnB>
                    <a:solidFill>
                      <a:srgbClr val="192F66"/>
                    </a:solidFill>
                  </a:tcPr>
                </a:tc>
              </a:tr>
              <a:tr h="857250">
                <a:tc>
                  <a:txBody>
                    <a:bodyPr anchor="ctr"/>
                    <a:lstStyle/>
                    <a:p>
                      <a:pPr algn="l"/>
                      <a:r>
                        <a:rPr sz="1725" b="1">
                          <a:solidFill>
                            <a:srgbClr val="192F66"/>
                          </a:solidFill>
                          <a:latin typeface="Noto Sans JP"/>
                          <a:ea typeface="Noto Sans JP"/>
                          <a:cs typeface="Noto Sans JP"/>
                        </a:rPr>
                        <a:t>月額払いの</a:t>
                      </a:r>
                    </a:p>
                    <a:p>
                      <a:pPr algn="l"/>
                      <a:r>
                        <a:rPr sz="1725" b="1">
                          <a:solidFill>
                            <a:srgbClr val="192F66"/>
                          </a:solidFill>
                          <a:latin typeface="Noto Sans JP"/>
                          <a:ea typeface="Noto Sans JP"/>
                          <a:cs typeface="Noto Sans JP"/>
                        </a:rPr>
                        <a:t>12か月分総額</a:t>
                      </a:r>
                    </a:p>
                  </a:txBody>
                  <a:tcPr marL="114300" marR="114300" marT="95250" marB="9525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anchor="ctr"/>
                    <a:lstStyle/>
                    <a:p>
                      <a:pPr algn="ctr">
                        <a:spcAft>
                          <a:spcPts val="2"/>
                        </a:spcAft>
                      </a:pPr>
                      <a:r>
                        <a:rPr sz="2250" b="1">
                          <a:solidFill>
                            <a:srgbClr val="192D4C"/>
                          </a:solidFill>
                          <a:latin typeface="Noto Sans JP"/>
                          <a:ea typeface="Noto Sans JP"/>
                          <a:cs typeface="Noto Sans JP"/>
                        </a:rPr>
                        <a:t>60万円</a:t>
                      </a:r>
                    </a:p>
                    <a:p>
                      <a:pPr algn="ctr"/>
                      <a:r>
                        <a:rPr sz="1350" b="0">
                          <a:solidFill>
                            <a:srgbClr val="192D4C"/>
                          </a:solidFill>
                          <a:latin typeface="Noto Sans JP"/>
                          <a:ea typeface="Noto Sans JP"/>
                          <a:cs typeface="Noto Sans JP"/>
                        </a:rPr>
                        <a:t>税込66万円</a:t>
                      </a:r>
                    </a:p>
                  </a:txBody>
                  <a:tcPr marL="114300" marR="114300" marT="95250" marB="95250" anchor="ctr">
                    <a:lnR w="9525">
                      <a:solidFill>
                        <a:srgbClr val="D8DDE5"/>
                      </a:solidFill>
                      <a:prstDash val="solid"/>
                    </a:lnR>
                    <a:lnB w="9525">
                      <a:solidFill>
                        <a:srgbClr val="D8DDE5"/>
                      </a:solidFill>
                      <a:prstDash val="solid"/>
                    </a:lnB>
                    <a:solidFill>
                      <a:srgbClr val="FFFFFF"/>
                    </a:solidFill>
                  </a:tcPr>
                </a:tc>
                <a:tc>
                  <a:txBody>
                    <a:bodyPr anchor="ctr"/>
                    <a:lstStyle/>
                    <a:p>
                      <a:pPr algn="ctr">
                        <a:spcAft>
                          <a:spcPts val="2"/>
                        </a:spcAft>
                      </a:pPr>
                      <a:r>
                        <a:rPr sz="2250" b="1">
                          <a:solidFill>
                            <a:srgbClr val="192D4C"/>
                          </a:solidFill>
                          <a:latin typeface="Noto Sans JP"/>
                          <a:ea typeface="Noto Sans JP"/>
                          <a:cs typeface="Noto Sans JP"/>
                        </a:rPr>
                        <a:t>120万円</a:t>
                      </a:r>
                    </a:p>
                    <a:p>
                      <a:pPr algn="ctr"/>
                      <a:r>
                        <a:rPr sz="1350" b="0">
                          <a:solidFill>
                            <a:srgbClr val="192D4C"/>
                          </a:solidFill>
                          <a:latin typeface="Noto Sans JP"/>
                          <a:ea typeface="Noto Sans JP"/>
                          <a:cs typeface="Noto Sans JP"/>
                        </a:rPr>
                        <a:t>税込132万円</a:t>
                      </a:r>
                    </a:p>
                  </a:txBody>
                  <a:tcPr marL="114300" marR="114300" marT="95250" marB="95250" anchor="ctr">
                    <a:lnR w="9525">
                      <a:solidFill>
                        <a:srgbClr val="D8DDE5"/>
                      </a:solidFill>
                      <a:prstDash val="solid"/>
                    </a:lnR>
                    <a:lnB w="9525">
                      <a:solidFill>
                        <a:srgbClr val="D8DDE5"/>
                      </a:solidFill>
                      <a:prstDash val="solid"/>
                    </a:lnB>
                    <a:solidFill>
                      <a:srgbClr val="F8F3E5"/>
                    </a:solidFill>
                  </a:tcPr>
                </a:tc>
                <a:tc>
                  <a:txBody>
                    <a:bodyPr anchor="ctr"/>
                    <a:lstStyle/>
                    <a:p>
                      <a:pPr algn="ctr">
                        <a:spcAft>
                          <a:spcPts val="2"/>
                        </a:spcAft>
                      </a:pPr>
                      <a:r>
                        <a:rPr sz="2250" b="1">
                          <a:solidFill>
                            <a:srgbClr val="192D4C"/>
                          </a:solidFill>
                          <a:latin typeface="Noto Sans JP"/>
                          <a:ea typeface="Noto Sans JP"/>
                          <a:cs typeface="Noto Sans JP"/>
                        </a:rPr>
                        <a:t>240万円</a:t>
                      </a:r>
                    </a:p>
                    <a:p>
                      <a:pPr algn="ctr"/>
                      <a:r>
                        <a:rPr sz="1350" b="0">
                          <a:solidFill>
                            <a:srgbClr val="192D4C"/>
                          </a:solidFill>
                          <a:latin typeface="Noto Sans JP"/>
                          <a:ea typeface="Noto Sans JP"/>
                          <a:cs typeface="Noto Sans JP"/>
                        </a:rPr>
                        <a:t>税込264万円</a:t>
                      </a:r>
                    </a:p>
                  </a:txBody>
                  <a:tcPr marL="114300" marR="114300" marT="95250" marB="95250" anchor="ctr">
                    <a:lnR w="9525">
                      <a:solidFill>
                        <a:srgbClr val="D8DDE5"/>
                      </a:solidFill>
                      <a:prstDash val="solid"/>
                    </a:lnR>
                    <a:lnB w="9525">
                      <a:solidFill>
                        <a:srgbClr val="D8DDE5"/>
                      </a:solidFill>
                      <a:prstDash val="solid"/>
                    </a:lnB>
                    <a:solidFill>
                      <a:srgbClr val="FFFFFF"/>
                    </a:solidFill>
                  </a:tcPr>
                </a:tc>
              </a:tr>
              <a:tr h="1066800">
                <a:tc>
                  <a:txBody>
                    <a:bodyPr anchor="ctr"/>
                    <a:lstStyle/>
                    <a:p>
                      <a:pPr algn="l"/>
                      <a:r>
                        <a:rPr sz="1725" b="1">
                          <a:solidFill>
                            <a:srgbClr val="192F66"/>
                          </a:solidFill>
                          <a:latin typeface="Noto Sans JP"/>
                          <a:ea typeface="Noto Sans JP"/>
                          <a:cs typeface="Noto Sans JP"/>
                        </a:rPr>
                        <a:t>年間一括払い</a:t>
                      </a:r>
                    </a:p>
                    <a:p>
                      <a:pPr algn="l"/>
                      <a:r>
                        <a:rPr sz="1725" b="1">
                          <a:solidFill>
                            <a:srgbClr val="C33830"/>
                          </a:solidFill>
                          <a:latin typeface="Noto Sans JP"/>
                          <a:ea typeface="Noto Sans JP"/>
                          <a:cs typeface="Noto Sans JP"/>
                        </a:rPr>
                        <a:t>2か月分無料</a:t>
                      </a:r>
                    </a:p>
                  </a:txBody>
                  <a:tcPr marL="114300" marR="114300" marT="95250" marB="9525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anchor="ctr"/>
                    <a:lstStyle/>
                    <a:p>
                      <a:pPr algn="ctr">
                        <a:spcAft>
                          <a:spcPts val="2"/>
                        </a:spcAft>
                      </a:pPr>
                      <a:r>
                        <a:rPr sz="2850" b="1">
                          <a:solidFill>
                            <a:srgbClr val="192F66"/>
                          </a:solidFill>
                          <a:latin typeface="Noto Sans JP"/>
                          <a:ea typeface="Noto Sans JP"/>
                          <a:cs typeface="Noto Sans JP"/>
                        </a:rPr>
                        <a:t>50万円</a:t>
                      </a:r>
                    </a:p>
                    <a:p>
                      <a:pPr algn="ctr"/>
                      <a:r>
                        <a:rPr sz="1350" b="0">
                          <a:solidFill>
                            <a:srgbClr val="192F66"/>
                          </a:solidFill>
                          <a:latin typeface="Noto Sans JP"/>
                          <a:ea typeface="Noto Sans JP"/>
                          <a:cs typeface="Noto Sans JP"/>
                        </a:rPr>
                        <a:t>税込55万円</a:t>
                      </a:r>
                    </a:p>
                  </a:txBody>
                  <a:tcPr marL="114300" marR="114300" marT="95250" marB="95250" anchor="ctr">
                    <a:lnR w="9525">
                      <a:solidFill>
                        <a:srgbClr val="D8DDE5"/>
                      </a:solidFill>
                      <a:prstDash val="solid"/>
                    </a:lnR>
                    <a:lnB w="9525">
                      <a:solidFill>
                        <a:srgbClr val="D8DDE5"/>
                      </a:solidFill>
                      <a:prstDash val="solid"/>
                    </a:lnB>
                    <a:solidFill>
                      <a:srgbClr val="EDF2F8"/>
                    </a:solidFill>
                  </a:tcPr>
                </a:tc>
                <a:tc>
                  <a:txBody>
                    <a:bodyPr anchor="ctr"/>
                    <a:lstStyle/>
                    <a:p>
                      <a:pPr algn="ctr">
                        <a:spcAft>
                          <a:spcPts val="2"/>
                        </a:spcAft>
                      </a:pPr>
                      <a:r>
                        <a:rPr sz="2850" b="1">
                          <a:solidFill>
                            <a:srgbClr val="A78025"/>
                          </a:solidFill>
                          <a:latin typeface="Noto Sans JP"/>
                          <a:ea typeface="Noto Sans JP"/>
                          <a:cs typeface="Noto Sans JP"/>
                        </a:rPr>
                        <a:t>100万円</a:t>
                      </a:r>
                    </a:p>
                    <a:p>
                      <a:pPr algn="ctr"/>
                      <a:r>
                        <a:rPr sz="1350" b="0">
                          <a:solidFill>
                            <a:srgbClr val="A78025"/>
                          </a:solidFill>
                          <a:latin typeface="Noto Sans JP"/>
                          <a:ea typeface="Noto Sans JP"/>
                          <a:cs typeface="Noto Sans JP"/>
                        </a:rPr>
                        <a:t>税込110万円</a:t>
                      </a:r>
                    </a:p>
                  </a:txBody>
                  <a:tcPr marL="114300" marR="114300" marT="95250" marB="95250" anchor="ctr">
                    <a:lnR w="9525">
                      <a:solidFill>
                        <a:srgbClr val="D8DDE5"/>
                      </a:solidFill>
                      <a:prstDash val="solid"/>
                    </a:lnR>
                    <a:lnB w="9525">
                      <a:solidFill>
                        <a:srgbClr val="D8DDE5"/>
                      </a:solidFill>
                      <a:prstDash val="solid"/>
                    </a:lnB>
                    <a:solidFill>
                      <a:srgbClr val="F5E8BE"/>
                    </a:solidFill>
                  </a:tcPr>
                </a:tc>
                <a:tc>
                  <a:txBody>
                    <a:bodyPr anchor="ctr"/>
                    <a:lstStyle/>
                    <a:p>
                      <a:pPr algn="ctr">
                        <a:spcAft>
                          <a:spcPts val="2"/>
                        </a:spcAft>
                      </a:pPr>
                      <a:r>
                        <a:rPr sz="2850" b="1">
                          <a:solidFill>
                            <a:srgbClr val="192F66"/>
                          </a:solidFill>
                          <a:latin typeface="Noto Sans JP"/>
                          <a:ea typeface="Noto Sans JP"/>
                          <a:cs typeface="Noto Sans JP"/>
                        </a:rPr>
                        <a:t>200万円</a:t>
                      </a:r>
                    </a:p>
                    <a:p>
                      <a:pPr algn="ctr"/>
                      <a:r>
                        <a:rPr sz="1350" b="0">
                          <a:solidFill>
                            <a:srgbClr val="192F66"/>
                          </a:solidFill>
                          <a:latin typeface="Noto Sans JP"/>
                          <a:ea typeface="Noto Sans JP"/>
                          <a:cs typeface="Noto Sans JP"/>
                        </a:rPr>
                        <a:t>税込220万円</a:t>
                      </a:r>
                    </a:p>
                  </a:txBody>
                  <a:tcPr marL="114300" marR="114300" marT="95250" marB="95250" anchor="ctr">
                    <a:lnR w="9525">
                      <a:solidFill>
                        <a:srgbClr val="D8DDE5"/>
                      </a:solidFill>
                      <a:prstDash val="solid"/>
                    </a:lnR>
                    <a:lnB w="9525">
                      <a:solidFill>
                        <a:srgbClr val="D8DDE5"/>
                      </a:solidFill>
                      <a:prstDash val="solid"/>
                    </a:lnB>
                    <a:solidFill>
                      <a:srgbClr val="EDF2F8"/>
                    </a:solidFill>
                  </a:tcPr>
                </a:tc>
              </a:tr>
              <a:tr h="857250">
                <a:tc>
                  <a:txBody>
                    <a:bodyPr anchor="ctr"/>
                    <a:lstStyle/>
                    <a:p>
                      <a:pPr algn="l"/>
                      <a:r>
                        <a:rPr sz="1500" b="1">
                          <a:solidFill>
                            <a:srgbClr val="192F66"/>
                          </a:solidFill>
                          <a:latin typeface="Noto Sans JP"/>
                          <a:ea typeface="Noto Sans JP"/>
                          <a:cs typeface="Noto Sans JP"/>
                        </a:rPr>
                        <a:t>月額払いも選べます</a:t>
                      </a:r>
                    </a:p>
                  </a:txBody>
                  <a:tcPr marL="114300" marR="114300" marT="95250" marB="9525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anchor="ctr"/>
                    <a:lstStyle/>
                    <a:p>
                      <a:pPr algn="ctr">
                        <a:spcAft>
                          <a:spcPts val="2"/>
                        </a:spcAft>
                      </a:pPr>
                      <a:r>
                        <a:rPr sz="2100" b="1">
                          <a:solidFill>
                            <a:srgbClr val="192D4C"/>
                          </a:solidFill>
                          <a:latin typeface="Noto Sans JP"/>
                          <a:ea typeface="Noto Sans JP"/>
                          <a:cs typeface="Noto Sans JP"/>
                        </a:rPr>
                        <a:t>月額5万円</a:t>
                      </a:r>
                    </a:p>
                    <a:p>
                      <a:pPr algn="ctr"/>
                      <a:r>
                        <a:rPr sz="1350" b="0">
                          <a:solidFill>
                            <a:srgbClr val="192D4C"/>
                          </a:solidFill>
                          <a:latin typeface="Noto Sans JP"/>
                          <a:ea typeface="Noto Sans JP"/>
                          <a:cs typeface="Noto Sans JP"/>
                        </a:rPr>
                        <a:t>税込55,000円</a:t>
                      </a:r>
                    </a:p>
                  </a:txBody>
                  <a:tcPr marL="114300" marR="114300" marT="95250" marB="95250" anchor="ctr">
                    <a:lnR w="9525">
                      <a:solidFill>
                        <a:srgbClr val="D8DDE5"/>
                      </a:solidFill>
                      <a:prstDash val="solid"/>
                    </a:lnR>
                    <a:lnB w="9525">
                      <a:solidFill>
                        <a:srgbClr val="D8DDE5"/>
                      </a:solidFill>
                      <a:prstDash val="solid"/>
                    </a:lnB>
                    <a:solidFill>
                      <a:srgbClr val="FFFFFF"/>
                    </a:solidFill>
                  </a:tcPr>
                </a:tc>
                <a:tc>
                  <a:txBody>
                    <a:bodyPr anchor="ctr"/>
                    <a:lstStyle/>
                    <a:p>
                      <a:pPr algn="ctr">
                        <a:spcAft>
                          <a:spcPts val="2"/>
                        </a:spcAft>
                      </a:pPr>
                      <a:r>
                        <a:rPr sz="2100" b="1">
                          <a:solidFill>
                            <a:srgbClr val="192D4C"/>
                          </a:solidFill>
                          <a:latin typeface="Noto Sans JP"/>
                          <a:ea typeface="Noto Sans JP"/>
                          <a:cs typeface="Noto Sans JP"/>
                        </a:rPr>
                        <a:t>月額10万円</a:t>
                      </a:r>
                    </a:p>
                    <a:p>
                      <a:pPr algn="ctr"/>
                      <a:r>
                        <a:rPr sz="1350" b="0">
                          <a:solidFill>
                            <a:srgbClr val="192D4C"/>
                          </a:solidFill>
                          <a:latin typeface="Noto Sans JP"/>
                          <a:ea typeface="Noto Sans JP"/>
                          <a:cs typeface="Noto Sans JP"/>
                        </a:rPr>
                        <a:t>税込110,000円</a:t>
                      </a:r>
                    </a:p>
                  </a:txBody>
                  <a:tcPr marL="114300" marR="114300" marT="95250" marB="95250" anchor="ctr">
                    <a:lnR w="9525">
                      <a:solidFill>
                        <a:srgbClr val="D8DDE5"/>
                      </a:solidFill>
                      <a:prstDash val="solid"/>
                    </a:lnR>
                    <a:lnB w="9525">
                      <a:solidFill>
                        <a:srgbClr val="D8DDE5"/>
                      </a:solidFill>
                      <a:prstDash val="solid"/>
                    </a:lnB>
                    <a:solidFill>
                      <a:srgbClr val="F8F3E5"/>
                    </a:solidFill>
                  </a:tcPr>
                </a:tc>
                <a:tc>
                  <a:txBody>
                    <a:bodyPr anchor="ctr"/>
                    <a:lstStyle/>
                    <a:p>
                      <a:pPr algn="ctr">
                        <a:spcAft>
                          <a:spcPts val="2"/>
                        </a:spcAft>
                      </a:pPr>
                      <a:r>
                        <a:rPr sz="2100" b="1">
                          <a:solidFill>
                            <a:srgbClr val="192D4C"/>
                          </a:solidFill>
                          <a:latin typeface="Noto Sans JP"/>
                          <a:ea typeface="Noto Sans JP"/>
                          <a:cs typeface="Noto Sans JP"/>
                        </a:rPr>
                        <a:t>月額20万円</a:t>
                      </a:r>
                    </a:p>
                    <a:p>
                      <a:pPr algn="ctr"/>
                      <a:r>
                        <a:rPr sz="1350" b="0">
                          <a:solidFill>
                            <a:srgbClr val="192D4C"/>
                          </a:solidFill>
                          <a:latin typeface="Noto Sans JP"/>
                          <a:ea typeface="Noto Sans JP"/>
                          <a:cs typeface="Noto Sans JP"/>
                        </a:rPr>
                        <a:t>税込220,000円</a:t>
                      </a:r>
                    </a:p>
                  </a:txBody>
                  <a:tcPr marL="114300" marR="114300" marT="95250" marB="95250" anchor="ctr">
                    <a:lnR w="9525">
                      <a:solidFill>
                        <a:srgbClr val="D8DDE5"/>
                      </a:solidFill>
                      <a:prstDash val="solid"/>
                    </a:lnR>
                    <a:lnB w="9525">
                      <a:solidFill>
                        <a:srgbClr val="D8DDE5"/>
                      </a:solidFill>
                      <a:prstDash val="solid"/>
                    </a:lnB>
                    <a:solidFill>
                      <a:srgbClr val="FFFFFF"/>
                    </a:solidFill>
                  </a:tcPr>
                </a:tc>
              </a:tr>
            </a:tbl>
          </a:graphicData>
        </a:graphic>
      </p:graphicFrame>
      <p:sp>
        <p:nvSpPr>
          <p:cNvPr id="8" name="annual-condition">
            <a:extLst xmlns:a="http://schemas.openxmlformats.org/drawingml/2006/main">
              <a:ext uri="{FF2B5EF4-FFF2-40B4-BE49-F238E27FC236}">
                <a16:creationId xmlns:a16="http://schemas.microsoft.com/office/drawing/2014/main" id="{57C1363F-0EA0-43FF-8417-31AC09D50DC7}"/>
              </a:ext>
            </a:extLst>
          </p:cNvPr>
          <p:cNvSpPr>
            <a:spLocks xmlns:a="http://schemas.openxmlformats.org/drawingml/2006/main" noGrp="1"/>
          </p:cNvSpPr>
          <p:nvPr/>
        </p:nvSpPr>
        <p:spPr>
          <a:xfrm xmlns:a="http://schemas.openxmlformats.org/drawingml/2006/main">
            <a:off x="609600" y="57245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rPr>
              <a:t>年間一括は12か月分の前払い。通常総額との差額は、月額料金2か月分です。</a:t>
            </a:r>
          </a:p>
        </p:txBody>
      </p:sp>
      <p:sp>
        <p:nvSpPr>
          <p:cNvPr id="9" name="monthly-contract">
            <a:extLst xmlns:a="http://schemas.openxmlformats.org/drawingml/2006/main">
              <a:ext uri="{FF2B5EF4-FFF2-40B4-BE49-F238E27FC236}">
                <a16:creationId xmlns:a16="http://schemas.microsoft.com/office/drawing/2014/main" id="{CD176F0C-AE1F-4217-9446-B75B68CC0F16}"/>
              </a:ext>
            </a:extLst>
          </p:cNvPr>
          <p:cNvSpPr>
            <a:spLocks xmlns:a="http://schemas.openxmlformats.org/drawingml/2006/main" noGrp="1"/>
          </p:cNvSpPr>
          <p:nvPr/>
        </p:nvSpPr>
        <p:spPr>
          <a:xfrm xmlns:a="http://schemas.openxmlformats.org/drawingml/2006/main">
            <a:off x="609600" y="5991225"/>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526078"/>
                </a:solidFill>
                <a:latin typeface="Noto Sans JP"/>
                <a:ea typeface="Noto Sans JP"/>
                <a:cs typeface="Noto Sans JP"/>
              </a:defRPr>
            </a:defPPr>
            <a:lvl1pPr algn="l">
              <a:defRPr sz="1125" b="0">
                <a:solidFill>
                  <a:srgbClr val="526078"/>
                </a:solidFill>
                <a:latin typeface="Noto Sans JP"/>
                <a:ea typeface="Noto Sans JP"/>
                <a:cs typeface="Noto Sans JP"/>
              </a:defRPr>
            </a:lvl1pPr>
            <a:lvl2pPr algn="l">
              <a:defRPr sz="1125" b="0">
                <a:solidFill>
                  <a:srgbClr val="526078"/>
                </a:solidFill>
                <a:latin typeface="Noto Sans JP"/>
                <a:ea typeface="Noto Sans JP"/>
                <a:cs typeface="Noto Sans JP"/>
              </a:defRPr>
            </a:lvl2pPr>
            <a:lvl3pPr algn="l">
              <a:defRPr sz="1125" b="0">
                <a:solidFill>
                  <a:srgbClr val="526078"/>
                </a:solidFill>
                <a:latin typeface="Noto Sans JP"/>
                <a:ea typeface="Noto Sans JP"/>
                <a:cs typeface="Noto Sans JP"/>
              </a:defRPr>
            </a:lvl3pPr>
            <a:lvl4pPr algn="l">
              <a:defRPr sz="1125" b="0">
                <a:solidFill>
                  <a:srgbClr val="526078"/>
                </a:solidFill>
                <a:latin typeface="Noto Sans JP"/>
                <a:ea typeface="Noto Sans JP"/>
                <a:cs typeface="Noto Sans JP"/>
              </a:defRPr>
            </a:lvl4pPr>
            <a:lvl5pPr algn="l">
              <a:defRPr sz="1125" b="0">
                <a:solidFill>
                  <a:srgbClr val="526078"/>
                </a:solidFill>
                <a:latin typeface="Noto Sans JP"/>
                <a:ea typeface="Noto Sans JP"/>
                <a:cs typeface="Noto Sans JP"/>
              </a:defRPr>
            </a:lvl5pPr>
            <a:lvl6pPr algn="l">
              <a:defRPr sz="1125" b="0">
                <a:solidFill>
                  <a:srgbClr val="526078"/>
                </a:solidFill>
                <a:latin typeface="Noto Sans JP"/>
                <a:ea typeface="Noto Sans JP"/>
                <a:cs typeface="Noto Sans JP"/>
              </a:defRPr>
            </a:lvl6pPr>
            <a:lvl7pPr algn="l">
              <a:defRPr sz="1125" b="0">
                <a:solidFill>
                  <a:srgbClr val="526078"/>
                </a:solidFill>
                <a:latin typeface="Noto Sans JP"/>
                <a:ea typeface="Noto Sans JP"/>
                <a:cs typeface="Noto Sans JP"/>
              </a:defRPr>
            </a:lvl7pPr>
            <a:lvl8pPr algn="l">
              <a:defRPr sz="1125" b="0">
                <a:solidFill>
                  <a:srgbClr val="526078"/>
                </a:solidFill>
                <a:latin typeface="Noto Sans JP"/>
                <a:ea typeface="Noto Sans JP"/>
                <a:cs typeface="Noto Sans JP"/>
              </a:defRPr>
            </a:lvl8pPr>
            <a:lvl9pPr algn="l">
              <a:defRPr sz="1125" b="0">
                <a:solidFill>
                  <a:srgbClr val="526078"/>
                </a:solidFill>
                <a:latin typeface="Noto Sans JP"/>
                <a:ea typeface="Noto Sans JP"/>
                <a:cs typeface="Noto Sans JP"/>
              </a:defRPr>
            </a:lvl9pPr>
          </a:lstStyle>
          <a:p xmlns:a="http://schemas.openxmlformats.org/drawingml/2006/main">
            <a:pPr algn="l">
              <a:defRPr sz="1125" b="0">
                <a:solidFill>
                  <a:srgbClr val="526078"/>
                </a:solidFill>
                <a:latin typeface="Noto Sans JP"/>
                <a:ea typeface="Noto Sans JP"/>
                <a:cs typeface="Noto Sans JP"/>
              </a:defRPr>
            </a:pPr>
            <a:r>
              <a:rPr sz="1125" b="0">
                <a:solidFill>
                  <a:srgbClr val="526078"/>
                </a:solidFill>
                <a:latin typeface="Noto Sans JP"/>
                <a:ea typeface="Noto Sans JP"/>
                <a:cs typeface="Noto Sans JP"/>
              </a:rPr>
              <a:t>月額払いの最低契約：5万円は1年、10万・20万円は6か月。各期間ごとに自動更新。</a:t>
            </a:r>
          </a:p>
        </p:txBody>
      </p:sp>
    </p:spTree>
    <p:extLst>
      <p:ext uri="{BB962C8B-B14F-4D97-AF65-F5344CB8AC3E}">
        <p14:creationId xmlns:p14="http://schemas.microsoft.com/office/powerpoint/2010/main" val="192757049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
            <a:extLst xmlns:a="http://schemas.openxmlformats.org/drawingml/2006/main">
              <a:ext uri="{FF2B5EF4-FFF2-40B4-BE49-F238E27FC236}">
                <a16:creationId xmlns:a16="http://schemas.microsoft.com/office/drawing/2014/main" id="{32DA1D32-837F-4491-B841-CB77CAF6ACA6}"/>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05  指名検索のブランディング</a:t>
            </a:r>
          </a:p>
        </p:txBody>
      </p:sp>
      <p:sp>
        <p:nvSpPr>
          <p:cNvPr id="2" name="title">
            <a:extLst xmlns:a="http://schemas.openxmlformats.org/drawingml/2006/main">
              <a:ext uri="{FF2B5EF4-FFF2-40B4-BE49-F238E27FC236}">
                <a16:creationId xmlns:a16="http://schemas.microsoft.com/office/drawing/2014/main" id="{4D28631F-825B-4C29-8B25-6C1F7600806A}"/>
              </a:ext>
            </a:extLst>
          </p:cNvPr>
          <p:cNvSpPr>
            <a:spLocks xmlns:a="http://schemas.openxmlformats.org/drawingml/2006/main" noGrp="1"/>
          </p:cNvSpPr>
          <p:nvPr/>
        </p:nvSpPr>
        <p:spPr>
          <a:xfrm xmlns:a="http://schemas.openxmlformats.org/drawingml/2006/main">
            <a:off x="609600" y="781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92F66"/>
                </a:solidFill>
                <a:latin typeface="Noto Sans JP"/>
                <a:ea typeface="Noto Sans JP"/>
                <a:cs typeface="Noto Sans JP"/>
              </a:defRPr>
            </a:defPPr>
            <a:lvl1pPr algn="l">
              <a:defRPr sz="3150" b="1">
                <a:solidFill>
                  <a:srgbClr val="192F66"/>
                </a:solidFill>
                <a:latin typeface="Noto Sans JP"/>
                <a:ea typeface="Noto Sans JP"/>
                <a:cs typeface="Noto Sans JP"/>
              </a:defRPr>
            </a:lvl1pPr>
            <a:lvl2pPr algn="l">
              <a:defRPr sz="3150" b="1">
                <a:solidFill>
                  <a:srgbClr val="192F66"/>
                </a:solidFill>
                <a:latin typeface="Noto Sans JP"/>
                <a:ea typeface="Noto Sans JP"/>
                <a:cs typeface="Noto Sans JP"/>
              </a:defRPr>
            </a:lvl2pPr>
            <a:lvl3pPr algn="l">
              <a:defRPr sz="3150" b="1">
                <a:solidFill>
                  <a:srgbClr val="192F66"/>
                </a:solidFill>
                <a:latin typeface="Noto Sans JP"/>
                <a:ea typeface="Noto Sans JP"/>
                <a:cs typeface="Noto Sans JP"/>
              </a:defRPr>
            </a:lvl3pPr>
            <a:lvl4pPr algn="l">
              <a:defRPr sz="3150" b="1">
                <a:solidFill>
                  <a:srgbClr val="192F66"/>
                </a:solidFill>
                <a:latin typeface="Noto Sans JP"/>
                <a:ea typeface="Noto Sans JP"/>
                <a:cs typeface="Noto Sans JP"/>
              </a:defRPr>
            </a:lvl4pPr>
            <a:lvl5pPr algn="l">
              <a:defRPr sz="3150" b="1">
                <a:solidFill>
                  <a:srgbClr val="192F66"/>
                </a:solidFill>
                <a:latin typeface="Noto Sans JP"/>
                <a:ea typeface="Noto Sans JP"/>
                <a:cs typeface="Noto Sans JP"/>
              </a:defRPr>
            </a:lvl5pPr>
            <a:lvl6pPr algn="l">
              <a:defRPr sz="3150" b="1">
                <a:solidFill>
                  <a:srgbClr val="192F66"/>
                </a:solidFill>
                <a:latin typeface="Noto Sans JP"/>
                <a:ea typeface="Noto Sans JP"/>
                <a:cs typeface="Noto Sans JP"/>
              </a:defRPr>
            </a:lvl6pPr>
            <a:lvl7pPr algn="l">
              <a:defRPr sz="3150" b="1">
                <a:solidFill>
                  <a:srgbClr val="192F66"/>
                </a:solidFill>
                <a:latin typeface="Noto Sans JP"/>
                <a:ea typeface="Noto Sans JP"/>
                <a:cs typeface="Noto Sans JP"/>
              </a:defRPr>
            </a:lvl7pPr>
            <a:lvl8pPr algn="l">
              <a:defRPr sz="3150" b="1">
                <a:solidFill>
                  <a:srgbClr val="192F66"/>
                </a:solidFill>
                <a:latin typeface="Noto Sans JP"/>
                <a:ea typeface="Noto Sans JP"/>
                <a:cs typeface="Noto Sans JP"/>
              </a:defRPr>
            </a:lvl8pPr>
            <a:lvl9pPr algn="l">
              <a:defRPr sz="3150" b="1">
                <a:solidFill>
                  <a:srgbClr val="192F66"/>
                </a:solidFill>
                <a:latin typeface="Noto Sans JP"/>
                <a:ea typeface="Noto Sans JP"/>
                <a:cs typeface="Noto Sans JP"/>
              </a:defRPr>
            </a:lvl9pPr>
          </a:lstStyle>
          <a:p xmlns:a="http://schemas.openxmlformats.org/drawingml/2006/main">
            <a:pPr algn="l">
              <a:defRPr sz="3150" b="1">
                <a:solidFill>
                  <a:srgbClr val="192F66"/>
                </a:solidFill>
                <a:latin typeface="Noto Sans JP"/>
                <a:ea typeface="Noto Sans JP"/>
                <a:cs typeface="Noto Sans JP"/>
              </a:defRPr>
            </a:pPr>
            <a:r>
              <a:rPr sz="3150" b="1">
                <a:solidFill>
                  <a:srgbClr val="192F66"/>
                </a:solidFill>
                <a:latin typeface="Noto Sans JP"/>
                <a:ea typeface="Noto Sans JP"/>
                <a:cs typeface="Noto Sans JP"/>
              </a:rPr>
              <a:t>調べられたときの信頼を、取材と情報で整える</a:t>
            </a:r>
          </a:p>
        </p:txBody>
      </p:sp>
      <p:sp>
        <p:nvSpPr>
          <p:cNvPr id="3" name="footer-rule">
            <a:extLst xmlns:a="http://schemas.openxmlformats.org/drawingml/2006/main">
              <a:ext uri="{FF2B5EF4-FFF2-40B4-BE49-F238E27FC236}">
                <a16:creationId xmlns:a16="http://schemas.microsoft.com/office/drawing/2014/main" id="{303825D4-F569-492D-AAF3-47813D0F8D7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B37F567B-26FF-4DB5-9A26-0EAFECBBA803}"/>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8A5C0C1E-DB6A-43C6-99BC-FF984A3CABBA}"/>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92F66"/>
                </a:solidFill>
                <a:latin typeface="Noto Sans JP"/>
                <a:ea typeface="Noto Sans JP"/>
                <a:cs typeface="Noto Sans JP"/>
              </a:defRPr>
            </a:defPPr>
            <a:lvl1pPr algn="r">
              <a:defRPr sz="1350" b="1">
                <a:solidFill>
                  <a:srgbClr val="192F66"/>
                </a:solidFill>
                <a:latin typeface="Noto Sans JP"/>
                <a:ea typeface="Noto Sans JP"/>
                <a:cs typeface="Noto Sans JP"/>
              </a:defRPr>
            </a:lvl1pPr>
            <a:lvl2pPr algn="r">
              <a:defRPr sz="1350" b="1">
                <a:solidFill>
                  <a:srgbClr val="192F66"/>
                </a:solidFill>
                <a:latin typeface="Noto Sans JP"/>
                <a:ea typeface="Noto Sans JP"/>
                <a:cs typeface="Noto Sans JP"/>
              </a:defRPr>
            </a:lvl2pPr>
            <a:lvl3pPr algn="r">
              <a:defRPr sz="1350" b="1">
                <a:solidFill>
                  <a:srgbClr val="192F66"/>
                </a:solidFill>
                <a:latin typeface="Noto Sans JP"/>
                <a:ea typeface="Noto Sans JP"/>
                <a:cs typeface="Noto Sans JP"/>
              </a:defRPr>
            </a:lvl3pPr>
            <a:lvl4pPr algn="r">
              <a:defRPr sz="1350" b="1">
                <a:solidFill>
                  <a:srgbClr val="192F66"/>
                </a:solidFill>
                <a:latin typeface="Noto Sans JP"/>
                <a:ea typeface="Noto Sans JP"/>
                <a:cs typeface="Noto Sans JP"/>
              </a:defRPr>
            </a:lvl4pPr>
            <a:lvl5pPr algn="r">
              <a:defRPr sz="1350" b="1">
                <a:solidFill>
                  <a:srgbClr val="192F66"/>
                </a:solidFill>
                <a:latin typeface="Noto Sans JP"/>
                <a:ea typeface="Noto Sans JP"/>
                <a:cs typeface="Noto Sans JP"/>
              </a:defRPr>
            </a:lvl5pPr>
            <a:lvl6pPr algn="r">
              <a:defRPr sz="1350" b="1">
                <a:solidFill>
                  <a:srgbClr val="192F66"/>
                </a:solidFill>
                <a:latin typeface="Noto Sans JP"/>
                <a:ea typeface="Noto Sans JP"/>
                <a:cs typeface="Noto Sans JP"/>
              </a:defRPr>
            </a:lvl6pPr>
            <a:lvl7pPr algn="r">
              <a:defRPr sz="1350" b="1">
                <a:solidFill>
                  <a:srgbClr val="192F66"/>
                </a:solidFill>
                <a:latin typeface="Noto Sans JP"/>
                <a:ea typeface="Noto Sans JP"/>
                <a:cs typeface="Noto Sans JP"/>
              </a:defRPr>
            </a:lvl7pPr>
            <a:lvl8pPr algn="r">
              <a:defRPr sz="1350" b="1">
                <a:solidFill>
                  <a:srgbClr val="192F66"/>
                </a:solidFill>
                <a:latin typeface="Noto Sans JP"/>
                <a:ea typeface="Noto Sans JP"/>
                <a:cs typeface="Noto Sans JP"/>
              </a:defRPr>
            </a:lvl8pPr>
            <a:lvl9pPr algn="r">
              <a:defRPr sz="1350" b="1">
                <a:solidFill>
                  <a:srgbClr val="192F66"/>
                </a:solidFill>
                <a:latin typeface="Noto Sans JP"/>
                <a:ea typeface="Noto Sans JP"/>
                <a:cs typeface="Noto Sans JP"/>
              </a:defRPr>
            </a:lvl9pPr>
          </a:lstStyle>
          <a:p xmlns:a="http://schemas.openxmlformats.org/drawingml/2006/main">
            <a:pPr algn="r">
              <a:defRPr sz="1350" b="1">
                <a:solidFill>
                  <a:srgbClr val="192F66"/>
                </a:solidFill>
                <a:latin typeface="Noto Sans JP"/>
                <a:ea typeface="Noto Sans JP"/>
                <a:cs typeface="Noto Sans JP"/>
              </a:defRPr>
            </a:pPr>
            <a:r>
              <a:rPr sz="1350" b="1">
                <a:solidFill>
                  <a:srgbClr val="192F66"/>
                </a:solidFill>
                <a:latin typeface="Noto Sans JP"/>
                <a:ea typeface="Noto Sans JP"/>
                <a:cs typeface="Noto Sans JP"/>
              </a:rPr>
              <a:t>39</a:t>
            </a:r>
          </a:p>
        </p:txBody>
      </p:sp>
      <p:sp>
        <p:nvSpPr>
          <p:cNvPr id="6" name="pricing-column">
            <a:extLst xmlns:a="http://schemas.openxmlformats.org/drawingml/2006/main">
              <a:ext uri="{FF2B5EF4-FFF2-40B4-BE49-F238E27FC236}">
                <a16:creationId xmlns:a16="http://schemas.microsoft.com/office/drawing/2014/main" id="{06FAFE1B-0EA0-40D7-A6C4-9CD0A0B578AC}"/>
              </a:ext>
            </a:extLst>
          </p:cNvPr>
          <p:cNvSpPr>
            <a:spLocks xmlns:a="http://schemas.openxmlformats.org/drawingml/2006/main" noGrp="1"/>
          </p:cNvSpPr>
          <p:nvPr/>
        </p:nvSpPr>
        <p:spPr>
          <a:xfrm xmlns:a="http://schemas.openxmlformats.org/drawingml/2006/main">
            <a:off x="7943850" y="1828800"/>
            <a:ext cx="3638550" cy="3562350"/>
          </a:xfrm>
          <a:prstGeom xmlns:a="http://schemas.openxmlformats.org/drawingml/2006/main" prst="rect">
            <a:avLst/>
          </a:prstGeom>
          <a:solidFill xmlns:a="http://schemas.openxmlformats.org/drawingml/2006/main">
            <a:srgbClr val="F4F6FA"/>
          </a:solidFill>
          <a:ln xmlns:a="http://schemas.openxmlformats.org/drawingml/2006/main" w="0">
            <a:noFill/>
          </a:ln>
        </p:spPr>
      </p:sp>
      <p:sp>
        <p:nvSpPr>
          <p:cNvPr id="7" name="regular-label">
            <a:extLst xmlns:a="http://schemas.openxmlformats.org/drawingml/2006/main">
              <a:ext uri="{FF2B5EF4-FFF2-40B4-BE49-F238E27FC236}">
                <a16:creationId xmlns:a16="http://schemas.microsoft.com/office/drawing/2014/main" id="{7D750787-B854-4627-9CCA-E1499E6029C9}"/>
              </a:ext>
            </a:extLst>
          </p:cNvPr>
          <p:cNvSpPr>
            <a:spLocks xmlns:a="http://schemas.openxmlformats.org/drawingml/2006/main" noGrp="1"/>
          </p:cNvSpPr>
          <p:nvPr/>
        </p:nvSpPr>
        <p:spPr>
          <a:xfrm xmlns:a="http://schemas.openxmlformats.org/drawingml/2006/main">
            <a:off x="8172450" y="201930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526078"/>
                </a:solidFill>
                <a:latin typeface="Noto Sans JP"/>
                <a:ea typeface="Noto Sans JP"/>
                <a:cs typeface="Noto Sans JP"/>
              </a:defRPr>
            </a:defPPr>
            <a:lvl1pPr algn="l">
              <a:defRPr sz="1350" b="0">
                <a:solidFill>
                  <a:srgbClr val="526078"/>
                </a:solidFill>
                <a:latin typeface="Noto Sans JP"/>
                <a:ea typeface="Noto Sans JP"/>
                <a:cs typeface="Noto Sans JP"/>
              </a:defRPr>
            </a:lvl1pPr>
            <a:lvl2pPr algn="l">
              <a:defRPr sz="1350" b="0">
                <a:solidFill>
                  <a:srgbClr val="526078"/>
                </a:solidFill>
                <a:latin typeface="Noto Sans JP"/>
                <a:ea typeface="Noto Sans JP"/>
                <a:cs typeface="Noto Sans JP"/>
              </a:defRPr>
            </a:lvl2pPr>
            <a:lvl3pPr algn="l">
              <a:defRPr sz="1350" b="0">
                <a:solidFill>
                  <a:srgbClr val="526078"/>
                </a:solidFill>
                <a:latin typeface="Noto Sans JP"/>
                <a:ea typeface="Noto Sans JP"/>
                <a:cs typeface="Noto Sans JP"/>
              </a:defRPr>
            </a:lvl3pPr>
            <a:lvl4pPr algn="l">
              <a:defRPr sz="1350" b="0">
                <a:solidFill>
                  <a:srgbClr val="526078"/>
                </a:solidFill>
                <a:latin typeface="Noto Sans JP"/>
                <a:ea typeface="Noto Sans JP"/>
                <a:cs typeface="Noto Sans JP"/>
              </a:defRPr>
            </a:lvl4pPr>
            <a:lvl5pPr algn="l">
              <a:defRPr sz="1350" b="0">
                <a:solidFill>
                  <a:srgbClr val="526078"/>
                </a:solidFill>
                <a:latin typeface="Noto Sans JP"/>
                <a:ea typeface="Noto Sans JP"/>
                <a:cs typeface="Noto Sans JP"/>
              </a:defRPr>
            </a:lvl5pPr>
            <a:lvl6pPr algn="l">
              <a:defRPr sz="1350" b="0">
                <a:solidFill>
                  <a:srgbClr val="526078"/>
                </a:solidFill>
                <a:latin typeface="Noto Sans JP"/>
                <a:ea typeface="Noto Sans JP"/>
                <a:cs typeface="Noto Sans JP"/>
              </a:defRPr>
            </a:lvl6pPr>
            <a:lvl7pPr algn="l">
              <a:defRPr sz="1350" b="0">
                <a:solidFill>
                  <a:srgbClr val="526078"/>
                </a:solidFill>
                <a:latin typeface="Noto Sans JP"/>
                <a:ea typeface="Noto Sans JP"/>
                <a:cs typeface="Noto Sans JP"/>
              </a:defRPr>
            </a:lvl7pPr>
            <a:lvl8pPr algn="l">
              <a:defRPr sz="1350" b="0">
                <a:solidFill>
                  <a:srgbClr val="526078"/>
                </a:solidFill>
                <a:latin typeface="Noto Sans JP"/>
                <a:ea typeface="Noto Sans JP"/>
                <a:cs typeface="Noto Sans JP"/>
              </a:defRPr>
            </a:lvl8pPr>
            <a:lvl9pPr algn="l">
              <a:defRPr sz="1350" b="0">
                <a:solidFill>
                  <a:srgbClr val="526078"/>
                </a:solidFill>
                <a:latin typeface="Noto Sans JP"/>
                <a:ea typeface="Noto Sans JP"/>
                <a:cs typeface="Noto Sans JP"/>
              </a:defRPr>
            </a:lvl9pPr>
          </a:lstStyle>
          <a:p xmlns:a="http://schemas.openxmlformats.org/drawingml/2006/main">
            <a:pPr algn="l">
              <a:defRPr sz="1350" b="0">
                <a:solidFill>
                  <a:srgbClr val="526078"/>
                </a:solidFill>
                <a:latin typeface="Noto Sans JP"/>
                <a:ea typeface="Noto Sans JP"/>
                <a:cs typeface="Noto Sans JP"/>
              </a:defRPr>
            </a:pPr>
            <a:r>
              <a:rPr sz="1350" b="0">
                <a:solidFill>
                  <a:srgbClr val="526078"/>
                </a:solidFill>
                <a:latin typeface="Noto Sans JP"/>
                <a:ea typeface="Noto Sans JP"/>
                <a:cs typeface="Noto Sans JP"/>
              </a:rPr>
              <a:t>月額払いの12か月分総額</a:t>
            </a:r>
          </a:p>
        </p:txBody>
      </p:sp>
      <p:sp>
        <p:nvSpPr>
          <p:cNvPr id="8" name="regular-total">
            <a:extLst xmlns:a="http://schemas.openxmlformats.org/drawingml/2006/main">
              <a:ext uri="{FF2B5EF4-FFF2-40B4-BE49-F238E27FC236}">
                <a16:creationId xmlns:a16="http://schemas.microsoft.com/office/drawing/2014/main" id="{2A167428-EE14-4575-849E-074A3B26786F}"/>
              </a:ext>
            </a:extLst>
          </p:cNvPr>
          <p:cNvSpPr>
            <a:spLocks xmlns:a="http://schemas.openxmlformats.org/drawingml/2006/main" noGrp="1"/>
          </p:cNvSpPr>
          <p:nvPr/>
        </p:nvSpPr>
        <p:spPr>
          <a:xfrm xmlns:a="http://schemas.openxmlformats.org/drawingml/2006/main">
            <a:off x="8172450" y="2333625"/>
            <a:ext cx="3181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526078"/>
                </a:solidFill>
                <a:latin typeface="Noto Sans JP"/>
                <a:ea typeface="Noto Sans JP"/>
                <a:cs typeface="Noto Sans JP"/>
              </a:defRPr>
            </a:defPPr>
            <a:lvl1pPr algn="l">
              <a:defRPr sz="2250" b="1">
                <a:solidFill>
                  <a:srgbClr val="526078"/>
                </a:solidFill>
                <a:latin typeface="Noto Sans JP"/>
                <a:ea typeface="Noto Sans JP"/>
                <a:cs typeface="Noto Sans JP"/>
              </a:defRPr>
            </a:lvl1pPr>
            <a:lvl2pPr algn="l">
              <a:defRPr sz="2250" b="1">
                <a:solidFill>
                  <a:srgbClr val="526078"/>
                </a:solidFill>
                <a:latin typeface="Noto Sans JP"/>
                <a:ea typeface="Noto Sans JP"/>
                <a:cs typeface="Noto Sans JP"/>
              </a:defRPr>
            </a:lvl2pPr>
            <a:lvl3pPr algn="l">
              <a:defRPr sz="2250" b="1">
                <a:solidFill>
                  <a:srgbClr val="526078"/>
                </a:solidFill>
                <a:latin typeface="Noto Sans JP"/>
                <a:ea typeface="Noto Sans JP"/>
                <a:cs typeface="Noto Sans JP"/>
              </a:defRPr>
            </a:lvl3pPr>
            <a:lvl4pPr algn="l">
              <a:defRPr sz="2250" b="1">
                <a:solidFill>
                  <a:srgbClr val="526078"/>
                </a:solidFill>
                <a:latin typeface="Noto Sans JP"/>
                <a:ea typeface="Noto Sans JP"/>
                <a:cs typeface="Noto Sans JP"/>
              </a:defRPr>
            </a:lvl4pPr>
            <a:lvl5pPr algn="l">
              <a:defRPr sz="2250" b="1">
                <a:solidFill>
                  <a:srgbClr val="526078"/>
                </a:solidFill>
                <a:latin typeface="Noto Sans JP"/>
                <a:ea typeface="Noto Sans JP"/>
                <a:cs typeface="Noto Sans JP"/>
              </a:defRPr>
            </a:lvl5pPr>
            <a:lvl6pPr algn="l">
              <a:defRPr sz="2250" b="1">
                <a:solidFill>
                  <a:srgbClr val="526078"/>
                </a:solidFill>
                <a:latin typeface="Noto Sans JP"/>
                <a:ea typeface="Noto Sans JP"/>
                <a:cs typeface="Noto Sans JP"/>
              </a:defRPr>
            </a:lvl6pPr>
            <a:lvl7pPr algn="l">
              <a:defRPr sz="2250" b="1">
                <a:solidFill>
                  <a:srgbClr val="526078"/>
                </a:solidFill>
                <a:latin typeface="Noto Sans JP"/>
                <a:ea typeface="Noto Sans JP"/>
                <a:cs typeface="Noto Sans JP"/>
              </a:defRPr>
            </a:lvl7pPr>
            <a:lvl8pPr algn="l">
              <a:defRPr sz="2250" b="1">
                <a:solidFill>
                  <a:srgbClr val="526078"/>
                </a:solidFill>
                <a:latin typeface="Noto Sans JP"/>
                <a:ea typeface="Noto Sans JP"/>
                <a:cs typeface="Noto Sans JP"/>
              </a:defRPr>
            </a:lvl8pPr>
            <a:lvl9pPr algn="l">
              <a:defRPr sz="2250" b="1">
                <a:solidFill>
                  <a:srgbClr val="526078"/>
                </a:solidFill>
                <a:latin typeface="Noto Sans JP"/>
                <a:ea typeface="Noto Sans JP"/>
                <a:cs typeface="Noto Sans JP"/>
              </a:defRPr>
            </a:lvl9pPr>
          </a:lstStyle>
          <a:p xmlns:a="http://schemas.openxmlformats.org/drawingml/2006/main">
            <a:pPr algn="l">
              <a:defRPr sz="2250" b="1">
                <a:solidFill>
                  <a:srgbClr val="526078"/>
                </a:solidFill>
                <a:latin typeface="Noto Sans JP"/>
                <a:ea typeface="Noto Sans JP"/>
                <a:cs typeface="Noto Sans JP"/>
              </a:defRPr>
            </a:pPr>
            <a:r>
              <a:rPr sz="2250" b="1">
                <a:solidFill>
                  <a:srgbClr val="526078"/>
                </a:solidFill>
                <a:latin typeface="Noto Sans JP"/>
                <a:ea typeface="Noto Sans JP"/>
                <a:cs typeface="Noto Sans JP"/>
              </a:rPr>
              <a:t>60万円（税別）</a:t>
            </a:r>
          </a:p>
        </p:txBody>
      </p:sp>
      <p:sp>
        <p:nvSpPr>
          <p:cNvPr id="9" name="annual-label">
            <a:extLst xmlns:a="http://schemas.openxmlformats.org/drawingml/2006/main">
              <a:ext uri="{FF2B5EF4-FFF2-40B4-BE49-F238E27FC236}">
                <a16:creationId xmlns:a16="http://schemas.microsoft.com/office/drawing/2014/main" id="{7000564A-9888-4196-B6C8-2AE38884B5C8}"/>
              </a:ext>
            </a:extLst>
          </p:cNvPr>
          <p:cNvSpPr>
            <a:spLocks xmlns:a="http://schemas.openxmlformats.org/drawingml/2006/main" noGrp="1"/>
          </p:cNvSpPr>
          <p:nvPr/>
        </p:nvSpPr>
        <p:spPr>
          <a:xfrm xmlns:a="http://schemas.openxmlformats.org/drawingml/2006/main">
            <a:off x="8172450" y="29146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192F66"/>
                </a:solidFill>
                <a:latin typeface="Noto Sans JP"/>
                <a:ea typeface="Noto Sans JP"/>
                <a:cs typeface="Noto Sans JP"/>
              </a:defRPr>
            </a:defPPr>
            <a:lvl1pPr algn="l">
              <a:defRPr sz="1575" b="1">
                <a:solidFill>
                  <a:srgbClr val="192F66"/>
                </a:solidFill>
                <a:latin typeface="Noto Sans JP"/>
                <a:ea typeface="Noto Sans JP"/>
                <a:cs typeface="Noto Sans JP"/>
              </a:defRPr>
            </a:lvl1pPr>
            <a:lvl2pPr algn="l">
              <a:defRPr sz="1575" b="1">
                <a:solidFill>
                  <a:srgbClr val="192F66"/>
                </a:solidFill>
                <a:latin typeface="Noto Sans JP"/>
                <a:ea typeface="Noto Sans JP"/>
                <a:cs typeface="Noto Sans JP"/>
              </a:defRPr>
            </a:lvl2pPr>
            <a:lvl3pPr algn="l">
              <a:defRPr sz="1575" b="1">
                <a:solidFill>
                  <a:srgbClr val="192F66"/>
                </a:solidFill>
                <a:latin typeface="Noto Sans JP"/>
                <a:ea typeface="Noto Sans JP"/>
                <a:cs typeface="Noto Sans JP"/>
              </a:defRPr>
            </a:lvl3pPr>
            <a:lvl4pPr algn="l">
              <a:defRPr sz="1575" b="1">
                <a:solidFill>
                  <a:srgbClr val="192F66"/>
                </a:solidFill>
                <a:latin typeface="Noto Sans JP"/>
                <a:ea typeface="Noto Sans JP"/>
                <a:cs typeface="Noto Sans JP"/>
              </a:defRPr>
            </a:lvl4pPr>
            <a:lvl5pPr algn="l">
              <a:defRPr sz="1575" b="1">
                <a:solidFill>
                  <a:srgbClr val="192F66"/>
                </a:solidFill>
                <a:latin typeface="Noto Sans JP"/>
                <a:ea typeface="Noto Sans JP"/>
                <a:cs typeface="Noto Sans JP"/>
              </a:defRPr>
            </a:lvl5pPr>
            <a:lvl6pPr algn="l">
              <a:defRPr sz="1575" b="1">
                <a:solidFill>
                  <a:srgbClr val="192F66"/>
                </a:solidFill>
                <a:latin typeface="Noto Sans JP"/>
                <a:ea typeface="Noto Sans JP"/>
                <a:cs typeface="Noto Sans JP"/>
              </a:defRPr>
            </a:lvl6pPr>
            <a:lvl7pPr algn="l">
              <a:defRPr sz="1575" b="1">
                <a:solidFill>
                  <a:srgbClr val="192F66"/>
                </a:solidFill>
                <a:latin typeface="Noto Sans JP"/>
                <a:ea typeface="Noto Sans JP"/>
                <a:cs typeface="Noto Sans JP"/>
              </a:defRPr>
            </a:lvl7pPr>
            <a:lvl8pPr algn="l">
              <a:defRPr sz="1575" b="1">
                <a:solidFill>
                  <a:srgbClr val="192F66"/>
                </a:solidFill>
                <a:latin typeface="Noto Sans JP"/>
                <a:ea typeface="Noto Sans JP"/>
                <a:cs typeface="Noto Sans JP"/>
              </a:defRPr>
            </a:lvl8pPr>
            <a:lvl9pPr algn="l">
              <a:defRPr sz="1575" b="1">
                <a:solidFill>
                  <a:srgbClr val="192F66"/>
                </a:solidFill>
                <a:latin typeface="Noto Sans JP"/>
                <a:ea typeface="Noto Sans JP"/>
                <a:cs typeface="Noto Sans JP"/>
              </a:defRPr>
            </a:lvl9pPr>
          </a:lstStyle>
          <a:p xmlns:a="http://schemas.openxmlformats.org/drawingml/2006/main">
            <a:pPr algn="l">
              <a:defRPr sz="1575" b="1">
                <a:solidFill>
                  <a:srgbClr val="192F66"/>
                </a:solidFill>
                <a:latin typeface="Noto Sans JP"/>
                <a:ea typeface="Noto Sans JP"/>
                <a:cs typeface="Noto Sans JP"/>
              </a:defRPr>
            </a:pPr>
            <a:r>
              <a:rPr sz="1575" b="1">
                <a:solidFill>
                  <a:srgbClr val="192F66"/>
                </a:solidFill>
                <a:latin typeface="Noto Sans JP"/>
                <a:ea typeface="Noto Sans JP"/>
                <a:cs typeface="Noto Sans JP"/>
              </a:rPr>
              <a:t>年間一括払い</a:t>
            </a:r>
          </a:p>
        </p:txBody>
      </p:sp>
      <p:sp>
        <p:nvSpPr>
          <p:cNvPr id="10" name="annual-total">
            <a:extLst xmlns:a="http://schemas.openxmlformats.org/drawingml/2006/main">
              <a:ext uri="{FF2B5EF4-FFF2-40B4-BE49-F238E27FC236}">
                <a16:creationId xmlns:a16="http://schemas.microsoft.com/office/drawing/2014/main" id="{CDE91EE8-4C10-40A4-9DE3-1586275C7F1F}"/>
              </a:ext>
            </a:extLst>
          </p:cNvPr>
          <p:cNvSpPr>
            <a:spLocks xmlns:a="http://schemas.openxmlformats.org/drawingml/2006/main" noGrp="1"/>
          </p:cNvSpPr>
          <p:nvPr/>
        </p:nvSpPr>
        <p:spPr>
          <a:xfrm xmlns:a="http://schemas.openxmlformats.org/drawingml/2006/main">
            <a:off x="8172450" y="3248025"/>
            <a:ext cx="3181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350" b="1">
                <a:solidFill>
                  <a:srgbClr val="192F66"/>
                </a:solidFill>
                <a:latin typeface="Noto Sans JP"/>
                <a:ea typeface="Noto Sans JP"/>
                <a:cs typeface="Noto Sans JP"/>
              </a:defRPr>
            </a:defPPr>
            <a:lvl1pPr algn="l">
              <a:defRPr sz="4350" b="1">
                <a:solidFill>
                  <a:srgbClr val="192F66"/>
                </a:solidFill>
                <a:latin typeface="Noto Sans JP"/>
                <a:ea typeface="Noto Sans JP"/>
                <a:cs typeface="Noto Sans JP"/>
              </a:defRPr>
            </a:lvl1pPr>
            <a:lvl2pPr algn="l">
              <a:defRPr sz="4350" b="1">
                <a:solidFill>
                  <a:srgbClr val="192F66"/>
                </a:solidFill>
                <a:latin typeface="Noto Sans JP"/>
                <a:ea typeface="Noto Sans JP"/>
                <a:cs typeface="Noto Sans JP"/>
              </a:defRPr>
            </a:lvl2pPr>
            <a:lvl3pPr algn="l">
              <a:defRPr sz="4350" b="1">
                <a:solidFill>
                  <a:srgbClr val="192F66"/>
                </a:solidFill>
                <a:latin typeface="Noto Sans JP"/>
                <a:ea typeface="Noto Sans JP"/>
                <a:cs typeface="Noto Sans JP"/>
              </a:defRPr>
            </a:lvl3pPr>
            <a:lvl4pPr algn="l">
              <a:defRPr sz="4350" b="1">
                <a:solidFill>
                  <a:srgbClr val="192F66"/>
                </a:solidFill>
                <a:latin typeface="Noto Sans JP"/>
                <a:ea typeface="Noto Sans JP"/>
                <a:cs typeface="Noto Sans JP"/>
              </a:defRPr>
            </a:lvl4pPr>
            <a:lvl5pPr algn="l">
              <a:defRPr sz="4350" b="1">
                <a:solidFill>
                  <a:srgbClr val="192F66"/>
                </a:solidFill>
                <a:latin typeface="Noto Sans JP"/>
                <a:ea typeface="Noto Sans JP"/>
                <a:cs typeface="Noto Sans JP"/>
              </a:defRPr>
            </a:lvl5pPr>
            <a:lvl6pPr algn="l">
              <a:defRPr sz="4350" b="1">
                <a:solidFill>
                  <a:srgbClr val="192F66"/>
                </a:solidFill>
                <a:latin typeface="Noto Sans JP"/>
                <a:ea typeface="Noto Sans JP"/>
                <a:cs typeface="Noto Sans JP"/>
              </a:defRPr>
            </a:lvl6pPr>
            <a:lvl7pPr algn="l">
              <a:defRPr sz="4350" b="1">
                <a:solidFill>
                  <a:srgbClr val="192F66"/>
                </a:solidFill>
                <a:latin typeface="Noto Sans JP"/>
                <a:ea typeface="Noto Sans JP"/>
                <a:cs typeface="Noto Sans JP"/>
              </a:defRPr>
            </a:lvl7pPr>
            <a:lvl8pPr algn="l">
              <a:defRPr sz="4350" b="1">
                <a:solidFill>
                  <a:srgbClr val="192F66"/>
                </a:solidFill>
                <a:latin typeface="Noto Sans JP"/>
                <a:ea typeface="Noto Sans JP"/>
                <a:cs typeface="Noto Sans JP"/>
              </a:defRPr>
            </a:lvl8pPr>
            <a:lvl9pPr algn="l">
              <a:defRPr sz="4350" b="1">
                <a:solidFill>
                  <a:srgbClr val="192F66"/>
                </a:solidFill>
                <a:latin typeface="Noto Sans JP"/>
                <a:ea typeface="Noto Sans JP"/>
                <a:cs typeface="Noto Sans JP"/>
              </a:defRPr>
            </a:lvl9pPr>
          </a:lstStyle>
          <a:p xmlns:a="http://schemas.openxmlformats.org/drawingml/2006/main">
            <a:pPr algn="l">
              <a:defRPr sz="4350" b="1">
                <a:solidFill>
                  <a:srgbClr val="192F66"/>
                </a:solidFill>
                <a:latin typeface="Noto Sans JP"/>
                <a:ea typeface="Noto Sans JP"/>
                <a:cs typeface="Noto Sans JP"/>
              </a:defRPr>
            </a:pPr>
            <a:r>
              <a:rPr sz="4350" b="1">
                <a:solidFill>
                  <a:srgbClr val="192F66"/>
                </a:solidFill>
                <a:latin typeface="Noto Sans JP"/>
                <a:ea typeface="Noto Sans JP"/>
                <a:cs typeface="Noto Sans JP"/>
              </a:rPr>
              <a:t>50万円</a:t>
            </a:r>
          </a:p>
        </p:txBody>
      </p:sp>
      <p:sp>
        <p:nvSpPr>
          <p:cNvPr id="11" name="annual-tax">
            <a:extLst xmlns:a="http://schemas.openxmlformats.org/drawingml/2006/main">
              <a:ext uri="{FF2B5EF4-FFF2-40B4-BE49-F238E27FC236}">
                <a16:creationId xmlns:a16="http://schemas.microsoft.com/office/drawing/2014/main" id="{586E237A-2928-4FED-8745-57752F25A224}"/>
              </a:ext>
            </a:extLst>
          </p:cNvPr>
          <p:cNvSpPr>
            <a:spLocks xmlns:a="http://schemas.openxmlformats.org/drawingml/2006/main" noGrp="1"/>
          </p:cNvSpPr>
          <p:nvPr/>
        </p:nvSpPr>
        <p:spPr>
          <a:xfrm xmlns:a="http://schemas.openxmlformats.org/drawingml/2006/main">
            <a:off x="8172450" y="400050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526078"/>
                </a:solidFill>
                <a:latin typeface="Noto Sans JP"/>
                <a:ea typeface="Noto Sans JP"/>
                <a:cs typeface="Noto Sans JP"/>
              </a:defRPr>
            </a:defPPr>
            <a:lvl1pPr algn="l">
              <a:defRPr sz="1425" b="0">
                <a:solidFill>
                  <a:srgbClr val="526078"/>
                </a:solidFill>
                <a:latin typeface="Noto Sans JP"/>
                <a:ea typeface="Noto Sans JP"/>
                <a:cs typeface="Noto Sans JP"/>
              </a:defRPr>
            </a:lvl1pPr>
            <a:lvl2pPr algn="l">
              <a:defRPr sz="1425" b="0">
                <a:solidFill>
                  <a:srgbClr val="526078"/>
                </a:solidFill>
                <a:latin typeface="Noto Sans JP"/>
                <a:ea typeface="Noto Sans JP"/>
                <a:cs typeface="Noto Sans JP"/>
              </a:defRPr>
            </a:lvl2pPr>
            <a:lvl3pPr algn="l">
              <a:defRPr sz="1425" b="0">
                <a:solidFill>
                  <a:srgbClr val="526078"/>
                </a:solidFill>
                <a:latin typeface="Noto Sans JP"/>
                <a:ea typeface="Noto Sans JP"/>
                <a:cs typeface="Noto Sans JP"/>
              </a:defRPr>
            </a:lvl3pPr>
            <a:lvl4pPr algn="l">
              <a:defRPr sz="1425" b="0">
                <a:solidFill>
                  <a:srgbClr val="526078"/>
                </a:solidFill>
                <a:latin typeface="Noto Sans JP"/>
                <a:ea typeface="Noto Sans JP"/>
                <a:cs typeface="Noto Sans JP"/>
              </a:defRPr>
            </a:lvl4pPr>
            <a:lvl5pPr algn="l">
              <a:defRPr sz="1425" b="0">
                <a:solidFill>
                  <a:srgbClr val="526078"/>
                </a:solidFill>
                <a:latin typeface="Noto Sans JP"/>
                <a:ea typeface="Noto Sans JP"/>
                <a:cs typeface="Noto Sans JP"/>
              </a:defRPr>
            </a:lvl5pPr>
            <a:lvl6pPr algn="l">
              <a:defRPr sz="1425" b="0">
                <a:solidFill>
                  <a:srgbClr val="526078"/>
                </a:solidFill>
                <a:latin typeface="Noto Sans JP"/>
                <a:ea typeface="Noto Sans JP"/>
                <a:cs typeface="Noto Sans JP"/>
              </a:defRPr>
            </a:lvl6pPr>
            <a:lvl7pPr algn="l">
              <a:defRPr sz="1425" b="0">
                <a:solidFill>
                  <a:srgbClr val="526078"/>
                </a:solidFill>
                <a:latin typeface="Noto Sans JP"/>
                <a:ea typeface="Noto Sans JP"/>
                <a:cs typeface="Noto Sans JP"/>
              </a:defRPr>
            </a:lvl7pPr>
            <a:lvl8pPr algn="l">
              <a:defRPr sz="1425" b="0">
                <a:solidFill>
                  <a:srgbClr val="526078"/>
                </a:solidFill>
                <a:latin typeface="Noto Sans JP"/>
                <a:ea typeface="Noto Sans JP"/>
                <a:cs typeface="Noto Sans JP"/>
              </a:defRPr>
            </a:lvl8pPr>
            <a:lvl9pPr algn="l">
              <a:defRPr sz="1425" b="0">
                <a:solidFill>
                  <a:srgbClr val="526078"/>
                </a:solidFill>
                <a:latin typeface="Noto Sans JP"/>
                <a:ea typeface="Noto Sans JP"/>
                <a:cs typeface="Noto Sans JP"/>
              </a:defRPr>
            </a:lvl9pPr>
          </a:lstStyle>
          <a:p xmlns:a="http://schemas.openxmlformats.org/drawingml/2006/main">
            <a:pPr algn="l">
              <a:defRPr sz="1425" b="0">
                <a:solidFill>
                  <a:srgbClr val="526078"/>
                </a:solidFill>
                <a:latin typeface="Noto Sans JP"/>
                <a:ea typeface="Noto Sans JP"/>
                <a:cs typeface="Noto Sans JP"/>
              </a:defRPr>
            </a:pPr>
            <a:r>
              <a:rPr sz="1425" b="0">
                <a:solidFill>
                  <a:srgbClr val="526078"/>
                </a:solidFill>
                <a:latin typeface="Noto Sans JP"/>
                <a:ea typeface="Noto Sans JP"/>
                <a:cs typeface="Noto Sans JP"/>
              </a:rPr>
              <a:t>税別 ／ 税込55万円</a:t>
            </a:r>
          </a:p>
        </p:txBody>
      </p:sp>
      <p:sp>
        <p:nvSpPr>
          <p:cNvPr id="12" name="saving">
            <a:extLst xmlns:a="http://schemas.openxmlformats.org/drawingml/2006/main">
              <a:ext uri="{FF2B5EF4-FFF2-40B4-BE49-F238E27FC236}">
                <a16:creationId xmlns:a16="http://schemas.microsoft.com/office/drawing/2014/main" id="{61432DFF-9D56-41BE-B521-69CB4231346F}"/>
              </a:ext>
            </a:extLst>
          </p:cNvPr>
          <p:cNvSpPr>
            <a:spLocks xmlns:a="http://schemas.openxmlformats.org/drawingml/2006/main" noGrp="1"/>
          </p:cNvSpPr>
          <p:nvPr/>
        </p:nvSpPr>
        <p:spPr>
          <a:xfrm xmlns:a="http://schemas.openxmlformats.org/drawingml/2006/main">
            <a:off x="8172450" y="443865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92F66"/>
                </a:solidFill>
                <a:latin typeface="Noto Sans JP"/>
                <a:ea typeface="Noto Sans JP"/>
                <a:cs typeface="Noto Sans JP"/>
              </a:defRPr>
            </a:defPPr>
            <a:lvl1pPr algn="l">
              <a:defRPr sz="1425" b="1">
                <a:solidFill>
                  <a:srgbClr val="192F66"/>
                </a:solidFill>
                <a:latin typeface="Noto Sans JP"/>
                <a:ea typeface="Noto Sans JP"/>
                <a:cs typeface="Noto Sans JP"/>
              </a:defRPr>
            </a:lvl1pPr>
            <a:lvl2pPr algn="l">
              <a:defRPr sz="1425" b="1">
                <a:solidFill>
                  <a:srgbClr val="192F66"/>
                </a:solidFill>
                <a:latin typeface="Noto Sans JP"/>
                <a:ea typeface="Noto Sans JP"/>
                <a:cs typeface="Noto Sans JP"/>
              </a:defRPr>
            </a:lvl2pPr>
            <a:lvl3pPr algn="l">
              <a:defRPr sz="1425" b="1">
                <a:solidFill>
                  <a:srgbClr val="192F66"/>
                </a:solidFill>
                <a:latin typeface="Noto Sans JP"/>
                <a:ea typeface="Noto Sans JP"/>
                <a:cs typeface="Noto Sans JP"/>
              </a:defRPr>
            </a:lvl3pPr>
            <a:lvl4pPr algn="l">
              <a:defRPr sz="1425" b="1">
                <a:solidFill>
                  <a:srgbClr val="192F66"/>
                </a:solidFill>
                <a:latin typeface="Noto Sans JP"/>
                <a:ea typeface="Noto Sans JP"/>
                <a:cs typeface="Noto Sans JP"/>
              </a:defRPr>
            </a:lvl4pPr>
            <a:lvl5pPr algn="l">
              <a:defRPr sz="1425" b="1">
                <a:solidFill>
                  <a:srgbClr val="192F66"/>
                </a:solidFill>
                <a:latin typeface="Noto Sans JP"/>
                <a:ea typeface="Noto Sans JP"/>
                <a:cs typeface="Noto Sans JP"/>
              </a:defRPr>
            </a:lvl5pPr>
            <a:lvl6pPr algn="l">
              <a:defRPr sz="1425" b="1">
                <a:solidFill>
                  <a:srgbClr val="192F66"/>
                </a:solidFill>
                <a:latin typeface="Noto Sans JP"/>
                <a:ea typeface="Noto Sans JP"/>
                <a:cs typeface="Noto Sans JP"/>
              </a:defRPr>
            </a:lvl6pPr>
            <a:lvl7pPr algn="l">
              <a:defRPr sz="1425" b="1">
                <a:solidFill>
                  <a:srgbClr val="192F66"/>
                </a:solidFill>
                <a:latin typeface="Noto Sans JP"/>
                <a:ea typeface="Noto Sans JP"/>
                <a:cs typeface="Noto Sans JP"/>
              </a:defRPr>
            </a:lvl7pPr>
            <a:lvl8pPr algn="l">
              <a:defRPr sz="1425" b="1">
                <a:solidFill>
                  <a:srgbClr val="192F66"/>
                </a:solidFill>
                <a:latin typeface="Noto Sans JP"/>
                <a:ea typeface="Noto Sans JP"/>
                <a:cs typeface="Noto Sans JP"/>
              </a:defRPr>
            </a:lvl8pPr>
            <a:lvl9pPr algn="l">
              <a:defRPr sz="1425" b="1">
                <a:solidFill>
                  <a:srgbClr val="192F66"/>
                </a:solidFill>
                <a:latin typeface="Noto Sans JP"/>
                <a:ea typeface="Noto Sans JP"/>
                <a:cs typeface="Noto Sans JP"/>
              </a:defRPr>
            </a:lvl9pPr>
          </a:lstStyle>
          <a:p xmlns:a="http://schemas.openxmlformats.org/drawingml/2006/main">
            <a:pPr algn="l">
              <a:defRPr sz="1425" b="1">
                <a:solidFill>
                  <a:srgbClr val="192F66"/>
                </a:solidFill>
                <a:latin typeface="Noto Sans JP"/>
                <a:ea typeface="Noto Sans JP"/>
                <a:cs typeface="Noto Sans JP"/>
              </a:defRPr>
            </a:pPr>
            <a:r>
              <a:rPr sz="1425" b="1">
                <a:solidFill>
                  <a:srgbClr val="192F66"/>
                </a:solidFill>
                <a:latin typeface="Noto Sans JP"/>
                <a:ea typeface="Noto Sans JP"/>
                <a:cs typeface="Noto Sans JP"/>
              </a:rPr>
              <a:t>12か月分が10か月分の料金に</a:t>
            </a:r>
          </a:p>
        </p:txBody>
      </p:sp>
      <p:sp>
        <p:nvSpPr>
          <p:cNvPr id="13" name="free-two-months">
            <a:extLst xmlns:a="http://schemas.openxmlformats.org/drawingml/2006/main">
              <a:ext uri="{FF2B5EF4-FFF2-40B4-BE49-F238E27FC236}">
                <a16:creationId xmlns:a16="http://schemas.microsoft.com/office/drawing/2014/main" id="{BC0AFBEB-461F-4708-8DA2-50036EDEBCD6}"/>
              </a:ext>
            </a:extLst>
          </p:cNvPr>
          <p:cNvSpPr>
            <a:spLocks xmlns:a="http://schemas.openxmlformats.org/drawingml/2006/main" noGrp="1"/>
          </p:cNvSpPr>
          <p:nvPr/>
        </p:nvSpPr>
        <p:spPr>
          <a:xfrm xmlns:a="http://schemas.openxmlformats.org/drawingml/2006/main">
            <a:off x="8172450" y="4791075"/>
            <a:ext cx="318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92F66"/>
                </a:solidFill>
                <a:latin typeface="Noto Sans JP"/>
                <a:ea typeface="Noto Sans JP"/>
                <a:cs typeface="Noto Sans JP"/>
              </a:defRPr>
            </a:defPPr>
            <a:lvl1pPr algn="l">
              <a:defRPr sz="2100" b="1">
                <a:solidFill>
                  <a:srgbClr val="192F66"/>
                </a:solidFill>
                <a:latin typeface="Noto Sans JP"/>
                <a:ea typeface="Noto Sans JP"/>
                <a:cs typeface="Noto Sans JP"/>
              </a:defRPr>
            </a:lvl1pPr>
            <a:lvl2pPr algn="l">
              <a:defRPr sz="2100" b="1">
                <a:solidFill>
                  <a:srgbClr val="192F66"/>
                </a:solidFill>
                <a:latin typeface="Noto Sans JP"/>
                <a:ea typeface="Noto Sans JP"/>
                <a:cs typeface="Noto Sans JP"/>
              </a:defRPr>
            </a:lvl2pPr>
            <a:lvl3pPr algn="l">
              <a:defRPr sz="2100" b="1">
                <a:solidFill>
                  <a:srgbClr val="192F66"/>
                </a:solidFill>
                <a:latin typeface="Noto Sans JP"/>
                <a:ea typeface="Noto Sans JP"/>
                <a:cs typeface="Noto Sans JP"/>
              </a:defRPr>
            </a:lvl3pPr>
            <a:lvl4pPr algn="l">
              <a:defRPr sz="2100" b="1">
                <a:solidFill>
                  <a:srgbClr val="192F66"/>
                </a:solidFill>
                <a:latin typeface="Noto Sans JP"/>
                <a:ea typeface="Noto Sans JP"/>
                <a:cs typeface="Noto Sans JP"/>
              </a:defRPr>
            </a:lvl4pPr>
            <a:lvl5pPr algn="l">
              <a:defRPr sz="2100" b="1">
                <a:solidFill>
                  <a:srgbClr val="192F66"/>
                </a:solidFill>
                <a:latin typeface="Noto Sans JP"/>
                <a:ea typeface="Noto Sans JP"/>
                <a:cs typeface="Noto Sans JP"/>
              </a:defRPr>
            </a:lvl5pPr>
            <a:lvl6pPr algn="l">
              <a:defRPr sz="2100" b="1">
                <a:solidFill>
                  <a:srgbClr val="192F66"/>
                </a:solidFill>
                <a:latin typeface="Noto Sans JP"/>
                <a:ea typeface="Noto Sans JP"/>
                <a:cs typeface="Noto Sans JP"/>
              </a:defRPr>
            </a:lvl6pPr>
            <a:lvl7pPr algn="l">
              <a:defRPr sz="2100" b="1">
                <a:solidFill>
                  <a:srgbClr val="192F66"/>
                </a:solidFill>
                <a:latin typeface="Noto Sans JP"/>
                <a:ea typeface="Noto Sans JP"/>
                <a:cs typeface="Noto Sans JP"/>
              </a:defRPr>
            </a:lvl7pPr>
            <a:lvl8pPr algn="l">
              <a:defRPr sz="2100" b="1">
                <a:solidFill>
                  <a:srgbClr val="192F66"/>
                </a:solidFill>
                <a:latin typeface="Noto Sans JP"/>
                <a:ea typeface="Noto Sans JP"/>
                <a:cs typeface="Noto Sans JP"/>
              </a:defRPr>
            </a:lvl8pPr>
            <a:lvl9pPr algn="l">
              <a:defRPr sz="2100" b="1">
                <a:solidFill>
                  <a:srgbClr val="192F66"/>
                </a:solidFill>
                <a:latin typeface="Noto Sans JP"/>
                <a:ea typeface="Noto Sans JP"/>
                <a:cs typeface="Noto Sans JP"/>
              </a:defRPr>
            </a:lvl9pPr>
          </a:lstStyle>
          <a:p xmlns:a="http://schemas.openxmlformats.org/drawingml/2006/main">
            <a:pPr algn="l">
              <a:defRPr sz="2100" b="1">
                <a:solidFill>
                  <a:srgbClr val="192F66"/>
                </a:solidFill>
                <a:latin typeface="Noto Sans JP"/>
                <a:ea typeface="Noto Sans JP"/>
                <a:cs typeface="Noto Sans JP"/>
              </a:defRPr>
            </a:pPr>
            <a:r>
              <a:rPr sz="2100" b="1">
                <a:solidFill>
                  <a:srgbClr val="192F66"/>
                </a:solidFill>
                <a:latin typeface="Noto Sans JP"/>
                <a:ea typeface="Noto Sans JP"/>
                <a:cs typeface="Noto Sans JP"/>
              </a:rPr>
              <a:t>2か月分無料</a:t>
            </a:r>
          </a:p>
        </p:txBody>
      </p:sp>
      <p:sp>
        <p:nvSpPr>
          <p:cNvPr id="14" name="monthly-option">
            <a:extLst xmlns:a="http://schemas.openxmlformats.org/drawingml/2006/main">
              <a:ext uri="{FF2B5EF4-FFF2-40B4-BE49-F238E27FC236}">
                <a16:creationId xmlns:a16="http://schemas.microsoft.com/office/drawing/2014/main" id="{0E013174-C817-4831-B055-0D3B0E66CBC2}"/>
              </a:ext>
            </a:extLst>
          </p:cNvPr>
          <p:cNvSpPr>
            <a:spLocks xmlns:a="http://schemas.openxmlformats.org/drawingml/2006/main" noGrp="1"/>
          </p:cNvSpPr>
          <p:nvPr/>
        </p:nvSpPr>
        <p:spPr>
          <a:xfrm xmlns:a="http://schemas.openxmlformats.org/drawingml/2006/main">
            <a:off x="7943850" y="5553075"/>
            <a:ext cx="3638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92F66"/>
                </a:solidFill>
                <a:latin typeface="Noto Sans JP"/>
                <a:ea typeface="Noto Sans JP"/>
                <a:cs typeface="Noto Sans JP"/>
              </a:defRPr>
            </a:defPPr>
            <a:lvl1pPr algn="l">
              <a:defRPr sz="1725" b="1">
                <a:solidFill>
                  <a:srgbClr val="192F66"/>
                </a:solidFill>
                <a:latin typeface="Noto Sans JP"/>
                <a:ea typeface="Noto Sans JP"/>
                <a:cs typeface="Noto Sans JP"/>
              </a:defRPr>
            </a:lvl1pPr>
            <a:lvl2pPr algn="l">
              <a:defRPr sz="1725" b="1">
                <a:solidFill>
                  <a:srgbClr val="192F66"/>
                </a:solidFill>
                <a:latin typeface="Noto Sans JP"/>
                <a:ea typeface="Noto Sans JP"/>
                <a:cs typeface="Noto Sans JP"/>
              </a:defRPr>
            </a:lvl2pPr>
            <a:lvl3pPr algn="l">
              <a:defRPr sz="1725" b="1">
                <a:solidFill>
                  <a:srgbClr val="192F66"/>
                </a:solidFill>
                <a:latin typeface="Noto Sans JP"/>
                <a:ea typeface="Noto Sans JP"/>
                <a:cs typeface="Noto Sans JP"/>
              </a:defRPr>
            </a:lvl3pPr>
            <a:lvl4pPr algn="l">
              <a:defRPr sz="1725" b="1">
                <a:solidFill>
                  <a:srgbClr val="192F66"/>
                </a:solidFill>
                <a:latin typeface="Noto Sans JP"/>
                <a:ea typeface="Noto Sans JP"/>
                <a:cs typeface="Noto Sans JP"/>
              </a:defRPr>
            </a:lvl4pPr>
            <a:lvl5pPr algn="l">
              <a:defRPr sz="1725" b="1">
                <a:solidFill>
                  <a:srgbClr val="192F66"/>
                </a:solidFill>
                <a:latin typeface="Noto Sans JP"/>
                <a:ea typeface="Noto Sans JP"/>
                <a:cs typeface="Noto Sans JP"/>
              </a:defRPr>
            </a:lvl5pPr>
            <a:lvl6pPr algn="l">
              <a:defRPr sz="1725" b="1">
                <a:solidFill>
                  <a:srgbClr val="192F66"/>
                </a:solidFill>
                <a:latin typeface="Noto Sans JP"/>
                <a:ea typeface="Noto Sans JP"/>
                <a:cs typeface="Noto Sans JP"/>
              </a:defRPr>
            </a:lvl6pPr>
            <a:lvl7pPr algn="l">
              <a:defRPr sz="1725" b="1">
                <a:solidFill>
                  <a:srgbClr val="192F66"/>
                </a:solidFill>
                <a:latin typeface="Noto Sans JP"/>
                <a:ea typeface="Noto Sans JP"/>
                <a:cs typeface="Noto Sans JP"/>
              </a:defRPr>
            </a:lvl7pPr>
            <a:lvl8pPr algn="l">
              <a:defRPr sz="1725" b="1">
                <a:solidFill>
                  <a:srgbClr val="192F66"/>
                </a:solidFill>
                <a:latin typeface="Noto Sans JP"/>
                <a:ea typeface="Noto Sans JP"/>
                <a:cs typeface="Noto Sans JP"/>
              </a:defRPr>
            </a:lvl8pPr>
            <a:lvl9pPr algn="l">
              <a:defRPr sz="1725" b="1">
                <a:solidFill>
                  <a:srgbClr val="192F66"/>
                </a:solidFill>
                <a:latin typeface="Noto Sans JP"/>
                <a:ea typeface="Noto Sans JP"/>
                <a:cs typeface="Noto Sans JP"/>
              </a:defRPr>
            </a:lvl9pPr>
          </a:lstStyle>
          <a:p xmlns:a="http://schemas.openxmlformats.org/drawingml/2006/main">
            <a:pPr algn="l">
              <a:defRPr sz="1725" b="1">
                <a:solidFill>
                  <a:srgbClr val="192F66"/>
                </a:solidFill>
                <a:latin typeface="Noto Sans JP"/>
                <a:ea typeface="Noto Sans JP"/>
                <a:cs typeface="Noto Sans JP"/>
              </a:defRPr>
            </a:pPr>
            <a:r>
              <a:rPr sz="1725" b="1">
                <a:solidFill>
                  <a:srgbClr val="192F66"/>
                </a:solidFill>
                <a:latin typeface="Noto Sans JP"/>
                <a:ea typeface="Noto Sans JP"/>
                <a:cs typeface="Noto Sans JP"/>
              </a:rPr>
              <a:t>月額払いなら 5万円（税別）</a:t>
            </a:r>
          </a:p>
        </p:txBody>
      </p:sp>
      <p:sp>
        <p:nvSpPr>
          <p:cNvPr id="15" name="monthly-tax">
            <a:extLst xmlns:a="http://schemas.openxmlformats.org/drawingml/2006/main">
              <a:ext uri="{FF2B5EF4-FFF2-40B4-BE49-F238E27FC236}">
                <a16:creationId xmlns:a16="http://schemas.microsoft.com/office/drawing/2014/main" id="{E1493BFD-1A04-4F8D-BCE1-3EA512883F22}"/>
              </a:ext>
            </a:extLst>
          </p:cNvPr>
          <p:cNvSpPr>
            <a:spLocks xmlns:a="http://schemas.openxmlformats.org/drawingml/2006/main" noGrp="1"/>
          </p:cNvSpPr>
          <p:nvPr/>
        </p:nvSpPr>
        <p:spPr>
          <a:xfrm xmlns:a="http://schemas.openxmlformats.org/drawingml/2006/main">
            <a:off x="7943850" y="5876925"/>
            <a:ext cx="3638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526078"/>
                </a:solidFill>
                <a:latin typeface="Noto Sans JP"/>
                <a:ea typeface="Noto Sans JP"/>
                <a:cs typeface="Noto Sans JP"/>
              </a:defRPr>
            </a:defPPr>
            <a:lvl1pPr algn="l">
              <a:defRPr sz="1275" b="0">
                <a:solidFill>
                  <a:srgbClr val="526078"/>
                </a:solidFill>
                <a:latin typeface="Noto Sans JP"/>
                <a:ea typeface="Noto Sans JP"/>
                <a:cs typeface="Noto Sans JP"/>
              </a:defRPr>
            </a:lvl1pPr>
            <a:lvl2pPr algn="l">
              <a:defRPr sz="1275" b="0">
                <a:solidFill>
                  <a:srgbClr val="526078"/>
                </a:solidFill>
                <a:latin typeface="Noto Sans JP"/>
                <a:ea typeface="Noto Sans JP"/>
                <a:cs typeface="Noto Sans JP"/>
              </a:defRPr>
            </a:lvl2pPr>
            <a:lvl3pPr algn="l">
              <a:defRPr sz="1275" b="0">
                <a:solidFill>
                  <a:srgbClr val="526078"/>
                </a:solidFill>
                <a:latin typeface="Noto Sans JP"/>
                <a:ea typeface="Noto Sans JP"/>
                <a:cs typeface="Noto Sans JP"/>
              </a:defRPr>
            </a:lvl3pPr>
            <a:lvl4pPr algn="l">
              <a:defRPr sz="1275" b="0">
                <a:solidFill>
                  <a:srgbClr val="526078"/>
                </a:solidFill>
                <a:latin typeface="Noto Sans JP"/>
                <a:ea typeface="Noto Sans JP"/>
                <a:cs typeface="Noto Sans JP"/>
              </a:defRPr>
            </a:lvl4pPr>
            <a:lvl5pPr algn="l">
              <a:defRPr sz="1275" b="0">
                <a:solidFill>
                  <a:srgbClr val="526078"/>
                </a:solidFill>
                <a:latin typeface="Noto Sans JP"/>
                <a:ea typeface="Noto Sans JP"/>
                <a:cs typeface="Noto Sans JP"/>
              </a:defRPr>
            </a:lvl5pPr>
            <a:lvl6pPr algn="l">
              <a:defRPr sz="1275" b="0">
                <a:solidFill>
                  <a:srgbClr val="526078"/>
                </a:solidFill>
                <a:latin typeface="Noto Sans JP"/>
                <a:ea typeface="Noto Sans JP"/>
                <a:cs typeface="Noto Sans JP"/>
              </a:defRPr>
            </a:lvl6pPr>
            <a:lvl7pPr algn="l">
              <a:defRPr sz="1275" b="0">
                <a:solidFill>
                  <a:srgbClr val="526078"/>
                </a:solidFill>
                <a:latin typeface="Noto Sans JP"/>
                <a:ea typeface="Noto Sans JP"/>
                <a:cs typeface="Noto Sans JP"/>
              </a:defRPr>
            </a:lvl7pPr>
            <a:lvl8pPr algn="l">
              <a:defRPr sz="1275" b="0">
                <a:solidFill>
                  <a:srgbClr val="526078"/>
                </a:solidFill>
                <a:latin typeface="Noto Sans JP"/>
                <a:ea typeface="Noto Sans JP"/>
                <a:cs typeface="Noto Sans JP"/>
              </a:defRPr>
            </a:lvl8pPr>
            <a:lvl9pPr algn="l">
              <a:defRPr sz="1275" b="0">
                <a:solidFill>
                  <a:srgbClr val="526078"/>
                </a:solidFill>
                <a:latin typeface="Noto Sans JP"/>
                <a:ea typeface="Noto Sans JP"/>
                <a:cs typeface="Noto Sans JP"/>
              </a:defRPr>
            </a:lvl9pPr>
          </a:lstStyle>
          <a:p xmlns:a="http://schemas.openxmlformats.org/drawingml/2006/main">
            <a:pPr algn="l">
              <a:defRPr sz="1275" b="0">
                <a:solidFill>
                  <a:srgbClr val="526078"/>
                </a:solidFill>
                <a:latin typeface="Noto Sans JP"/>
                <a:ea typeface="Noto Sans JP"/>
                <a:cs typeface="Noto Sans JP"/>
              </a:defRPr>
            </a:pPr>
            <a:r>
              <a:rPr sz="1275" b="0">
                <a:solidFill>
                  <a:srgbClr val="526078"/>
                </a:solidFill>
                <a:latin typeface="Noto Sans JP"/>
                <a:ea typeface="Noto Sans JP"/>
                <a:cs typeface="Noto Sans JP"/>
              </a:rPr>
              <a:t>税込55,000円／月</a:t>
            </a:r>
          </a:p>
        </p:txBody>
      </p:sp>
      <p:sp>
        <p:nvSpPr>
          <p:cNvPr id="16" name="scope">
            <a:extLst xmlns:a="http://schemas.openxmlformats.org/drawingml/2006/main">
              <a:ext uri="{FF2B5EF4-FFF2-40B4-BE49-F238E27FC236}">
                <a16:creationId xmlns:a16="http://schemas.microsoft.com/office/drawing/2014/main" id="{05E2ECB9-C7E6-43D9-AE39-1F841E725E25}"/>
              </a:ext>
            </a:extLst>
          </p:cNvPr>
          <p:cNvSpPr>
            <a:spLocks xmlns:a="http://schemas.openxmlformats.org/drawingml/2006/main" noGrp="1"/>
          </p:cNvSpPr>
          <p:nvPr/>
        </p:nvSpPr>
        <p:spPr>
          <a:xfrm xmlns:a="http://schemas.openxmlformats.org/drawingml/2006/main">
            <a:off x="609600" y="1924050"/>
            <a:ext cx="685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92F66"/>
                </a:solidFill>
                <a:latin typeface="Noto Sans JP"/>
                <a:ea typeface="Noto Sans JP"/>
                <a:cs typeface="Noto Sans JP"/>
              </a:defRPr>
            </a:defPPr>
            <a:lvl1pPr algn="l">
              <a:defRPr sz="2850" b="1">
                <a:solidFill>
                  <a:srgbClr val="192F66"/>
                </a:solidFill>
                <a:latin typeface="Noto Sans JP"/>
                <a:ea typeface="Noto Sans JP"/>
                <a:cs typeface="Noto Sans JP"/>
              </a:defRPr>
            </a:lvl1pPr>
            <a:lvl2pPr algn="l">
              <a:defRPr sz="2850" b="1">
                <a:solidFill>
                  <a:srgbClr val="192F66"/>
                </a:solidFill>
                <a:latin typeface="Noto Sans JP"/>
                <a:ea typeface="Noto Sans JP"/>
                <a:cs typeface="Noto Sans JP"/>
              </a:defRPr>
            </a:lvl2pPr>
            <a:lvl3pPr algn="l">
              <a:defRPr sz="2850" b="1">
                <a:solidFill>
                  <a:srgbClr val="192F66"/>
                </a:solidFill>
                <a:latin typeface="Noto Sans JP"/>
                <a:ea typeface="Noto Sans JP"/>
                <a:cs typeface="Noto Sans JP"/>
              </a:defRPr>
            </a:lvl3pPr>
            <a:lvl4pPr algn="l">
              <a:defRPr sz="2850" b="1">
                <a:solidFill>
                  <a:srgbClr val="192F66"/>
                </a:solidFill>
                <a:latin typeface="Noto Sans JP"/>
                <a:ea typeface="Noto Sans JP"/>
                <a:cs typeface="Noto Sans JP"/>
              </a:defRPr>
            </a:lvl4pPr>
            <a:lvl5pPr algn="l">
              <a:defRPr sz="2850" b="1">
                <a:solidFill>
                  <a:srgbClr val="192F66"/>
                </a:solidFill>
                <a:latin typeface="Noto Sans JP"/>
                <a:ea typeface="Noto Sans JP"/>
                <a:cs typeface="Noto Sans JP"/>
              </a:defRPr>
            </a:lvl5pPr>
            <a:lvl6pPr algn="l">
              <a:defRPr sz="2850" b="1">
                <a:solidFill>
                  <a:srgbClr val="192F66"/>
                </a:solidFill>
                <a:latin typeface="Noto Sans JP"/>
                <a:ea typeface="Noto Sans JP"/>
                <a:cs typeface="Noto Sans JP"/>
              </a:defRPr>
            </a:lvl6pPr>
            <a:lvl7pPr algn="l">
              <a:defRPr sz="2850" b="1">
                <a:solidFill>
                  <a:srgbClr val="192F66"/>
                </a:solidFill>
                <a:latin typeface="Noto Sans JP"/>
                <a:ea typeface="Noto Sans JP"/>
                <a:cs typeface="Noto Sans JP"/>
              </a:defRPr>
            </a:lvl7pPr>
            <a:lvl8pPr algn="l">
              <a:defRPr sz="2850" b="1">
                <a:solidFill>
                  <a:srgbClr val="192F66"/>
                </a:solidFill>
                <a:latin typeface="Noto Sans JP"/>
                <a:ea typeface="Noto Sans JP"/>
                <a:cs typeface="Noto Sans JP"/>
              </a:defRPr>
            </a:lvl8pPr>
            <a:lvl9pPr algn="l">
              <a:defRPr sz="2850" b="1">
                <a:solidFill>
                  <a:srgbClr val="192F66"/>
                </a:solidFill>
                <a:latin typeface="Noto Sans JP"/>
                <a:ea typeface="Noto Sans JP"/>
                <a:cs typeface="Noto Sans JP"/>
              </a:defRPr>
            </a:lvl9pPr>
          </a:lstStyle>
          <a:p xmlns:a="http://schemas.openxmlformats.org/drawingml/2006/main">
            <a:pPr algn="l">
              <a:defRPr sz="2850" b="1">
                <a:solidFill>
                  <a:srgbClr val="192F66"/>
                </a:solidFill>
                <a:latin typeface="Noto Sans JP"/>
                <a:ea typeface="Noto Sans JP"/>
                <a:cs typeface="Noto Sans JP"/>
              </a:defRPr>
            </a:pPr>
            <a:r>
              <a:rPr sz="2850" b="1">
                <a:solidFill>
                  <a:srgbClr val="192F66"/>
                </a:solidFill>
                <a:latin typeface="Noto Sans JP"/>
                <a:ea typeface="Noto Sans JP"/>
                <a:cs typeface="Noto Sans JP"/>
              </a:rPr>
              <a:t>指名検索</a:t>
            </a:r>
          </a:p>
        </p:txBody>
      </p:sp>
      <p:sp>
        <p:nvSpPr>
          <p:cNvPr id="17" name="target-label">
            <a:extLst xmlns:a="http://schemas.openxmlformats.org/drawingml/2006/main">
              <a:ext uri="{FF2B5EF4-FFF2-40B4-BE49-F238E27FC236}">
                <a16:creationId xmlns:a16="http://schemas.microsoft.com/office/drawing/2014/main" id="{F389314E-ED38-48EE-B84B-4615FF40A6B9}"/>
              </a:ext>
            </a:extLst>
          </p:cNvPr>
          <p:cNvSpPr>
            <a:spLocks xmlns:a="http://schemas.openxmlformats.org/drawingml/2006/main" noGrp="1"/>
          </p:cNvSpPr>
          <p:nvPr/>
        </p:nvSpPr>
        <p:spPr>
          <a:xfrm xmlns:a="http://schemas.openxmlformats.org/drawingml/2006/main">
            <a:off x="609600" y="27622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A78025"/>
                </a:solidFill>
                <a:latin typeface="Noto Sans JP"/>
                <a:ea typeface="Noto Sans JP"/>
                <a:cs typeface="Noto Sans JP"/>
              </a:defRPr>
            </a:defPPr>
            <a:lvl1pPr algn="l">
              <a:defRPr sz="1875" b="1">
                <a:solidFill>
                  <a:srgbClr val="A78025"/>
                </a:solidFill>
                <a:latin typeface="Noto Sans JP"/>
                <a:ea typeface="Noto Sans JP"/>
                <a:cs typeface="Noto Sans JP"/>
              </a:defRPr>
            </a:lvl1pPr>
            <a:lvl2pPr algn="l">
              <a:defRPr sz="1875" b="1">
                <a:solidFill>
                  <a:srgbClr val="A78025"/>
                </a:solidFill>
                <a:latin typeface="Noto Sans JP"/>
                <a:ea typeface="Noto Sans JP"/>
                <a:cs typeface="Noto Sans JP"/>
              </a:defRPr>
            </a:lvl2pPr>
            <a:lvl3pPr algn="l">
              <a:defRPr sz="1875" b="1">
                <a:solidFill>
                  <a:srgbClr val="A78025"/>
                </a:solidFill>
                <a:latin typeface="Noto Sans JP"/>
                <a:ea typeface="Noto Sans JP"/>
                <a:cs typeface="Noto Sans JP"/>
              </a:defRPr>
            </a:lvl3pPr>
            <a:lvl4pPr algn="l">
              <a:defRPr sz="1875" b="1">
                <a:solidFill>
                  <a:srgbClr val="A78025"/>
                </a:solidFill>
                <a:latin typeface="Noto Sans JP"/>
                <a:ea typeface="Noto Sans JP"/>
                <a:cs typeface="Noto Sans JP"/>
              </a:defRPr>
            </a:lvl4pPr>
            <a:lvl5pPr algn="l">
              <a:defRPr sz="1875" b="1">
                <a:solidFill>
                  <a:srgbClr val="A78025"/>
                </a:solidFill>
                <a:latin typeface="Noto Sans JP"/>
                <a:ea typeface="Noto Sans JP"/>
                <a:cs typeface="Noto Sans JP"/>
              </a:defRPr>
            </a:lvl5pPr>
            <a:lvl6pPr algn="l">
              <a:defRPr sz="1875" b="1">
                <a:solidFill>
                  <a:srgbClr val="A78025"/>
                </a:solidFill>
                <a:latin typeface="Noto Sans JP"/>
                <a:ea typeface="Noto Sans JP"/>
                <a:cs typeface="Noto Sans JP"/>
              </a:defRPr>
            </a:lvl6pPr>
            <a:lvl7pPr algn="l">
              <a:defRPr sz="1875" b="1">
                <a:solidFill>
                  <a:srgbClr val="A78025"/>
                </a:solidFill>
                <a:latin typeface="Noto Sans JP"/>
                <a:ea typeface="Noto Sans JP"/>
                <a:cs typeface="Noto Sans JP"/>
              </a:defRPr>
            </a:lvl7pPr>
            <a:lvl8pPr algn="l">
              <a:defRPr sz="1875" b="1">
                <a:solidFill>
                  <a:srgbClr val="A78025"/>
                </a:solidFill>
                <a:latin typeface="Noto Sans JP"/>
                <a:ea typeface="Noto Sans JP"/>
                <a:cs typeface="Noto Sans JP"/>
              </a:defRPr>
            </a:lvl8pPr>
            <a:lvl9pPr algn="l">
              <a:defRPr sz="1875" b="1">
                <a:solidFill>
                  <a:srgbClr val="A78025"/>
                </a:solidFill>
                <a:latin typeface="Noto Sans JP"/>
                <a:ea typeface="Noto Sans JP"/>
                <a:cs typeface="Noto Sans JP"/>
              </a:defRPr>
            </a:lvl9pPr>
          </a:lstStyle>
          <a:p xmlns:a="http://schemas.openxmlformats.org/drawingml/2006/main">
            <a:pPr algn="l">
              <a:defRPr sz="1875" b="1">
                <a:solidFill>
                  <a:srgbClr val="A78025"/>
                </a:solidFill>
                <a:latin typeface="Noto Sans JP"/>
                <a:ea typeface="Noto Sans JP"/>
                <a:cs typeface="Noto Sans JP"/>
              </a:defRPr>
            </a:pPr>
            <a:r>
              <a:rPr sz="1875" b="1">
                <a:solidFill>
                  <a:srgbClr val="A78025"/>
                </a:solidFill>
                <a:latin typeface="Noto Sans JP"/>
                <a:ea typeface="Noto Sans JP"/>
                <a:cs typeface="Noto Sans JP"/>
              </a:rPr>
              <a:t>対象</a:t>
            </a:r>
          </a:p>
        </p:txBody>
      </p:sp>
      <p:sp>
        <p:nvSpPr>
          <p:cNvPr id="18" name="target">
            <a:extLst xmlns:a="http://schemas.openxmlformats.org/drawingml/2006/main">
              <a:ext uri="{FF2B5EF4-FFF2-40B4-BE49-F238E27FC236}">
                <a16:creationId xmlns:a16="http://schemas.microsoft.com/office/drawing/2014/main" id="{CB1EC20B-F4A2-4C34-875E-323DDFD0FC59}"/>
              </a:ext>
            </a:extLst>
          </p:cNvPr>
          <p:cNvSpPr>
            <a:spLocks xmlns:a="http://schemas.openxmlformats.org/drawingml/2006/main" noGrp="1"/>
          </p:cNvSpPr>
          <p:nvPr/>
        </p:nvSpPr>
        <p:spPr>
          <a:xfrm xmlns:a="http://schemas.openxmlformats.org/drawingml/2006/main">
            <a:off x="1352550" y="2743200"/>
            <a:ext cx="6229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92F66"/>
                </a:solidFill>
                <a:latin typeface="Noto Sans JP"/>
                <a:ea typeface="Noto Sans JP"/>
                <a:cs typeface="Noto Sans JP"/>
              </a:defRPr>
            </a:defPPr>
            <a:lvl1pPr algn="l">
              <a:defRPr sz="2025" b="1">
                <a:solidFill>
                  <a:srgbClr val="192F66"/>
                </a:solidFill>
                <a:latin typeface="Noto Sans JP"/>
                <a:ea typeface="Noto Sans JP"/>
                <a:cs typeface="Noto Sans JP"/>
              </a:defRPr>
            </a:lvl1pPr>
            <a:lvl2pPr algn="l">
              <a:defRPr sz="2025" b="1">
                <a:solidFill>
                  <a:srgbClr val="192F66"/>
                </a:solidFill>
                <a:latin typeface="Noto Sans JP"/>
                <a:ea typeface="Noto Sans JP"/>
                <a:cs typeface="Noto Sans JP"/>
              </a:defRPr>
            </a:lvl2pPr>
            <a:lvl3pPr algn="l">
              <a:defRPr sz="2025" b="1">
                <a:solidFill>
                  <a:srgbClr val="192F66"/>
                </a:solidFill>
                <a:latin typeface="Noto Sans JP"/>
                <a:ea typeface="Noto Sans JP"/>
                <a:cs typeface="Noto Sans JP"/>
              </a:defRPr>
            </a:lvl3pPr>
            <a:lvl4pPr algn="l">
              <a:defRPr sz="2025" b="1">
                <a:solidFill>
                  <a:srgbClr val="192F66"/>
                </a:solidFill>
                <a:latin typeface="Noto Sans JP"/>
                <a:ea typeface="Noto Sans JP"/>
                <a:cs typeface="Noto Sans JP"/>
              </a:defRPr>
            </a:lvl4pPr>
            <a:lvl5pPr algn="l">
              <a:defRPr sz="2025" b="1">
                <a:solidFill>
                  <a:srgbClr val="192F66"/>
                </a:solidFill>
                <a:latin typeface="Noto Sans JP"/>
                <a:ea typeface="Noto Sans JP"/>
                <a:cs typeface="Noto Sans JP"/>
              </a:defRPr>
            </a:lvl5pPr>
            <a:lvl6pPr algn="l">
              <a:defRPr sz="2025" b="1">
                <a:solidFill>
                  <a:srgbClr val="192F66"/>
                </a:solidFill>
                <a:latin typeface="Noto Sans JP"/>
                <a:ea typeface="Noto Sans JP"/>
                <a:cs typeface="Noto Sans JP"/>
              </a:defRPr>
            </a:lvl6pPr>
            <a:lvl7pPr algn="l">
              <a:defRPr sz="2025" b="1">
                <a:solidFill>
                  <a:srgbClr val="192F66"/>
                </a:solidFill>
                <a:latin typeface="Noto Sans JP"/>
                <a:ea typeface="Noto Sans JP"/>
                <a:cs typeface="Noto Sans JP"/>
              </a:defRPr>
            </a:lvl7pPr>
            <a:lvl8pPr algn="l">
              <a:defRPr sz="2025" b="1">
                <a:solidFill>
                  <a:srgbClr val="192F66"/>
                </a:solidFill>
                <a:latin typeface="Noto Sans JP"/>
                <a:ea typeface="Noto Sans JP"/>
                <a:cs typeface="Noto Sans JP"/>
              </a:defRPr>
            </a:lvl8pPr>
            <a:lvl9pPr algn="l">
              <a:defRPr sz="2025" b="1">
                <a:solidFill>
                  <a:srgbClr val="192F66"/>
                </a:solidFill>
                <a:latin typeface="Noto Sans JP"/>
                <a:ea typeface="Noto Sans JP"/>
                <a:cs typeface="Noto Sans JP"/>
              </a:defRPr>
            </a:lvl9pPr>
          </a:lstStyle>
          <a:p xmlns:a="http://schemas.openxmlformats.org/drawingml/2006/main">
            <a:pPr algn="l">
              <a:defRPr sz="2025" b="1">
                <a:solidFill>
                  <a:srgbClr val="192F66"/>
                </a:solidFill>
                <a:latin typeface="Noto Sans JP"/>
                <a:ea typeface="Noto Sans JP"/>
                <a:cs typeface="Noto Sans JP"/>
              </a:defRPr>
            </a:pPr>
            <a:r>
              <a:rPr sz="2025" b="1">
                <a:solidFill>
                  <a:srgbClr val="192F66"/>
                </a:solidFill>
                <a:latin typeface="Noto Sans JP"/>
                <a:ea typeface="Noto Sans JP"/>
                <a:cs typeface="Noto Sans JP"/>
              </a:rPr>
              <a:t>会社名・サービス名・代表者名の検索</a:t>
            </a:r>
          </a:p>
        </p:txBody>
      </p:sp>
      <p:sp>
        <p:nvSpPr>
          <p:cNvPr id="19" name="target-detail">
            <a:extLst xmlns:a="http://schemas.openxmlformats.org/drawingml/2006/main">
              <a:ext uri="{FF2B5EF4-FFF2-40B4-BE49-F238E27FC236}">
                <a16:creationId xmlns:a16="http://schemas.microsoft.com/office/drawing/2014/main" id="{58320416-F11F-4823-970F-B845ED104EAC}"/>
              </a:ext>
            </a:extLst>
          </p:cNvPr>
          <p:cNvSpPr>
            <a:spLocks xmlns:a="http://schemas.openxmlformats.org/drawingml/2006/main" noGrp="1"/>
          </p:cNvSpPr>
          <p:nvPr/>
        </p:nvSpPr>
        <p:spPr>
          <a:xfrm xmlns:a="http://schemas.openxmlformats.org/drawingml/2006/main">
            <a:off x="1352550" y="3257550"/>
            <a:ext cx="6229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192D4C"/>
                </a:solidFill>
                <a:latin typeface="Noto Sans JP"/>
                <a:ea typeface="Noto Sans JP"/>
                <a:cs typeface="Noto Sans JP"/>
              </a:defRPr>
            </a:defPPr>
            <a:lvl1pPr algn="l">
              <a:defRPr sz="1575" b="0">
                <a:solidFill>
                  <a:srgbClr val="192D4C"/>
                </a:solidFill>
                <a:latin typeface="Noto Sans JP"/>
                <a:ea typeface="Noto Sans JP"/>
                <a:cs typeface="Noto Sans JP"/>
              </a:defRPr>
            </a:lvl1pPr>
            <a:lvl2pPr algn="l">
              <a:defRPr sz="1575" b="0">
                <a:solidFill>
                  <a:srgbClr val="192D4C"/>
                </a:solidFill>
                <a:latin typeface="Noto Sans JP"/>
                <a:ea typeface="Noto Sans JP"/>
                <a:cs typeface="Noto Sans JP"/>
              </a:defRPr>
            </a:lvl2pPr>
            <a:lvl3pPr algn="l">
              <a:defRPr sz="1575" b="0">
                <a:solidFill>
                  <a:srgbClr val="192D4C"/>
                </a:solidFill>
                <a:latin typeface="Noto Sans JP"/>
                <a:ea typeface="Noto Sans JP"/>
                <a:cs typeface="Noto Sans JP"/>
              </a:defRPr>
            </a:lvl3pPr>
            <a:lvl4pPr algn="l">
              <a:defRPr sz="1575" b="0">
                <a:solidFill>
                  <a:srgbClr val="192D4C"/>
                </a:solidFill>
                <a:latin typeface="Noto Sans JP"/>
                <a:ea typeface="Noto Sans JP"/>
                <a:cs typeface="Noto Sans JP"/>
              </a:defRPr>
            </a:lvl4pPr>
            <a:lvl5pPr algn="l">
              <a:defRPr sz="1575" b="0">
                <a:solidFill>
                  <a:srgbClr val="192D4C"/>
                </a:solidFill>
                <a:latin typeface="Noto Sans JP"/>
                <a:ea typeface="Noto Sans JP"/>
                <a:cs typeface="Noto Sans JP"/>
              </a:defRPr>
            </a:lvl5pPr>
            <a:lvl6pPr algn="l">
              <a:defRPr sz="1575" b="0">
                <a:solidFill>
                  <a:srgbClr val="192D4C"/>
                </a:solidFill>
                <a:latin typeface="Noto Sans JP"/>
                <a:ea typeface="Noto Sans JP"/>
                <a:cs typeface="Noto Sans JP"/>
              </a:defRPr>
            </a:lvl6pPr>
            <a:lvl7pPr algn="l">
              <a:defRPr sz="1575" b="0">
                <a:solidFill>
                  <a:srgbClr val="192D4C"/>
                </a:solidFill>
                <a:latin typeface="Noto Sans JP"/>
                <a:ea typeface="Noto Sans JP"/>
                <a:cs typeface="Noto Sans JP"/>
              </a:defRPr>
            </a:lvl7pPr>
            <a:lvl8pPr algn="l">
              <a:defRPr sz="1575" b="0">
                <a:solidFill>
                  <a:srgbClr val="192D4C"/>
                </a:solidFill>
                <a:latin typeface="Noto Sans JP"/>
                <a:ea typeface="Noto Sans JP"/>
                <a:cs typeface="Noto Sans JP"/>
              </a:defRPr>
            </a:lvl8pPr>
            <a:lvl9pPr algn="l">
              <a:defRPr sz="1575" b="0">
                <a:solidFill>
                  <a:srgbClr val="192D4C"/>
                </a:solidFill>
                <a:latin typeface="Noto Sans JP"/>
                <a:ea typeface="Noto Sans JP"/>
                <a:cs typeface="Noto Sans JP"/>
              </a:defRPr>
            </a:lvl9pPr>
          </a:lstStyle>
          <a:p xmlns:a="http://schemas.openxmlformats.org/drawingml/2006/main">
            <a:pPr algn="l">
              <a:defRPr sz="1575" b="0">
                <a:solidFill>
                  <a:srgbClr val="192D4C"/>
                </a:solidFill>
                <a:latin typeface="Noto Sans JP"/>
                <a:ea typeface="Noto Sans JP"/>
                <a:cs typeface="Noto Sans JP"/>
              </a:defRPr>
            </a:pPr>
            <a:r>
              <a:rPr sz="1575" b="0">
                <a:solidFill>
                  <a:srgbClr val="192D4C"/>
                </a:solidFill>
                <a:latin typeface="Noto Sans JP"/>
                <a:ea typeface="Noto Sans JP"/>
                <a:cs typeface="Noto Sans JP"/>
              </a:rPr>
              <a:t>評判・実績・特徴など、比較検討で聞かれる問いを整理。</a:t>
            </a:r>
          </a:p>
        </p:txBody>
      </p:sp>
      <p:sp>
        <p:nvSpPr>
          <p:cNvPr id="20" name="operation-label">
            <a:extLst xmlns:a="http://schemas.openxmlformats.org/drawingml/2006/main">
              <a:ext uri="{FF2B5EF4-FFF2-40B4-BE49-F238E27FC236}">
                <a16:creationId xmlns:a16="http://schemas.microsoft.com/office/drawing/2014/main" id="{273FE309-7065-4B41-B239-77D1B795D75F}"/>
              </a:ext>
            </a:extLst>
          </p:cNvPr>
          <p:cNvSpPr>
            <a:spLocks xmlns:a="http://schemas.openxmlformats.org/drawingml/2006/main" noGrp="1"/>
          </p:cNvSpPr>
          <p:nvPr/>
        </p:nvSpPr>
        <p:spPr>
          <a:xfrm xmlns:a="http://schemas.openxmlformats.org/drawingml/2006/main">
            <a:off x="609600" y="39052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A78025"/>
                </a:solidFill>
                <a:latin typeface="Noto Sans JP"/>
                <a:ea typeface="Noto Sans JP"/>
                <a:cs typeface="Noto Sans JP"/>
              </a:defRPr>
            </a:defPPr>
            <a:lvl1pPr algn="l">
              <a:defRPr sz="1875" b="1">
                <a:solidFill>
                  <a:srgbClr val="A78025"/>
                </a:solidFill>
                <a:latin typeface="Noto Sans JP"/>
                <a:ea typeface="Noto Sans JP"/>
                <a:cs typeface="Noto Sans JP"/>
              </a:defRPr>
            </a:lvl1pPr>
            <a:lvl2pPr algn="l">
              <a:defRPr sz="1875" b="1">
                <a:solidFill>
                  <a:srgbClr val="A78025"/>
                </a:solidFill>
                <a:latin typeface="Noto Sans JP"/>
                <a:ea typeface="Noto Sans JP"/>
                <a:cs typeface="Noto Sans JP"/>
              </a:defRPr>
            </a:lvl2pPr>
            <a:lvl3pPr algn="l">
              <a:defRPr sz="1875" b="1">
                <a:solidFill>
                  <a:srgbClr val="A78025"/>
                </a:solidFill>
                <a:latin typeface="Noto Sans JP"/>
                <a:ea typeface="Noto Sans JP"/>
                <a:cs typeface="Noto Sans JP"/>
              </a:defRPr>
            </a:lvl3pPr>
            <a:lvl4pPr algn="l">
              <a:defRPr sz="1875" b="1">
                <a:solidFill>
                  <a:srgbClr val="A78025"/>
                </a:solidFill>
                <a:latin typeface="Noto Sans JP"/>
                <a:ea typeface="Noto Sans JP"/>
                <a:cs typeface="Noto Sans JP"/>
              </a:defRPr>
            </a:lvl4pPr>
            <a:lvl5pPr algn="l">
              <a:defRPr sz="1875" b="1">
                <a:solidFill>
                  <a:srgbClr val="A78025"/>
                </a:solidFill>
                <a:latin typeface="Noto Sans JP"/>
                <a:ea typeface="Noto Sans JP"/>
                <a:cs typeface="Noto Sans JP"/>
              </a:defRPr>
            </a:lvl5pPr>
            <a:lvl6pPr algn="l">
              <a:defRPr sz="1875" b="1">
                <a:solidFill>
                  <a:srgbClr val="A78025"/>
                </a:solidFill>
                <a:latin typeface="Noto Sans JP"/>
                <a:ea typeface="Noto Sans JP"/>
                <a:cs typeface="Noto Sans JP"/>
              </a:defRPr>
            </a:lvl6pPr>
            <a:lvl7pPr algn="l">
              <a:defRPr sz="1875" b="1">
                <a:solidFill>
                  <a:srgbClr val="A78025"/>
                </a:solidFill>
                <a:latin typeface="Noto Sans JP"/>
                <a:ea typeface="Noto Sans JP"/>
                <a:cs typeface="Noto Sans JP"/>
              </a:defRPr>
            </a:lvl7pPr>
            <a:lvl8pPr algn="l">
              <a:defRPr sz="1875" b="1">
                <a:solidFill>
                  <a:srgbClr val="A78025"/>
                </a:solidFill>
                <a:latin typeface="Noto Sans JP"/>
                <a:ea typeface="Noto Sans JP"/>
                <a:cs typeface="Noto Sans JP"/>
              </a:defRPr>
            </a:lvl8pPr>
            <a:lvl9pPr algn="l">
              <a:defRPr sz="1875" b="1">
                <a:solidFill>
                  <a:srgbClr val="A78025"/>
                </a:solidFill>
                <a:latin typeface="Noto Sans JP"/>
                <a:ea typeface="Noto Sans JP"/>
                <a:cs typeface="Noto Sans JP"/>
              </a:defRPr>
            </a:lvl9pPr>
          </a:lstStyle>
          <a:p xmlns:a="http://schemas.openxmlformats.org/drawingml/2006/main">
            <a:pPr algn="l">
              <a:defRPr sz="1875" b="1">
                <a:solidFill>
                  <a:srgbClr val="A78025"/>
                </a:solidFill>
                <a:latin typeface="Noto Sans JP"/>
                <a:ea typeface="Noto Sans JP"/>
                <a:cs typeface="Noto Sans JP"/>
              </a:defRPr>
            </a:pPr>
            <a:r>
              <a:rPr sz="1875" b="1">
                <a:solidFill>
                  <a:srgbClr val="A78025"/>
                </a:solidFill>
                <a:latin typeface="Noto Sans JP"/>
                <a:ea typeface="Noto Sans JP"/>
                <a:cs typeface="Noto Sans JP"/>
              </a:rPr>
              <a:t>運用</a:t>
            </a:r>
          </a:p>
        </p:txBody>
      </p:sp>
      <p:sp>
        <p:nvSpPr>
          <p:cNvPr id="21" name="operation">
            <a:extLst xmlns:a="http://schemas.openxmlformats.org/drawingml/2006/main">
              <a:ext uri="{FF2B5EF4-FFF2-40B4-BE49-F238E27FC236}">
                <a16:creationId xmlns:a16="http://schemas.microsoft.com/office/drawing/2014/main" id="{34C0553E-BAFE-404F-80CB-0DCCA75B5364}"/>
              </a:ext>
            </a:extLst>
          </p:cNvPr>
          <p:cNvSpPr>
            <a:spLocks xmlns:a="http://schemas.openxmlformats.org/drawingml/2006/main" noGrp="1"/>
          </p:cNvSpPr>
          <p:nvPr/>
        </p:nvSpPr>
        <p:spPr>
          <a:xfrm xmlns:a="http://schemas.openxmlformats.org/drawingml/2006/main">
            <a:off x="1352550" y="3895725"/>
            <a:ext cx="6229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92F66"/>
                </a:solidFill>
                <a:latin typeface="Noto Sans JP"/>
                <a:ea typeface="Noto Sans JP"/>
                <a:cs typeface="Noto Sans JP"/>
              </a:defRPr>
            </a:defPPr>
            <a:lvl1pPr algn="l">
              <a:defRPr sz="2025" b="1">
                <a:solidFill>
                  <a:srgbClr val="192F66"/>
                </a:solidFill>
                <a:latin typeface="Noto Sans JP"/>
                <a:ea typeface="Noto Sans JP"/>
                <a:cs typeface="Noto Sans JP"/>
              </a:defRPr>
            </a:lvl1pPr>
            <a:lvl2pPr algn="l">
              <a:defRPr sz="2025" b="1">
                <a:solidFill>
                  <a:srgbClr val="192F66"/>
                </a:solidFill>
                <a:latin typeface="Noto Sans JP"/>
                <a:ea typeface="Noto Sans JP"/>
                <a:cs typeface="Noto Sans JP"/>
              </a:defRPr>
            </a:lvl2pPr>
            <a:lvl3pPr algn="l">
              <a:defRPr sz="2025" b="1">
                <a:solidFill>
                  <a:srgbClr val="192F66"/>
                </a:solidFill>
                <a:latin typeface="Noto Sans JP"/>
                <a:ea typeface="Noto Sans JP"/>
                <a:cs typeface="Noto Sans JP"/>
              </a:defRPr>
            </a:lvl3pPr>
            <a:lvl4pPr algn="l">
              <a:defRPr sz="2025" b="1">
                <a:solidFill>
                  <a:srgbClr val="192F66"/>
                </a:solidFill>
                <a:latin typeface="Noto Sans JP"/>
                <a:ea typeface="Noto Sans JP"/>
                <a:cs typeface="Noto Sans JP"/>
              </a:defRPr>
            </a:lvl4pPr>
            <a:lvl5pPr algn="l">
              <a:defRPr sz="2025" b="1">
                <a:solidFill>
                  <a:srgbClr val="192F66"/>
                </a:solidFill>
                <a:latin typeface="Noto Sans JP"/>
                <a:ea typeface="Noto Sans JP"/>
                <a:cs typeface="Noto Sans JP"/>
              </a:defRPr>
            </a:lvl5pPr>
            <a:lvl6pPr algn="l">
              <a:defRPr sz="2025" b="1">
                <a:solidFill>
                  <a:srgbClr val="192F66"/>
                </a:solidFill>
                <a:latin typeface="Noto Sans JP"/>
                <a:ea typeface="Noto Sans JP"/>
                <a:cs typeface="Noto Sans JP"/>
              </a:defRPr>
            </a:lvl6pPr>
            <a:lvl7pPr algn="l">
              <a:defRPr sz="2025" b="1">
                <a:solidFill>
                  <a:srgbClr val="192F66"/>
                </a:solidFill>
                <a:latin typeface="Noto Sans JP"/>
                <a:ea typeface="Noto Sans JP"/>
                <a:cs typeface="Noto Sans JP"/>
              </a:defRPr>
            </a:lvl7pPr>
            <a:lvl8pPr algn="l">
              <a:defRPr sz="2025" b="1">
                <a:solidFill>
                  <a:srgbClr val="192F66"/>
                </a:solidFill>
                <a:latin typeface="Noto Sans JP"/>
                <a:ea typeface="Noto Sans JP"/>
                <a:cs typeface="Noto Sans JP"/>
              </a:defRPr>
            </a:lvl8pPr>
            <a:lvl9pPr algn="l">
              <a:defRPr sz="2025" b="1">
                <a:solidFill>
                  <a:srgbClr val="192F66"/>
                </a:solidFill>
                <a:latin typeface="Noto Sans JP"/>
                <a:ea typeface="Noto Sans JP"/>
                <a:cs typeface="Noto Sans JP"/>
              </a:defRPr>
            </a:lvl9pPr>
          </a:lstStyle>
          <a:p xmlns:a="http://schemas.openxmlformats.org/drawingml/2006/main">
            <a:pPr algn="l">
              <a:defRPr sz="2025" b="1">
                <a:solidFill>
                  <a:srgbClr val="192F66"/>
                </a:solidFill>
                <a:latin typeface="Noto Sans JP"/>
                <a:ea typeface="Noto Sans JP"/>
                <a:cs typeface="Noto Sans JP"/>
              </a:defRPr>
            </a:pPr>
            <a:r>
              <a:rPr sz="2025" b="1">
                <a:solidFill>
                  <a:srgbClr val="192F66"/>
                </a:solidFill>
                <a:latin typeface="Noto Sans JP"/>
                <a:ea typeface="Noto Sans JP"/>
                <a:cs typeface="Noto Sans JP"/>
              </a:rPr>
              <a:t>会社の魅力と根拠が伝わる情報づくり</a:t>
            </a:r>
          </a:p>
        </p:txBody>
      </p:sp>
      <p:sp>
        <p:nvSpPr>
          <p:cNvPr id="22" name="operation-detail">
            <a:extLst xmlns:a="http://schemas.openxmlformats.org/drawingml/2006/main">
              <a:ext uri="{FF2B5EF4-FFF2-40B4-BE49-F238E27FC236}">
                <a16:creationId xmlns:a16="http://schemas.microsoft.com/office/drawing/2014/main" id="{EE43B1C1-E61B-497E-B8B4-B2CA5922BC59}"/>
              </a:ext>
            </a:extLst>
          </p:cNvPr>
          <p:cNvSpPr>
            <a:spLocks xmlns:a="http://schemas.openxmlformats.org/drawingml/2006/main" noGrp="1"/>
          </p:cNvSpPr>
          <p:nvPr/>
        </p:nvSpPr>
        <p:spPr>
          <a:xfrm xmlns:a="http://schemas.openxmlformats.org/drawingml/2006/main">
            <a:off x="1352550" y="4438650"/>
            <a:ext cx="6229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92D4C"/>
                </a:solidFill>
                <a:latin typeface="Noto Sans JP"/>
                <a:ea typeface="Noto Sans JP"/>
                <a:cs typeface="Noto Sans JP"/>
              </a:defRPr>
            </a:defPPr>
            <a:lvl1pPr algn="l">
              <a:defRPr sz="1725" b="0">
                <a:solidFill>
                  <a:srgbClr val="192D4C"/>
                </a:solidFill>
                <a:latin typeface="Noto Sans JP"/>
                <a:ea typeface="Noto Sans JP"/>
                <a:cs typeface="Noto Sans JP"/>
              </a:defRPr>
            </a:lvl1pPr>
            <a:lvl2pPr algn="l">
              <a:defRPr sz="1725" b="0">
                <a:solidFill>
                  <a:srgbClr val="192D4C"/>
                </a:solidFill>
                <a:latin typeface="Noto Sans JP"/>
                <a:ea typeface="Noto Sans JP"/>
                <a:cs typeface="Noto Sans JP"/>
              </a:defRPr>
            </a:lvl2pPr>
            <a:lvl3pPr algn="l">
              <a:defRPr sz="1725" b="0">
                <a:solidFill>
                  <a:srgbClr val="192D4C"/>
                </a:solidFill>
                <a:latin typeface="Noto Sans JP"/>
                <a:ea typeface="Noto Sans JP"/>
                <a:cs typeface="Noto Sans JP"/>
              </a:defRPr>
            </a:lvl3pPr>
            <a:lvl4pPr algn="l">
              <a:defRPr sz="1725" b="0">
                <a:solidFill>
                  <a:srgbClr val="192D4C"/>
                </a:solidFill>
                <a:latin typeface="Noto Sans JP"/>
                <a:ea typeface="Noto Sans JP"/>
                <a:cs typeface="Noto Sans JP"/>
              </a:defRPr>
            </a:lvl4pPr>
            <a:lvl5pPr algn="l">
              <a:defRPr sz="1725" b="0">
                <a:solidFill>
                  <a:srgbClr val="192D4C"/>
                </a:solidFill>
                <a:latin typeface="Noto Sans JP"/>
                <a:ea typeface="Noto Sans JP"/>
                <a:cs typeface="Noto Sans JP"/>
              </a:defRPr>
            </a:lvl5pPr>
            <a:lvl6pPr algn="l">
              <a:defRPr sz="1725" b="0">
                <a:solidFill>
                  <a:srgbClr val="192D4C"/>
                </a:solidFill>
                <a:latin typeface="Noto Sans JP"/>
                <a:ea typeface="Noto Sans JP"/>
                <a:cs typeface="Noto Sans JP"/>
              </a:defRPr>
            </a:lvl6pPr>
            <a:lvl7pPr algn="l">
              <a:defRPr sz="1725" b="0">
                <a:solidFill>
                  <a:srgbClr val="192D4C"/>
                </a:solidFill>
                <a:latin typeface="Noto Sans JP"/>
                <a:ea typeface="Noto Sans JP"/>
                <a:cs typeface="Noto Sans JP"/>
              </a:defRPr>
            </a:lvl7pPr>
            <a:lvl8pPr algn="l">
              <a:defRPr sz="1725" b="0">
                <a:solidFill>
                  <a:srgbClr val="192D4C"/>
                </a:solidFill>
                <a:latin typeface="Noto Sans JP"/>
                <a:ea typeface="Noto Sans JP"/>
                <a:cs typeface="Noto Sans JP"/>
              </a:defRPr>
            </a:lvl8pPr>
            <a:lvl9pPr algn="l">
              <a:defRPr sz="1725" b="0">
                <a:solidFill>
                  <a:srgbClr val="192D4C"/>
                </a:solidFill>
                <a:latin typeface="Noto Sans JP"/>
                <a:ea typeface="Noto Sans JP"/>
                <a:cs typeface="Noto Sans JP"/>
              </a:defRPr>
            </a:lvl9pPr>
          </a:lstStyle>
          <a:p xmlns:a="http://schemas.openxmlformats.org/drawingml/2006/main">
            <a:pPr algn="l">
              <a:defRPr sz="1725" b="0">
                <a:solidFill>
                  <a:srgbClr val="192D4C"/>
                </a:solidFill>
                <a:latin typeface="Noto Sans JP"/>
                <a:ea typeface="Noto Sans JP"/>
                <a:cs typeface="Noto Sans JP"/>
              </a:defRPr>
            </a:pPr>
            <a:r>
              <a:rPr sz="1725" b="0">
                <a:solidFill>
                  <a:srgbClr val="192D4C"/>
                </a:solidFill>
                <a:latin typeface="Noto Sans JP"/>
                <a:ea typeface="Noto Sans JP"/>
                <a:cs typeface="Noto Sans JP"/>
              </a:rPr>
              <a:t>合意した記事・公開情報を整え、</a:t>
            </a:r>
          </a:p>
          <a:p xmlns:a="http://schemas.openxmlformats.org/drawingml/2006/main">
            <a:pPr algn="l">
              <a:defRPr sz="1725" b="0">
                <a:solidFill>
                  <a:srgbClr val="192D4C"/>
                </a:solidFill>
                <a:latin typeface="Noto Sans JP"/>
                <a:ea typeface="Noto Sans JP"/>
                <a:cs typeface="Noto Sans JP"/>
              </a:defRPr>
            </a:pPr>
            <a:r>
              <a:rPr sz="1725" b="0">
                <a:solidFill>
                  <a:srgbClr val="192D4C"/>
                </a:solidFill>
                <a:latin typeface="Noto Sans JP"/>
                <a:ea typeface="Noto Sans JP"/>
                <a:cs typeface="Noto Sans JP"/>
              </a:rPr>
              <a:t>AI別に紹介と引用を確認。</a:t>
            </a:r>
          </a:p>
        </p:txBody>
      </p:sp>
      <p:sp>
        <p:nvSpPr>
          <p:cNvPr id="23" name="contract">
            <a:extLst xmlns:a="http://schemas.openxmlformats.org/drawingml/2006/main">
              <a:ext uri="{FF2B5EF4-FFF2-40B4-BE49-F238E27FC236}">
                <a16:creationId xmlns:a16="http://schemas.microsoft.com/office/drawing/2014/main" id="{F88331A2-E34F-4ACF-9E34-818F74419F9B}"/>
              </a:ext>
            </a:extLst>
          </p:cNvPr>
          <p:cNvSpPr>
            <a:spLocks xmlns:a="http://schemas.openxmlformats.org/drawingml/2006/main" noGrp="1"/>
          </p:cNvSpPr>
          <p:nvPr/>
        </p:nvSpPr>
        <p:spPr>
          <a:xfrm xmlns:a="http://schemas.openxmlformats.org/drawingml/2006/main">
            <a:off x="609600" y="5648325"/>
            <a:ext cx="6991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rPr>
              <a:t>月額払い：最低1年契約、1年ごとに自動更新。</a:t>
            </a:r>
          </a:p>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rPr>
              <a:t>年間一括払いは12か月分の前払いです。</a:t>
            </a:r>
          </a:p>
        </p:txBody>
      </p:sp>
    </p:spTree>
    <p:extLst>
      <p:ext uri="{BB962C8B-B14F-4D97-AF65-F5344CB8AC3E}">
        <p14:creationId xmlns:p14="http://schemas.microsoft.com/office/powerpoint/2010/main" val="106689606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ection">
            <a:extLst xmlns:a="http://schemas.openxmlformats.org/drawingml/2006/main">
              <a:ext uri="{FF2B5EF4-FFF2-40B4-BE49-F238E27FC236}">
                <a16:creationId xmlns:a16="http://schemas.microsoft.com/office/drawing/2014/main" id="{3AA9CE59-BF9A-44DD-83EA-27998F8F27ED}"/>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05  基本・おすすめプラン</a:t>
            </a:r>
          </a:p>
        </p:txBody>
      </p:sp>
      <p:sp>
        <p:nvSpPr>
          <p:cNvPr id="2" name="title">
            <a:extLst xmlns:a="http://schemas.openxmlformats.org/drawingml/2006/main">
              <a:ext uri="{FF2B5EF4-FFF2-40B4-BE49-F238E27FC236}">
                <a16:creationId xmlns:a16="http://schemas.microsoft.com/office/drawing/2014/main" id="{63425312-3D8F-44D5-8237-92F6877FD977}"/>
              </a:ext>
            </a:extLst>
          </p:cNvPr>
          <p:cNvSpPr>
            <a:spLocks xmlns:a="http://schemas.openxmlformats.org/drawingml/2006/main" noGrp="1"/>
          </p:cNvSpPr>
          <p:nvPr/>
        </p:nvSpPr>
        <p:spPr>
          <a:xfrm xmlns:a="http://schemas.openxmlformats.org/drawingml/2006/main">
            <a:off x="609600" y="781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92F66"/>
                </a:solidFill>
                <a:latin typeface="Noto Sans JP"/>
                <a:ea typeface="Noto Sans JP"/>
                <a:cs typeface="Noto Sans JP"/>
              </a:defRPr>
            </a:defPPr>
            <a:lvl1pPr algn="l">
              <a:defRPr sz="3150" b="1">
                <a:solidFill>
                  <a:srgbClr val="192F66"/>
                </a:solidFill>
                <a:latin typeface="Noto Sans JP"/>
                <a:ea typeface="Noto Sans JP"/>
                <a:cs typeface="Noto Sans JP"/>
              </a:defRPr>
            </a:lvl1pPr>
            <a:lvl2pPr algn="l">
              <a:defRPr sz="3150" b="1">
                <a:solidFill>
                  <a:srgbClr val="192F66"/>
                </a:solidFill>
                <a:latin typeface="Noto Sans JP"/>
                <a:ea typeface="Noto Sans JP"/>
                <a:cs typeface="Noto Sans JP"/>
              </a:defRPr>
            </a:lvl2pPr>
            <a:lvl3pPr algn="l">
              <a:defRPr sz="3150" b="1">
                <a:solidFill>
                  <a:srgbClr val="192F66"/>
                </a:solidFill>
                <a:latin typeface="Noto Sans JP"/>
                <a:ea typeface="Noto Sans JP"/>
                <a:cs typeface="Noto Sans JP"/>
              </a:defRPr>
            </a:lvl3pPr>
            <a:lvl4pPr algn="l">
              <a:defRPr sz="3150" b="1">
                <a:solidFill>
                  <a:srgbClr val="192F66"/>
                </a:solidFill>
                <a:latin typeface="Noto Sans JP"/>
                <a:ea typeface="Noto Sans JP"/>
                <a:cs typeface="Noto Sans JP"/>
              </a:defRPr>
            </a:lvl4pPr>
            <a:lvl5pPr algn="l">
              <a:defRPr sz="3150" b="1">
                <a:solidFill>
                  <a:srgbClr val="192F66"/>
                </a:solidFill>
                <a:latin typeface="Noto Sans JP"/>
                <a:ea typeface="Noto Sans JP"/>
                <a:cs typeface="Noto Sans JP"/>
              </a:defRPr>
            </a:lvl5pPr>
            <a:lvl6pPr algn="l">
              <a:defRPr sz="3150" b="1">
                <a:solidFill>
                  <a:srgbClr val="192F66"/>
                </a:solidFill>
                <a:latin typeface="Noto Sans JP"/>
                <a:ea typeface="Noto Sans JP"/>
                <a:cs typeface="Noto Sans JP"/>
              </a:defRPr>
            </a:lvl6pPr>
            <a:lvl7pPr algn="l">
              <a:defRPr sz="3150" b="1">
                <a:solidFill>
                  <a:srgbClr val="192F66"/>
                </a:solidFill>
                <a:latin typeface="Noto Sans JP"/>
                <a:ea typeface="Noto Sans JP"/>
                <a:cs typeface="Noto Sans JP"/>
              </a:defRPr>
            </a:lvl7pPr>
            <a:lvl8pPr algn="l">
              <a:defRPr sz="3150" b="1">
                <a:solidFill>
                  <a:srgbClr val="192F66"/>
                </a:solidFill>
                <a:latin typeface="Noto Sans JP"/>
                <a:ea typeface="Noto Sans JP"/>
                <a:cs typeface="Noto Sans JP"/>
              </a:defRPr>
            </a:lvl8pPr>
            <a:lvl9pPr algn="l">
              <a:defRPr sz="3150" b="1">
                <a:solidFill>
                  <a:srgbClr val="192F66"/>
                </a:solidFill>
                <a:latin typeface="Noto Sans JP"/>
                <a:ea typeface="Noto Sans JP"/>
                <a:cs typeface="Noto Sans JP"/>
              </a:defRPr>
            </a:lvl9pPr>
          </a:lstStyle>
          <a:p xmlns:a="http://schemas.openxmlformats.org/drawingml/2006/main">
            <a:pPr algn="l">
              <a:defRPr sz="3150" b="1">
                <a:solidFill>
                  <a:srgbClr val="192F66"/>
                </a:solidFill>
                <a:latin typeface="Noto Sans JP"/>
                <a:ea typeface="Noto Sans JP"/>
                <a:cs typeface="Noto Sans JP"/>
              </a:defRPr>
            </a:pPr>
            <a:r>
              <a:rPr sz="3150" b="1">
                <a:solidFill>
                  <a:srgbClr val="192F66"/>
                </a:solidFill>
                <a:latin typeface="Noto Sans JP"/>
                <a:ea typeface="Noto Sans JP"/>
                <a:cs typeface="Noto Sans JP"/>
              </a:rPr>
              <a:t>指名検索と一般検索を、ひとつのプランに</a:t>
            </a:r>
          </a:p>
        </p:txBody>
      </p:sp>
      <p:sp>
        <p:nvSpPr>
          <p:cNvPr id="3" name="footer-rule">
            <a:extLst xmlns:a="http://schemas.openxmlformats.org/drawingml/2006/main">
              <a:ext uri="{FF2B5EF4-FFF2-40B4-BE49-F238E27FC236}">
                <a16:creationId xmlns:a16="http://schemas.microsoft.com/office/drawing/2014/main" id="{8FD7D8C7-E1D3-4E0F-982C-3DEEFCE9A152}"/>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4378F196-DD81-4152-A07F-75DCBFC9D92B}"/>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B4811E31-19D0-4593-90D0-27430864357E}"/>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92F66"/>
                </a:solidFill>
                <a:latin typeface="Noto Sans JP"/>
                <a:ea typeface="Noto Sans JP"/>
                <a:cs typeface="Noto Sans JP"/>
              </a:defRPr>
            </a:defPPr>
            <a:lvl1pPr algn="r">
              <a:defRPr sz="1350" b="1">
                <a:solidFill>
                  <a:srgbClr val="192F66"/>
                </a:solidFill>
                <a:latin typeface="Noto Sans JP"/>
                <a:ea typeface="Noto Sans JP"/>
                <a:cs typeface="Noto Sans JP"/>
              </a:defRPr>
            </a:lvl1pPr>
            <a:lvl2pPr algn="r">
              <a:defRPr sz="1350" b="1">
                <a:solidFill>
                  <a:srgbClr val="192F66"/>
                </a:solidFill>
                <a:latin typeface="Noto Sans JP"/>
                <a:ea typeface="Noto Sans JP"/>
                <a:cs typeface="Noto Sans JP"/>
              </a:defRPr>
            </a:lvl2pPr>
            <a:lvl3pPr algn="r">
              <a:defRPr sz="1350" b="1">
                <a:solidFill>
                  <a:srgbClr val="192F66"/>
                </a:solidFill>
                <a:latin typeface="Noto Sans JP"/>
                <a:ea typeface="Noto Sans JP"/>
                <a:cs typeface="Noto Sans JP"/>
              </a:defRPr>
            </a:lvl3pPr>
            <a:lvl4pPr algn="r">
              <a:defRPr sz="1350" b="1">
                <a:solidFill>
                  <a:srgbClr val="192F66"/>
                </a:solidFill>
                <a:latin typeface="Noto Sans JP"/>
                <a:ea typeface="Noto Sans JP"/>
                <a:cs typeface="Noto Sans JP"/>
              </a:defRPr>
            </a:lvl4pPr>
            <a:lvl5pPr algn="r">
              <a:defRPr sz="1350" b="1">
                <a:solidFill>
                  <a:srgbClr val="192F66"/>
                </a:solidFill>
                <a:latin typeface="Noto Sans JP"/>
                <a:ea typeface="Noto Sans JP"/>
                <a:cs typeface="Noto Sans JP"/>
              </a:defRPr>
            </a:lvl5pPr>
            <a:lvl6pPr algn="r">
              <a:defRPr sz="1350" b="1">
                <a:solidFill>
                  <a:srgbClr val="192F66"/>
                </a:solidFill>
                <a:latin typeface="Noto Sans JP"/>
                <a:ea typeface="Noto Sans JP"/>
                <a:cs typeface="Noto Sans JP"/>
              </a:defRPr>
            </a:lvl6pPr>
            <a:lvl7pPr algn="r">
              <a:defRPr sz="1350" b="1">
                <a:solidFill>
                  <a:srgbClr val="192F66"/>
                </a:solidFill>
                <a:latin typeface="Noto Sans JP"/>
                <a:ea typeface="Noto Sans JP"/>
                <a:cs typeface="Noto Sans JP"/>
              </a:defRPr>
            </a:lvl7pPr>
            <a:lvl8pPr algn="r">
              <a:defRPr sz="1350" b="1">
                <a:solidFill>
                  <a:srgbClr val="192F66"/>
                </a:solidFill>
                <a:latin typeface="Noto Sans JP"/>
                <a:ea typeface="Noto Sans JP"/>
                <a:cs typeface="Noto Sans JP"/>
              </a:defRPr>
            </a:lvl8pPr>
            <a:lvl9pPr algn="r">
              <a:defRPr sz="1350" b="1">
                <a:solidFill>
                  <a:srgbClr val="192F66"/>
                </a:solidFill>
                <a:latin typeface="Noto Sans JP"/>
                <a:ea typeface="Noto Sans JP"/>
                <a:cs typeface="Noto Sans JP"/>
              </a:defRPr>
            </a:lvl9pPr>
          </a:lstStyle>
          <a:p xmlns:a="http://schemas.openxmlformats.org/drawingml/2006/main">
            <a:pPr algn="r">
              <a:defRPr sz="1350" b="1">
                <a:solidFill>
                  <a:srgbClr val="192F66"/>
                </a:solidFill>
                <a:latin typeface="Noto Sans JP"/>
                <a:ea typeface="Noto Sans JP"/>
                <a:cs typeface="Noto Sans JP"/>
              </a:defRPr>
            </a:pPr>
            <a:r>
              <a:rPr sz="1350" b="1">
                <a:solidFill>
                  <a:srgbClr val="192F66"/>
                </a:solidFill>
                <a:latin typeface="Noto Sans JP"/>
                <a:ea typeface="Noto Sans JP"/>
                <a:cs typeface="Noto Sans JP"/>
              </a:rPr>
              <a:t>40</a:t>
            </a:r>
          </a:p>
        </p:txBody>
      </p:sp>
      <p:sp>
        <p:nvSpPr>
          <p:cNvPr id="6" name="pricing-column">
            <a:extLst xmlns:a="http://schemas.openxmlformats.org/drawingml/2006/main">
              <a:ext uri="{FF2B5EF4-FFF2-40B4-BE49-F238E27FC236}">
                <a16:creationId xmlns:a16="http://schemas.microsoft.com/office/drawing/2014/main" id="{01F77599-B3C2-4B67-AC82-14DE5BF1D6FD}"/>
              </a:ext>
            </a:extLst>
          </p:cNvPr>
          <p:cNvSpPr>
            <a:spLocks xmlns:a="http://schemas.openxmlformats.org/drawingml/2006/main" noGrp="1"/>
          </p:cNvSpPr>
          <p:nvPr/>
        </p:nvSpPr>
        <p:spPr>
          <a:xfrm xmlns:a="http://schemas.openxmlformats.org/drawingml/2006/main">
            <a:off x="7943850" y="1828800"/>
            <a:ext cx="3638550" cy="3562350"/>
          </a:xfrm>
          <a:prstGeom xmlns:a="http://schemas.openxmlformats.org/drawingml/2006/main" prst="rect">
            <a:avLst/>
          </a:prstGeom>
          <a:solidFill xmlns:a="http://schemas.openxmlformats.org/drawingml/2006/main">
            <a:srgbClr val="F8F3E5"/>
          </a:solidFill>
          <a:ln xmlns:a="http://schemas.openxmlformats.org/drawingml/2006/main" w="0">
            <a:noFill/>
          </a:ln>
        </p:spPr>
      </p:sp>
      <p:sp>
        <p:nvSpPr>
          <p:cNvPr id="7" name="regular-label">
            <a:extLst xmlns:a="http://schemas.openxmlformats.org/drawingml/2006/main">
              <a:ext uri="{FF2B5EF4-FFF2-40B4-BE49-F238E27FC236}">
                <a16:creationId xmlns:a16="http://schemas.microsoft.com/office/drawing/2014/main" id="{AF4B44A0-A688-4BFB-B114-77F481512F4B}"/>
              </a:ext>
            </a:extLst>
          </p:cNvPr>
          <p:cNvSpPr>
            <a:spLocks xmlns:a="http://schemas.openxmlformats.org/drawingml/2006/main" noGrp="1"/>
          </p:cNvSpPr>
          <p:nvPr/>
        </p:nvSpPr>
        <p:spPr>
          <a:xfrm xmlns:a="http://schemas.openxmlformats.org/drawingml/2006/main">
            <a:off x="8172450" y="201930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526078"/>
                </a:solidFill>
                <a:latin typeface="Noto Sans JP"/>
                <a:ea typeface="Noto Sans JP"/>
                <a:cs typeface="Noto Sans JP"/>
              </a:defRPr>
            </a:defPPr>
            <a:lvl1pPr algn="l">
              <a:defRPr sz="1350" b="0">
                <a:solidFill>
                  <a:srgbClr val="526078"/>
                </a:solidFill>
                <a:latin typeface="Noto Sans JP"/>
                <a:ea typeface="Noto Sans JP"/>
                <a:cs typeface="Noto Sans JP"/>
              </a:defRPr>
            </a:lvl1pPr>
            <a:lvl2pPr algn="l">
              <a:defRPr sz="1350" b="0">
                <a:solidFill>
                  <a:srgbClr val="526078"/>
                </a:solidFill>
                <a:latin typeface="Noto Sans JP"/>
                <a:ea typeface="Noto Sans JP"/>
                <a:cs typeface="Noto Sans JP"/>
              </a:defRPr>
            </a:lvl2pPr>
            <a:lvl3pPr algn="l">
              <a:defRPr sz="1350" b="0">
                <a:solidFill>
                  <a:srgbClr val="526078"/>
                </a:solidFill>
                <a:latin typeface="Noto Sans JP"/>
                <a:ea typeface="Noto Sans JP"/>
                <a:cs typeface="Noto Sans JP"/>
              </a:defRPr>
            </a:lvl3pPr>
            <a:lvl4pPr algn="l">
              <a:defRPr sz="1350" b="0">
                <a:solidFill>
                  <a:srgbClr val="526078"/>
                </a:solidFill>
                <a:latin typeface="Noto Sans JP"/>
                <a:ea typeface="Noto Sans JP"/>
                <a:cs typeface="Noto Sans JP"/>
              </a:defRPr>
            </a:lvl4pPr>
            <a:lvl5pPr algn="l">
              <a:defRPr sz="1350" b="0">
                <a:solidFill>
                  <a:srgbClr val="526078"/>
                </a:solidFill>
                <a:latin typeface="Noto Sans JP"/>
                <a:ea typeface="Noto Sans JP"/>
                <a:cs typeface="Noto Sans JP"/>
              </a:defRPr>
            </a:lvl5pPr>
            <a:lvl6pPr algn="l">
              <a:defRPr sz="1350" b="0">
                <a:solidFill>
                  <a:srgbClr val="526078"/>
                </a:solidFill>
                <a:latin typeface="Noto Sans JP"/>
                <a:ea typeface="Noto Sans JP"/>
                <a:cs typeface="Noto Sans JP"/>
              </a:defRPr>
            </a:lvl6pPr>
            <a:lvl7pPr algn="l">
              <a:defRPr sz="1350" b="0">
                <a:solidFill>
                  <a:srgbClr val="526078"/>
                </a:solidFill>
                <a:latin typeface="Noto Sans JP"/>
                <a:ea typeface="Noto Sans JP"/>
                <a:cs typeface="Noto Sans JP"/>
              </a:defRPr>
            </a:lvl7pPr>
            <a:lvl8pPr algn="l">
              <a:defRPr sz="1350" b="0">
                <a:solidFill>
                  <a:srgbClr val="526078"/>
                </a:solidFill>
                <a:latin typeface="Noto Sans JP"/>
                <a:ea typeface="Noto Sans JP"/>
                <a:cs typeface="Noto Sans JP"/>
              </a:defRPr>
            </a:lvl8pPr>
            <a:lvl9pPr algn="l">
              <a:defRPr sz="1350" b="0">
                <a:solidFill>
                  <a:srgbClr val="526078"/>
                </a:solidFill>
                <a:latin typeface="Noto Sans JP"/>
                <a:ea typeface="Noto Sans JP"/>
                <a:cs typeface="Noto Sans JP"/>
              </a:defRPr>
            </a:lvl9pPr>
          </a:lstStyle>
          <a:p xmlns:a="http://schemas.openxmlformats.org/drawingml/2006/main">
            <a:pPr algn="l">
              <a:defRPr sz="1350" b="0">
                <a:solidFill>
                  <a:srgbClr val="526078"/>
                </a:solidFill>
                <a:latin typeface="Noto Sans JP"/>
                <a:ea typeface="Noto Sans JP"/>
                <a:cs typeface="Noto Sans JP"/>
              </a:defRPr>
            </a:pPr>
            <a:r>
              <a:rPr sz="1350" b="0">
                <a:solidFill>
                  <a:srgbClr val="526078"/>
                </a:solidFill>
                <a:latin typeface="Noto Sans JP"/>
                <a:ea typeface="Noto Sans JP"/>
                <a:cs typeface="Noto Sans JP"/>
              </a:rPr>
              <a:t>月額払いの12か月分総額</a:t>
            </a:r>
          </a:p>
        </p:txBody>
      </p:sp>
      <p:sp>
        <p:nvSpPr>
          <p:cNvPr id="8" name="regular-total">
            <a:extLst xmlns:a="http://schemas.openxmlformats.org/drawingml/2006/main">
              <a:ext uri="{FF2B5EF4-FFF2-40B4-BE49-F238E27FC236}">
                <a16:creationId xmlns:a16="http://schemas.microsoft.com/office/drawing/2014/main" id="{78BEEC51-388F-4A37-9586-94FA7681EFEB}"/>
              </a:ext>
            </a:extLst>
          </p:cNvPr>
          <p:cNvSpPr>
            <a:spLocks xmlns:a="http://schemas.openxmlformats.org/drawingml/2006/main" noGrp="1"/>
          </p:cNvSpPr>
          <p:nvPr/>
        </p:nvSpPr>
        <p:spPr>
          <a:xfrm xmlns:a="http://schemas.openxmlformats.org/drawingml/2006/main">
            <a:off x="8172450" y="2333625"/>
            <a:ext cx="3181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526078"/>
                </a:solidFill>
                <a:latin typeface="Noto Sans JP"/>
                <a:ea typeface="Noto Sans JP"/>
                <a:cs typeface="Noto Sans JP"/>
              </a:defRPr>
            </a:defPPr>
            <a:lvl1pPr algn="l">
              <a:defRPr sz="2250" b="1">
                <a:solidFill>
                  <a:srgbClr val="526078"/>
                </a:solidFill>
                <a:latin typeface="Noto Sans JP"/>
                <a:ea typeface="Noto Sans JP"/>
                <a:cs typeface="Noto Sans JP"/>
              </a:defRPr>
            </a:lvl1pPr>
            <a:lvl2pPr algn="l">
              <a:defRPr sz="2250" b="1">
                <a:solidFill>
                  <a:srgbClr val="526078"/>
                </a:solidFill>
                <a:latin typeface="Noto Sans JP"/>
                <a:ea typeface="Noto Sans JP"/>
                <a:cs typeface="Noto Sans JP"/>
              </a:defRPr>
            </a:lvl2pPr>
            <a:lvl3pPr algn="l">
              <a:defRPr sz="2250" b="1">
                <a:solidFill>
                  <a:srgbClr val="526078"/>
                </a:solidFill>
                <a:latin typeface="Noto Sans JP"/>
                <a:ea typeface="Noto Sans JP"/>
                <a:cs typeface="Noto Sans JP"/>
              </a:defRPr>
            </a:lvl3pPr>
            <a:lvl4pPr algn="l">
              <a:defRPr sz="2250" b="1">
                <a:solidFill>
                  <a:srgbClr val="526078"/>
                </a:solidFill>
                <a:latin typeface="Noto Sans JP"/>
                <a:ea typeface="Noto Sans JP"/>
                <a:cs typeface="Noto Sans JP"/>
              </a:defRPr>
            </a:lvl4pPr>
            <a:lvl5pPr algn="l">
              <a:defRPr sz="2250" b="1">
                <a:solidFill>
                  <a:srgbClr val="526078"/>
                </a:solidFill>
                <a:latin typeface="Noto Sans JP"/>
                <a:ea typeface="Noto Sans JP"/>
                <a:cs typeface="Noto Sans JP"/>
              </a:defRPr>
            </a:lvl5pPr>
            <a:lvl6pPr algn="l">
              <a:defRPr sz="2250" b="1">
                <a:solidFill>
                  <a:srgbClr val="526078"/>
                </a:solidFill>
                <a:latin typeface="Noto Sans JP"/>
                <a:ea typeface="Noto Sans JP"/>
                <a:cs typeface="Noto Sans JP"/>
              </a:defRPr>
            </a:lvl6pPr>
            <a:lvl7pPr algn="l">
              <a:defRPr sz="2250" b="1">
                <a:solidFill>
                  <a:srgbClr val="526078"/>
                </a:solidFill>
                <a:latin typeface="Noto Sans JP"/>
                <a:ea typeface="Noto Sans JP"/>
                <a:cs typeface="Noto Sans JP"/>
              </a:defRPr>
            </a:lvl7pPr>
            <a:lvl8pPr algn="l">
              <a:defRPr sz="2250" b="1">
                <a:solidFill>
                  <a:srgbClr val="526078"/>
                </a:solidFill>
                <a:latin typeface="Noto Sans JP"/>
                <a:ea typeface="Noto Sans JP"/>
                <a:cs typeface="Noto Sans JP"/>
              </a:defRPr>
            </a:lvl8pPr>
            <a:lvl9pPr algn="l">
              <a:defRPr sz="2250" b="1">
                <a:solidFill>
                  <a:srgbClr val="526078"/>
                </a:solidFill>
                <a:latin typeface="Noto Sans JP"/>
                <a:ea typeface="Noto Sans JP"/>
                <a:cs typeface="Noto Sans JP"/>
              </a:defRPr>
            </a:lvl9pPr>
          </a:lstStyle>
          <a:p xmlns:a="http://schemas.openxmlformats.org/drawingml/2006/main">
            <a:pPr algn="l">
              <a:defRPr sz="2250" b="1">
                <a:solidFill>
                  <a:srgbClr val="526078"/>
                </a:solidFill>
                <a:latin typeface="Noto Sans JP"/>
                <a:ea typeface="Noto Sans JP"/>
                <a:cs typeface="Noto Sans JP"/>
              </a:defRPr>
            </a:pPr>
            <a:r>
              <a:rPr sz="2250" b="1">
                <a:solidFill>
                  <a:srgbClr val="526078"/>
                </a:solidFill>
                <a:latin typeface="Noto Sans JP"/>
                <a:ea typeface="Noto Sans JP"/>
                <a:cs typeface="Noto Sans JP"/>
              </a:rPr>
              <a:t>120万円（税別）</a:t>
            </a:r>
          </a:p>
        </p:txBody>
      </p:sp>
      <p:sp>
        <p:nvSpPr>
          <p:cNvPr id="9" name="annual-label">
            <a:extLst xmlns:a="http://schemas.openxmlformats.org/drawingml/2006/main">
              <a:ext uri="{FF2B5EF4-FFF2-40B4-BE49-F238E27FC236}">
                <a16:creationId xmlns:a16="http://schemas.microsoft.com/office/drawing/2014/main" id="{39D7FE8A-FE4E-44DA-A659-C9F476FA19E6}"/>
              </a:ext>
            </a:extLst>
          </p:cNvPr>
          <p:cNvSpPr>
            <a:spLocks xmlns:a="http://schemas.openxmlformats.org/drawingml/2006/main" noGrp="1"/>
          </p:cNvSpPr>
          <p:nvPr/>
        </p:nvSpPr>
        <p:spPr>
          <a:xfrm xmlns:a="http://schemas.openxmlformats.org/drawingml/2006/main">
            <a:off x="8172450" y="29146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A78025"/>
                </a:solidFill>
                <a:latin typeface="Noto Sans JP"/>
                <a:ea typeface="Noto Sans JP"/>
                <a:cs typeface="Noto Sans JP"/>
              </a:defRPr>
            </a:defPPr>
            <a:lvl1pPr algn="l">
              <a:defRPr sz="1575" b="1">
                <a:solidFill>
                  <a:srgbClr val="A78025"/>
                </a:solidFill>
                <a:latin typeface="Noto Sans JP"/>
                <a:ea typeface="Noto Sans JP"/>
                <a:cs typeface="Noto Sans JP"/>
              </a:defRPr>
            </a:lvl1pPr>
            <a:lvl2pPr algn="l">
              <a:defRPr sz="1575" b="1">
                <a:solidFill>
                  <a:srgbClr val="A78025"/>
                </a:solidFill>
                <a:latin typeface="Noto Sans JP"/>
                <a:ea typeface="Noto Sans JP"/>
                <a:cs typeface="Noto Sans JP"/>
              </a:defRPr>
            </a:lvl2pPr>
            <a:lvl3pPr algn="l">
              <a:defRPr sz="1575" b="1">
                <a:solidFill>
                  <a:srgbClr val="A78025"/>
                </a:solidFill>
                <a:latin typeface="Noto Sans JP"/>
                <a:ea typeface="Noto Sans JP"/>
                <a:cs typeface="Noto Sans JP"/>
              </a:defRPr>
            </a:lvl3pPr>
            <a:lvl4pPr algn="l">
              <a:defRPr sz="1575" b="1">
                <a:solidFill>
                  <a:srgbClr val="A78025"/>
                </a:solidFill>
                <a:latin typeface="Noto Sans JP"/>
                <a:ea typeface="Noto Sans JP"/>
                <a:cs typeface="Noto Sans JP"/>
              </a:defRPr>
            </a:lvl4pPr>
            <a:lvl5pPr algn="l">
              <a:defRPr sz="1575" b="1">
                <a:solidFill>
                  <a:srgbClr val="A78025"/>
                </a:solidFill>
                <a:latin typeface="Noto Sans JP"/>
                <a:ea typeface="Noto Sans JP"/>
                <a:cs typeface="Noto Sans JP"/>
              </a:defRPr>
            </a:lvl5pPr>
            <a:lvl6pPr algn="l">
              <a:defRPr sz="1575" b="1">
                <a:solidFill>
                  <a:srgbClr val="A78025"/>
                </a:solidFill>
                <a:latin typeface="Noto Sans JP"/>
                <a:ea typeface="Noto Sans JP"/>
                <a:cs typeface="Noto Sans JP"/>
              </a:defRPr>
            </a:lvl6pPr>
            <a:lvl7pPr algn="l">
              <a:defRPr sz="1575" b="1">
                <a:solidFill>
                  <a:srgbClr val="A78025"/>
                </a:solidFill>
                <a:latin typeface="Noto Sans JP"/>
                <a:ea typeface="Noto Sans JP"/>
                <a:cs typeface="Noto Sans JP"/>
              </a:defRPr>
            </a:lvl7pPr>
            <a:lvl8pPr algn="l">
              <a:defRPr sz="1575" b="1">
                <a:solidFill>
                  <a:srgbClr val="A78025"/>
                </a:solidFill>
                <a:latin typeface="Noto Sans JP"/>
                <a:ea typeface="Noto Sans JP"/>
                <a:cs typeface="Noto Sans JP"/>
              </a:defRPr>
            </a:lvl8pPr>
            <a:lvl9pPr algn="l">
              <a:defRPr sz="1575" b="1">
                <a:solidFill>
                  <a:srgbClr val="A78025"/>
                </a:solidFill>
                <a:latin typeface="Noto Sans JP"/>
                <a:ea typeface="Noto Sans JP"/>
                <a:cs typeface="Noto Sans JP"/>
              </a:defRPr>
            </a:lvl9pPr>
          </a:lstStyle>
          <a:p xmlns:a="http://schemas.openxmlformats.org/drawingml/2006/main">
            <a:pPr algn="l">
              <a:defRPr sz="1575" b="1">
                <a:solidFill>
                  <a:srgbClr val="A78025"/>
                </a:solidFill>
                <a:latin typeface="Noto Sans JP"/>
                <a:ea typeface="Noto Sans JP"/>
                <a:cs typeface="Noto Sans JP"/>
              </a:defRPr>
            </a:pPr>
            <a:r>
              <a:rPr sz="1575" b="1">
                <a:solidFill>
                  <a:srgbClr val="A78025"/>
                </a:solidFill>
                <a:latin typeface="Noto Sans JP"/>
                <a:ea typeface="Noto Sans JP"/>
                <a:cs typeface="Noto Sans JP"/>
              </a:rPr>
              <a:t>年間一括払い</a:t>
            </a:r>
          </a:p>
        </p:txBody>
      </p:sp>
      <p:sp>
        <p:nvSpPr>
          <p:cNvPr id="10" name="annual-total">
            <a:extLst xmlns:a="http://schemas.openxmlformats.org/drawingml/2006/main">
              <a:ext uri="{FF2B5EF4-FFF2-40B4-BE49-F238E27FC236}">
                <a16:creationId xmlns:a16="http://schemas.microsoft.com/office/drawing/2014/main" id="{12AC8239-EA42-49DF-BBD9-EE92732756E4}"/>
              </a:ext>
            </a:extLst>
          </p:cNvPr>
          <p:cNvSpPr>
            <a:spLocks xmlns:a="http://schemas.openxmlformats.org/drawingml/2006/main" noGrp="1"/>
          </p:cNvSpPr>
          <p:nvPr/>
        </p:nvSpPr>
        <p:spPr>
          <a:xfrm xmlns:a="http://schemas.openxmlformats.org/drawingml/2006/main">
            <a:off x="8172450" y="3248025"/>
            <a:ext cx="3181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350" b="1">
                <a:solidFill>
                  <a:srgbClr val="A78025"/>
                </a:solidFill>
                <a:latin typeface="Noto Sans JP"/>
                <a:ea typeface="Noto Sans JP"/>
                <a:cs typeface="Noto Sans JP"/>
              </a:defRPr>
            </a:defPPr>
            <a:lvl1pPr algn="l">
              <a:defRPr sz="4350" b="1">
                <a:solidFill>
                  <a:srgbClr val="A78025"/>
                </a:solidFill>
                <a:latin typeface="Noto Sans JP"/>
                <a:ea typeface="Noto Sans JP"/>
                <a:cs typeface="Noto Sans JP"/>
              </a:defRPr>
            </a:lvl1pPr>
            <a:lvl2pPr algn="l">
              <a:defRPr sz="4350" b="1">
                <a:solidFill>
                  <a:srgbClr val="A78025"/>
                </a:solidFill>
                <a:latin typeface="Noto Sans JP"/>
                <a:ea typeface="Noto Sans JP"/>
                <a:cs typeface="Noto Sans JP"/>
              </a:defRPr>
            </a:lvl2pPr>
            <a:lvl3pPr algn="l">
              <a:defRPr sz="4350" b="1">
                <a:solidFill>
                  <a:srgbClr val="A78025"/>
                </a:solidFill>
                <a:latin typeface="Noto Sans JP"/>
                <a:ea typeface="Noto Sans JP"/>
                <a:cs typeface="Noto Sans JP"/>
              </a:defRPr>
            </a:lvl3pPr>
            <a:lvl4pPr algn="l">
              <a:defRPr sz="4350" b="1">
                <a:solidFill>
                  <a:srgbClr val="A78025"/>
                </a:solidFill>
                <a:latin typeface="Noto Sans JP"/>
                <a:ea typeface="Noto Sans JP"/>
                <a:cs typeface="Noto Sans JP"/>
              </a:defRPr>
            </a:lvl4pPr>
            <a:lvl5pPr algn="l">
              <a:defRPr sz="4350" b="1">
                <a:solidFill>
                  <a:srgbClr val="A78025"/>
                </a:solidFill>
                <a:latin typeface="Noto Sans JP"/>
                <a:ea typeface="Noto Sans JP"/>
                <a:cs typeface="Noto Sans JP"/>
              </a:defRPr>
            </a:lvl5pPr>
            <a:lvl6pPr algn="l">
              <a:defRPr sz="4350" b="1">
                <a:solidFill>
                  <a:srgbClr val="A78025"/>
                </a:solidFill>
                <a:latin typeface="Noto Sans JP"/>
                <a:ea typeface="Noto Sans JP"/>
                <a:cs typeface="Noto Sans JP"/>
              </a:defRPr>
            </a:lvl6pPr>
            <a:lvl7pPr algn="l">
              <a:defRPr sz="4350" b="1">
                <a:solidFill>
                  <a:srgbClr val="A78025"/>
                </a:solidFill>
                <a:latin typeface="Noto Sans JP"/>
                <a:ea typeface="Noto Sans JP"/>
                <a:cs typeface="Noto Sans JP"/>
              </a:defRPr>
            </a:lvl7pPr>
            <a:lvl8pPr algn="l">
              <a:defRPr sz="4350" b="1">
                <a:solidFill>
                  <a:srgbClr val="A78025"/>
                </a:solidFill>
                <a:latin typeface="Noto Sans JP"/>
                <a:ea typeface="Noto Sans JP"/>
                <a:cs typeface="Noto Sans JP"/>
              </a:defRPr>
            </a:lvl8pPr>
            <a:lvl9pPr algn="l">
              <a:defRPr sz="4350" b="1">
                <a:solidFill>
                  <a:srgbClr val="A78025"/>
                </a:solidFill>
                <a:latin typeface="Noto Sans JP"/>
                <a:ea typeface="Noto Sans JP"/>
                <a:cs typeface="Noto Sans JP"/>
              </a:defRPr>
            </a:lvl9pPr>
          </a:lstStyle>
          <a:p xmlns:a="http://schemas.openxmlformats.org/drawingml/2006/main">
            <a:pPr algn="l">
              <a:defRPr sz="4350" b="1">
                <a:solidFill>
                  <a:srgbClr val="A78025"/>
                </a:solidFill>
                <a:latin typeface="Noto Sans JP"/>
                <a:ea typeface="Noto Sans JP"/>
                <a:cs typeface="Noto Sans JP"/>
              </a:defRPr>
            </a:pPr>
            <a:r>
              <a:rPr sz="4350" b="1">
                <a:solidFill>
                  <a:srgbClr val="A78025"/>
                </a:solidFill>
                <a:latin typeface="Noto Sans JP"/>
                <a:ea typeface="Noto Sans JP"/>
                <a:cs typeface="Noto Sans JP"/>
              </a:rPr>
              <a:t>100万円</a:t>
            </a:r>
          </a:p>
        </p:txBody>
      </p:sp>
      <p:sp>
        <p:nvSpPr>
          <p:cNvPr id="11" name="annual-tax">
            <a:extLst xmlns:a="http://schemas.openxmlformats.org/drawingml/2006/main">
              <a:ext uri="{FF2B5EF4-FFF2-40B4-BE49-F238E27FC236}">
                <a16:creationId xmlns:a16="http://schemas.microsoft.com/office/drawing/2014/main" id="{65898978-1FF0-461A-BBFD-E2CA502EBB8D}"/>
              </a:ext>
            </a:extLst>
          </p:cNvPr>
          <p:cNvSpPr>
            <a:spLocks xmlns:a="http://schemas.openxmlformats.org/drawingml/2006/main" noGrp="1"/>
          </p:cNvSpPr>
          <p:nvPr/>
        </p:nvSpPr>
        <p:spPr>
          <a:xfrm xmlns:a="http://schemas.openxmlformats.org/drawingml/2006/main">
            <a:off x="8172450" y="400050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526078"/>
                </a:solidFill>
                <a:latin typeface="Noto Sans JP"/>
                <a:ea typeface="Noto Sans JP"/>
                <a:cs typeface="Noto Sans JP"/>
              </a:defRPr>
            </a:defPPr>
            <a:lvl1pPr algn="l">
              <a:defRPr sz="1425" b="0">
                <a:solidFill>
                  <a:srgbClr val="526078"/>
                </a:solidFill>
                <a:latin typeface="Noto Sans JP"/>
                <a:ea typeface="Noto Sans JP"/>
                <a:cs typeface="Noto Sans JP"/>
              </a:defRPr>
            </a:lvl1pPr>
            <a:lvl2pPr algn="l">
              <a:defRPr sz="1425" b="0">
                <a:solidFill>
                  <a:srgbClr val="526078"/>
                </a:solidFill>
                <a:latin typeface="Noto Sans JP"/>
                <a:ea typeface="Noto Sans JP"/>
                <a:cs typeface="Noto Sans JP"/>
              </a:defRPr>
            </a:lvl2pPr>
            <a:lvl3pPr algn="l">
              <a:defRPr sz="1425" b="0">
                <a:solidFill>
                  <a:srgbClr val="526078"/>
                </a:solidFill>
                <a:latin typeface="Noto Sans JP"/>
                <a:ea typeface="Noto Sans JP"/>
                <a:cs typeface="Noto Sans JP"/>
              </a:defRPr>
            </a:lvl3pPr>
            <a:lvl4pPr algn="l">
              <a:defRPr sz="1425" b="0">
                <a:solidFill>
                  <a:srgbClr val="526078"/>
                </a:solidFill>
                <a:latin typeface="Noto Sans JP"/>
                <a:ea typeface="Noto Sans JP"/>
                <a:cs typeface="Noto Sans JP"/>
              </a:defRPr>
            </a:lvl4pPr>
            <a:lvl5pPr algn="l">
              <a:defRPr sz="1425" b="0">
                <a:solidFill>
                  <a:srgbClr val="526078"/>
                </a:solidFill>
                <a:latin typeface="Noto Sans JP"/>
                <a:ea typeface="Noto Sans JP"/>
                <a:cs typeface="Noto Sans JP"/>
              </a:defRPr>
            </a:lvl5pPr>
            <a:lvl6pPr algn="l">
              <a:defRPr sz="1425" b="0">
                <a:solidFill>
                  <a:srgbClr val="526078"/>
                </a:solidFill>
                <a:latin typeface="Noto Sans JP"/>
                <a:ea typeface="Noto Sans JP"/>
                <a:cs typeface="Noto Sans JP"/>
              </a:defRPr>
            </a:lvl6pPr>
            <a:lvl7pPr algn="l">
              <a:defRPr sz="1425" b="0">
                <a:solidFill>
                  <a:srgbClr val="526078"/>
                </a:solidFill>
                <a:latin typeface="Noto Sans JP"/>
                <a:ea typeface="Noto Sans JP"/>
                <a:cs typeface="Noto Sans JP"/>
              </a:defRPr>
            </a:lvl7pPr>
            <a:lvl8pPr algn="l">
              <a:defRPr sz="1425" b="0">
                <a:solidFill>
                  <a:srgbClr val="526078"/>
                </a:solidFill>
                <a:latin typeface="Noto Sans JP"/>
                <a:ea typeface="Noto Sans JP"/>
                <a:cs typeface="Noto Sans JP"/>
              </a:defRPr>
            </a:lvl8pPr>
            <a:lvl9pPr algn="l">
              <a:defRPr sz="1425" b="0">
                <a:solidFill>
                  <a:srgbClr val="526078"/>
                </a:solidFill>
                <a:latin typeface="Noto Sans JP"/>
                <a:ea typeface="Noto Sans JP"/>
                <a:cs typeface="Noto Sans JP"/>
              </a:defRPr>
            </a:lvl9pPr>
          </a:lstStyle>
          <a:p xmlns:a="http://schemas.openxmlformats.org/drawingml/2006/main">
            <a:pPr algn="l">
              <a:defRPr sz="1425" b="0">
                <a:solidFill>
                  <a:srgbClr val="526078"/>
                </a:solidFill>
                <a:latin typeface="Noto Sans JP"/>
                <a:ea typeface="Noto Sans JP"/>
                <a:cs typeface="Noto Sans JP"/>
              </a:defRPr>
            </a:pPr>
            <a:r>
              <a:rPr sz="1425" b="0">
                <a:solidFill>
                  <a:srgbClr val="526078"/>
                </a:solidFill>
                <a:latin typeface="Noto Sans JP"/>
                <a:ea typeface="Noto Sans JP"/>
                <a:cs typeface="Noto Sans JP"/>
              </a:rPr>
              <a:t>税別 ／ 税込110万円</a:t>
            </a:r>
          </a:p>
        </p:txBody>
      </p:sp>
      <p:sp>
        <p:nvSpPr>
          <p:cNvPr id="12" name="saving">
            <a:extLst xmlns:a="http://schemas.openxmlformats.org/drawingml/2006/main">
              <a:ext uri="{FF2B5EF4-FFF2-40B4-BE49-F238E27FC236}">
                <a16:creationId xmlns:a16="http://schemas.microsoft.com/office/drawing/2014/main" id="{8ACA276E-467A-4A74-9100-B2D397799C0C}"/>
              </a:ext>
            </a:extLst>
          </p:cNvPr>
          <p:cNvSpPr>
            <a:spLocks xmlns:a="http://schemas.openxmlformats.org/drawingml/2006/main" noGrp="1"/>
          </p:cNvSpPr>
          <p:nvPr/>
        </p:nvSpPr>
        <p:spPr>
          <a:xfrm xmlns:a="http://schemas.openxmlformats.org/drawingml/2006/main">
            <a:off x="8172450" y="443865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A78025"/>
                </a:solidFill>
                <a:latin typeface="Noto Sans JP"/>
                <a:ea typeface="Noto Sans JP"/>
                <a:cs typeface="Noto Sans JP"/>
              </a:defRPr>
            </a:defPPr>
            <a:lvl1pPr algn="l">
              <a:defRPr sz="1425" b="1">
                <a:solidFill>
                  <a:srgbClr val="A78025"/>
                </a:solidFill>
                <a:latin typeface="Noto Sans JP"/>
                <a:ea typeface="Noto Sans JP"/>
                <a:cs typeface="Noto Sans JP"/>
              </a:defRPr>
            </a:lvl1pPr>
            <a:lvl2pPr algn="l">
              <a:defRPr sz="1425" b="1">
                <a:solidFill>
                  <a:srgbClr val="A78025"/>
                </a:solidFill>
                <a:latin typeface="Noto Sans JP"/>
                <a:ea typeface="Noto Sans JP"/>
                <a:cs typeface="Noto Sans JP"/>
              </a:defRPr>
            </a:lvl2pPr>
            <a:lvl3pPr algn="l">
              <a:defRPr sz="1425" b="1">
                <a:solidFill>
                  <a:srgbClr val="A78025"/>
                </a:solidFill>
                <a:latin typeface="Noto Sans JP"/>
                <a:ea typeface="Noto Sans JP"/>
                <a:cs typeface="Noto Sans JP"/>
              </a:defRPr>
            </a:lvl3pPr>
            <a:lvl4pPr algn="l">
              <a:defRPr sz="1425" b="1">
                <a:solidFill>
                  <a:srgbClr val="A78025"/>
                </a:solidFill>
                <a:latin typeface="Noto Sans JP"/>
                <a:ea typeface="Noto Sans JP"/>
                <a:cs typeface="Noto Sans JP"/>
              </a:defRPr>
            </a:lvl4pPr>
            <a:lvl5pPr algn="l">
              <a:defRPr sz="1425" b="1">
                <a:solidFill>
                  <a:srgbClr val="A78025"/>
                </a:solidFill>
                <a:latin typeface="Noto Sans JP"/>
                <a:ea typeface="Noto Sans JP"/>
                <a:cs typeface="Noto Sans JP"/>
              </a:defRPr>
            </a:lvl5pPr>
            <a:lvl6pPr algn="l">
              <a:defRPr sz="1425" b="1">
                <a:solidFill>
                  <a:srgbClr val="A78025"/>
                </a:solidFill>
                <a:latin typeface="Noto Sans JP"/>
                <a:ea typeface="Noto Sans JP"/>
                <a:cs typeface="Noto Sans JP"/>
              </a:defRPr>
            </a:lvl6pPr>
            <a:lvl7pPr algn="l">
              <a:defRPr sz="1425" b="1">
                <a:solidFill>
                  <a:srgbClr val="A78025"/>
                </a:solidFill>
                <a:latin typeface="Noto Sans JP"/>
                <a:ea typeface="Noto Sans JP"/>
                <a:cs typeface="Noto Sans JP"/>
              </a:defRPr>
            </a:lvl7pPr>
            <a:lvl8pPr algn="l">
              <a:defRPr sz="1425" b="1">
                <a:solidFill>
                  <a:srgbClr val="A78025"/>
                </a:solidFill>
                <a:latin typeface="Noto Sans JP"/>
                <a:ea typeface="Noto Sans JP"/>
                <a:cs typeface="Noto Sans JP"/>
              </a:defRPr>
            </a:lvl8pPr>
            <a:lvl9pPr algn="l">
              <a:defRPr sz="1425" b="1">
                <a:solidFill>
                  <a:srgbClr val="A78025"/>
                </a:solidFill>
                <a:latin typeface="Noto Sans JP"/>
                <a:ea typeface="Noto Sans JP"/>
                <a:cs typeface="Noto Sans JP"/>
              </a:defRPr>
            </a:lvl9pPr>
          </a:lstStyle>
          <a:p xmlns:a="http://schemas.openxmlformats.org/drawingml/2006/main">
            <a:pPr algn="l">
              <a:defRPr sz="1425" b="1">
                <a:solidFill>
                  <a:srgbClr val="A78025"/>
                </a:solidFill>
                <a:latin typeface="Noto Sans JP"/>
                <a:ea typeface="Noto Sans JP"/>
                <a:cs typeface="Noto Sans JP"/>
              </a:defRPr>
            </a:pPr>
            <a:r>
              <a:rPr sz="1425" b="1">
                <a:solidFill>
                  <a:srgbClr val="A78025"/>
                </a:solidFill>
                <a:latin typeface="Noto Sans JP"/>
                <a:ea typeface="Noto Sans JP"/>
                <a:cs typeface="Noto Sans JP"/>
              </a:rPr>
              <a:t>12か月分が10か月分の料金に</a:t>
            </a:r>
          </a:p>
        </p:txBody>
      </p:sp>
      <p:sp>
        <p:nvSpPr>
          <p:cNvPr id="13" name="free-two-months">
            <a:extLst xmlns:a="http://schemas.openxmlformats.org/drawingml/2006/main">
              <a:ext uri="{FF2B5EF4-FFF2-40B4-BE49-F238E27FC236}">
                <a16:creationId xmlns:a16="http://schemas.microsoft.com/office/drawing/2014/main" id="{02F7EF9B-2703-4AA4-A93B-4EE3A69F0D95}"/>
              </a:ext>
            </a:extLst>
          </p:cNvPr>
          <p:cNvSpPr>
            <a:spLocks xmlns:a="http://schemas.openxmlformats.org/drawingml/2006/main" noGrp="1"/>
          </p:cNvSpPr>
          <p:nvPr/>
        </p:nvSpPr>
        <p:spPr>
          <a:xfrm xmlns:a="http://schemas.openxmlformats.org/drawingml/2006/main">
            <a:off x="8172450" y="4791075"/>
            <a:ext cx="318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A78025"/>
                </a:solidFill>
                <a:latin typeface="Noto Sans JP"/>
                <a:ea typeface="Noto Sans JP"/>
                <a:cs typeface="Noto Sans JP"/>
              </a:defRPr>
            </a:defPPr>
            <a:lvl1pPr algn="l">
              <a:defRPr sz="2100" b="1">
                <a:solidFill>
                  <a:srgbClr val="A78025"/>
                </a:solidFill>
                <a:latin typeface="Noto Sans JP"/>
                <a:ea typeface="Noto Sans JP"/>
                <a:cs typeface="Noto Sans JP"/>
              </a:defRPr>
            </a:lvl1pPr>
            <a:lvl2pPr algn="l">
              <a:defRPr sz="2100" b="1">
                <a:solidFill>
                  <a:srgbClr val="A78025"/>
                </a:solidFill>
                <a:latin typeface="Noto Sans JP"/>
                <a:ea typeface="Noto Sans JP"/>
                <a:cs typeface="Noto Sans JP"/>
              </a:defRPr>
            </a:lvl2pPr>
            <a:lvl3pPr algn="l">
              <a:defRPr sz="2100" b="1">
                <a:solidFill>
                  <a:srgbClr val="A78025"/>
                </a:solidFill>
                <a:latin typeface="Noto Sans JP"/>
                <a:ea typeface="Noto Sans JP"/>
                <a:cs typeface="Noto Sans JP"/>
              </a:defRPr>
            </a:lvl3pPr>
            <a:lvl4pPr algn="l">
              <a:defRPr sz="2100" b="1">
                <a:solidFill>
                  <a:srgbClr val="A78025"/>
                </a:solidFill>
                <a:latin typeface="Noto Sans JP"/>
                <a:ea typeface="Noto Sans JP"/>
                <a:cs typeface="Noto Sans JP"/>
              </a:defRPr>
            </a:lvl4pPr>
            <a:lvl5pPr algn="l">
              <a:defRPr sz="2100" b="1">
                <a:solidFill>
                  <a:srgbClr val="A78025"/>
                </a:solidFill>
                <a:latin typeface="Noto Sans JP"/>
                <a:ea typeface="Noto Sans JP"/>
                <a:cs typeface="Noto Sans JP"/>
              </a:defRPr>
            </a:lvl5pPr>
            <a:lvl6pPr algn="l">
              <a:defRPr sz="2100" b="1">
                <a:solidFill>
                  <a:srgbClr val="A78025"/>
                </a:solidFill>
                <a:latin typeface="Noto Sans JP"/>
                <a:ea typeface="Noto Sans JP"/>
                <a:cs typeface="Noto Sans JP"/>
              </a:defRPr>
            </a:lvl6pPr>
            <a:lvl7pPr algn="l">
              <a:defRPr sz="2100" b="1">
                <a:solidFill>
                  <a:srgbClr val="A78025"/>
                </a:solidFill>
                <a:latin typeface="Noto Sans JP"/>
                <a:ea typeface="Noto Sans JP"/>
                <a:cs typeface="Noto Sans JP"/>
              </a:defRPr>
            </a:lvl7pPr>
            <a:lvl8pPr algn="l">
              <a:defRPr sz="2100" b="1">
                <a:solidFill>
                  <a:srgbClr val="A78025"/>
                </a:solidFill>
                <a:latin typeface="Noto Sans JP"/>
                <a:ea typeface="Noto Sans JP"/>
                <a:cs typeface="Noto Sans JP"/>
              </a:defRPr>
            </a:lvl8pPr>
            <a:lvl9pPr algn="l">
              <a:defRPr sz="2100" b="1">
                <a:solidFill>
                  <a:srgbClr val="A78025"/>
                </a:solidFill>
                <a:latin typeface="Noto Sans JP"/>
                <a:ea typeface="Noto Sans JP"/>
                <a:cs typeface="Noto Sans JP"/>
              </a:defRPr>
            </a:lvl9pPr>
          </a:lstStyle>
          <a:p xmlns:a="http://schemas.openxmlformats.org/drawingml/2006/main">
            <a:pPr algn="l">
              <a:defRPr sz="2100" b="1">
                <a:solidFill>
                  <a:srgbClr val="A78025"/>
                </a:solidFill>
                <a:latin typeface="Noto Sans JP"/>
                <a:ea typeface="Noto Sans JP"/>
                <a:cs typeface="Noto Sans JP"/>
              </a:defRPr>
            </a:pPr>
            <a:r>
              <a:rPr sz="2100" b="1">
                <a:solidFill>
                  <a:srgbClr val="A78025"/>
                </a:solidFill>
                <a:latin typeface="Noto Sans JP"/>
                <a:ea typeface="Noto Sans JP"/>
                <a:cs typeface="Noto Sans JP"/>
              </a:rPr>
              <a:t>2か月分無料</a:t>
            </a:r>
          </a:p>
        </p:txBody>
      </p:sp>
      <p:sp>
        <p:nvSpPr>
          <p:cNvPr id="14" name="monthly-option">
            <a:extLst xmlns:a="http://schemas.openxmlformats.org/drawingml/2006/main">
              <a:ext uri="{FF2B5EF4-FFF2-40B4-BE49-F238E27FC236}">
                <a16:creationId xmlns:a16="http://schemas.microsoft.com/office/drawing/2014/main" id="{D50D7A26-E83E-4872-A64C-05CE3CFDD24A}"/>
              </a:ext>
            </a:extLst>
          </p:cNvPr>
          <p:cNvSpPr>
            <a:spLocks xmlns:a="http://schemas.openxmlformats.org/drawingml/2006/main" noGrp="1"/>
          </p:cNvSpPr>
          <p:nvPr/>
        </p:nvSpPr>
        <p:spPr>
          <a:xfrm xmlns:a="http://schemas.openxmlformats.org/drawingml/2006/main">
            <a:off x="7943850" y="5553075"/>
            <a:ext cx="3638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92F66"/>
                </a:solidFill>
                <a:latin typeface="Noto Sans JP"/>
                <a:ea typeface="Noto Sans JP"/>
                <a:cs typeface="Noto Sans JP"/>
              </a:defRPr>
            </a:defPPr>
            <a:lvl1pPr algn="l">
              <a:defRPr sz="1725" b="1">
                <a:solidFill>
                  <a:srgbClr val="192F66"/>
                </a:solidFill>
                <a:latin typeface="Noto Sans JP"/>
                <a:ea typeface="Noto Sans JP"/>
                <a:cs typeface="Noto Sans JP"/>
              </a:defRPr>
            </a:lvl1pPr>
            <a:lvl2pPr algn="l">
              <a:defRPr sz="1725" b="1">
                <a:solidFill>
                  <a:srgbClr val="192F66"/>
                </a:solidFill>
                <a:latin typeface="Noto Sans JP"/>
                <a:ea typeface="Noto Sans JP"/>
                <a:cs typeface="Noto Sans JP"/>
              </a:defRPr>
            </a:lvl2pPr>
            <a:lvl3pPr algn="l">
              <a:defRPr sz="1725" b="1">
                <a:solidFill>
                  <a:srgbClr val="192F66"/>
                </a:solidFill>
                <a:latin typeface="Noto Sans JP"/>
                <a:ea typeface="Noto Sans JP"/>
                <a:cs typeface="Noto Sans JP"/>
              </a:defRPr>
            </a:lvl3pPr>
            <a:lvl4pPr algn="l">
              <a:defRPr sz="1725" b="1">
                <a:solidFill>
                  <a:srgbClr val="192F66"/>
                </a:solidFill>
                <a:latin typeface="Noto Sans JP"/>
                <a:ea typeface="Noto Sans JP"/>
                <a:cs typeface="Noto Sans JP"/>
              </a:defRPr>
            </a:lvl4pPr>
            <a:lvl5pPr algn="l">
              <a:defRPr sz="1725" b="1">
                <a:solidFill>
                  <a:srgbClr val="192F66"/>
                </a:solidFill>
                <a:latin typeface="Noto Sans JP"/>
                <a:ea typeface="Noto Sans JP"/>
                <a:cs typeface="Noto Sans JP"/>
              </a:defRPr>
            </a:lvl5pPr>
            <a:lvl6pPr algn="l">
              <a:defRPr sz="1725" b="1">
                <a:solidFill>
                  <a:srgbClr val="192F66"/>
                </a:solidFill>
                <a:latin typeface="Noto Sans JP"/>
                <a:ea typeface="Noto Sans JP"/>
                <a:cs typeface="Noto Sans JP"/>
              </a:defRPr>
            </a:lvl6pPr>
            <a:lvl7pPr algn="l">
              <a:defRPr sz="1725" b="1">
                <a:solidFill>
                  <a:srgbClr val="192F66"/>
                </a:solidFill>
                <a:latin typeface="Noto Sans JP"/>
                <a:ea typeface="Noto Sans JP"/>
                <a:cs typeface="Noto Sans JP"/>
              </a:defRPr>
            </a:lvl7pPr>
            <a:lvl8pPr algn="l">
              <a:defRPr sz="1725" b="1">
                <a:solidFill>
                  <a:srgbClr val="192F66"/>
                </a:solidFill>
                <a:latin typeface="Noto Sans JP"/>
                <a:ea typeface="Noto Sans JP"/>
                <a:cs typeface="Noto Sans JP"/>
              </a:defRPr>
            </a:lvl8pPr>
            <a:lvl9pPr algn="l">
              <a:defRPr sz="1725" b="1">
                <a:solidFill>
                  <a:srgbClr val="192F66"/>
                </a:solidFill>
                <a:latin typeface="Noto Sans JP"/>
                <a:ea typeface="Noto Sans JP"/>
                <a:cs typeface="Noto Sans JP"/>
              </a:defRPr>
            </a:lvl9pPr>
          </a:lstStyle>
          <a:p xmlns:a="http://schemas.openxmlformats.org/drawingml/2006/main">
            <a:pPr algn="l">
              <a:defRPr sz="1725" b="1">
                <a:solidFill>
                  <a:srgbClr val="192F66"/>
                </a:solidFill>
                <a:latin typeface="Noto Sans JP"/>
                <a:ea typeface="Noto Sans JP"/>
                <a:cs typeface="Noto Sans JP"/>
              </a:defRPr>
            </a:pPr>
            <a:r>
              <a:rPr sz="1725" b="1">
                <a:solidFill>
                  <a:srgbClr val="192F66"/>
                </a:solidFill>
                <a:latin typeface="Noto Sans JP"/>
                <a:ea typeface="Noto Sans JP"/>
                <a:cs typeface="Noto Sans JP"/>
              </a:rPr>
              <a:t>月額払いなら 10万円（税別）</a:t>
            </a:r>
          </a:p>
        </p:txBody>
      </p:sp>
      <p:sp>
        <p:nvSpPr>
          <p:cNvPr id="15" name="monthly-tax">
            <a:extLst xmlns:a="http://schemas.openxmlformats.org/drawingml/2006/main">
              <a:ext uri="{FF2B5EF4-FFF2-40B4-BE49-F238E27FC236}">
                <a16:creationId xmlns:a16="http://schemas.microsoft.com/office/drawing/2014/main" id="{C63734F6-C92E-4BAF-BF57-9D72CEFBBBEC}"/>
              </a:ext>
            </a:extLst>
          </p:cNvPr>
          <p:cNvSpPr>
            <a:spLocks xmlns:a="http://schemas.openxmlformats.org/drawingml/2006/main" noGrp="1"/>
          </p:cNvSpPr>
          <p:nvPr/>
        </p:nvSpPr>
        <p:spPr>
          <a:xfrm xmlns:a="http://schemas.openxmlformats.org/drawingml/2006/main">
            <a:off x="7943850" y="5876925"/>
            <a:ext cx="3638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526078"/>
                </a:solidFill>
                <a:latin typeface="Noto Sans JP"/>
                <a:ea typeface="Noto Sans JP"/>
                <a:cs typeface="Noto Sans JP"/>
              </a:defRPr>
            </a:defPPr>
            <a:lvl1pPr algn="l">
              <a:defRPr sz="1275" b="0">
                <a:solidFill>
                  <a:srgbClr val="526078"/>
                </a:solidFill>
                <a:latin typeface="Noto Sans JP"/>
                <a:ea typeface="Noto Sans JP"/>
                <a:cs typeface="Noto Sans JP"/>
              </a:defRPr>
            </a:lvl1pPr>
            <a:lvl2pPr algn="l">
              <a:defRPr sz="1275" b="0">
                <a:solidFill>
                  <a:srgbClr val="526078"/>
                </a:solidFill>
                <a:latin typeface="Noto Sans JP"/>
                <a:ea typeface="Noto Sans JP"/>
                <a:cs typeface="Noto Sans JP"/>
              </a:defRPr>
            </a:lvl2pPr>
            <a:lvl3pPr algn="l">
              <a:defRPr sz="1275" b="0">
                <a:solidFill>
                  <a:srgbClr val="526078"/>
                </a:solidFill>
                <a:latin typeface="Noto Sans JP"/>
                <a:ea typeface="Noto Sans JP"/>
                <a:cs typeface="Noto Sans JP"/>
              </a:defRPr>
            </a:lvl3pPr>
            <a:lvl4pPr algn="l">
              <a:defRPr sz="1275" b="0">
                <a:solidFill>
                  <a:srgbClr val="526078"/>
                </a:solidFill>
                <a:latin typeface="Noto Sans JP"/>
                <a:ea typeface="Noto Sans JP"/>
                <a:cs typeface="Noto Sans JP"/>
              </a:defRPr>
            </a:lvl4pPr>
            <a:lvl5pPr algn="l">
              <a:defRPr sz="1275" b="0">
                <a:solidFill>
                  <a:srgbClr val="526078"/>
                </a:solidFill>
                <a:latin typeface="Noto Sans JP"/>
                <a:ea typeface="Noto Sans JP"/>
                <a:cs typeface="Noto Sans JP"/>
              </a:defRPr>
            </a:lvl5pPr>
            <a:lvl6pPr algn="l">
              <a:defRPr sz="1275" b="0">
                <a:solidFill>
                  <a:srgbClr val="526078"/>
                </a:solidFill>
                <a:latin typeface="Noto Sans JP"/>
                <a:ea typeface="Noto Sans JP"/>
                <a:cs typeface="Noto Sans JP"/>
              </a:defRPr>
            </a:lvl6pPr>
            <a:lvl7pPr algn="l">
              <a:defRPr sz="1275" b="0">
                <a:solidFill>
                  <a:srgbClr val="526078"/>
                </a:solidFill>
                <a:latin typeface="Noto Sans JP"/>
                <a:ea typeface="Noto Sans JP"/>
                <a:cs typeface="Noto Sans JP"/>
              </a:defRPr>
            </a:lvl7pPr>
            <a:lvl8pPr algn="l">
              <a:defRPr sz="1275" b="0">
                <a:solidFill>
                  <a:srgbClr val="526078"/>
                </a:solidFill>
                <a:latin typeface="Noto Sans JP"/>
                <a:ea typeface="Noto Sans JP"/>
                <a:cs typeface="Noto Sans JP"/>
              </a:defRPr>
            </a:lvl8pPr>
            <a:lvl9pPr algn="l">
              <a:defRPr sz="1275" b="0">
                <a:solidFill>
                  <a:srgbClr val="526078"/>
                </a:solidFill>
                <a:latin typeface="Noto Sans JP"/>
                <a:ea typeface="Noto Sans JP"/>
                <a:cs typeface="Noto Sans JP"/>
              </a:defRPr>
            </a:lvl9pPr>
          </a:lstStyle>
          <a:p xmlns:a="http://schemas.openxmlformats.org/drawingml/2006/main">
            <a:pPr algn="l">
              <a:defRPr sz="1275" b="0">
                <a:solidFill>
                  <a:srgbClr val="526078"/>
                </a:solidFill>
                <a:latin typeface="Noto Sans JP"/>
                <a:ea typeface="Noto Sans JP"/>
                <a:cs typeface="Noto Sans JP"/>
              </a:defRPr>
            </a:pPr>
            <a:r>
              <a:rPr sz="1275" b="0">
                <a:solidFill>
                  <a:srgbClr val="526078"/>
                </a:solidFill>
                <a:latin typeface="Noto Sans JP"/>
                <a:ea typeface="Noto Sans JP"/>
                <a:cs typeface="Noto Sans JP"/>
              </a:rPr>
              <a:t>税込110,000円／月</a:t>
            </a:r>
          </a:p>
        </p:txBody>
      </p:sp>
      <p:sp>
        <p:nvSpPr>
          <p:cNvPr id="16" name="included-band">
            <a:extLst xmlns:a="http://schemas.openxmlformats.org/drawingml/2006/main">
              <a:ext uri="{FF2B5EF4-FFF2-40B4-BE49-F238E27FC236}">
                <a16:creationId xmlns:a16="http://schemas.microsoft.com/office/drawing/2014/main" id="{180B6E40-97AA-476E-9DCC-11F40DA88669}"/>
              </a:ext>
            </a:extLst>
          </p:cNvPr>
          <p:cNvSpPr>
            <a:spLocks xmlns:a="http://schemas.openxmlformats.org/drawingml/2006/main" noGrp="1"/>
          </p:cNvSpPr>
          <p:nvPr/>
        </p:nvSpPr>
        <p:spPr>
          <a:xfrm xmlns:a="http://schemas.openxmlformats.org/drawingml/2006/main">
            <a:off x="609600" y="1847850"/>
            <a:ext cx="6858000" cy="628650"/>
          </a:xfrm>
          <a:prstGeom xmlns:a="http://schemas.openxmlformats.org/drawingml/2006/main" prst="rect">
            <a:avLst/>
          </a:prstGeom>
          <a:solidFill xmlns:a="http://schemas.openxmlformats.org/drawingml/2006/main">
            <a:srgbClr val="F8F3E5"/>
          </a:solidFill>
          <a:ln xmlns:a="http://schemas.openxmlformats.org/drawingml/2006/main" w="0">
            <a:noFill/>
          </a:ln>
        </p:spPr>
      </p:sp>
      <p:sp>
        <p:nvSpPr>
          <p:cNvPr id="17" name="included">
            <a:extLst xmlns:a="http://schemas.openxmlformats.org/drawingml/2006/main">
              <a:ext uri="{FF2B5EF4-FFF2-40B4-BE49-F238E27FC236}">
                <a16:creationId xmlns:a16="http://schemas.microsoft.com/office/drawing/2014/main" id="{D5195B1F-3EFC-4411-B65C-9CFC9B773A62}"/>
              </a:ext>
            </a:extLst>
          </p:cNvPr>
          <p:cNvSpPr>
            <a:spLocks xmlns:a="http://schemas.openxmlformats.org/drawingml/2006/main" noGrp="1"/>
          </p:cNvSpPr>
          <p:nvPr/>
        </p:nvSpPr>
        <p:spPr>
          <a:xfrm xmlns:a="http://schemas.openxmlformats.org/drawingml/2006/main">
            <a:off x="800100" y="2000250"/>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A78025"/>
                </a:solidFill>
                <a:latin typeface="Noto Sans JP"/>
                <a:ea typeface="Noto Sans JP"/>
                <a:cs typeface="Noto Sans JP"/>
              </a:defRPr>
            </a:defPPr>
            <a:lvl1pPr algn="l">
              <a:defRPr sz="2025" b="1">
                <a:solidFill>
                  <a:srgbClr val="A78025"/>
                </a:solidFill>
                <a:latin typeface="Noto Sans JP"/>
                <a:ea typeface="Noto Sans JP"/>
                <a:cs typeface="Noto Sans JP"/>
              </a:defRPr>
            </a:lvl1pPr>
            <a:lvl2pPr algn="l">
              <a:defRPr sz="2025" b="1">
                <a:solidFill>
                  <a:srgbClr val="A78025"/>
                </a:solidFill>
                <a:latin typeface="Noto Sans JP"/>
                <a:ea typeface="Noto Sans JP"/>
                <a:cs typeface="Noto Sans JP"/>
              </a:defRPr>
            </a:lvl2pPr>
            <a:lvl3pPr algn="l">
              <a:defRPr sz="2025" b="1">
                <a:solidFill>
                  <a:srgbClr val="A78025"/>
                </a:solidFill>
                <a:latin typeface="Noto Sans JP"/>
                <a:ea typeface="Noto Sans JP"/>
                <a:cs typeface="Noto Sans JP"/>
              </a:defRPr>
            </a:lvl3pPr>
            <a:lvl4pPr algn="l">
              <a:defRPr sz="2025" b="1">
                <a:solidFill>
                  <a:srgbClr val="A78025"/>
                </a:solidFill>
                <a:latin typeface="Noto Sans JP"/>
                <a:ea typeface="Noto Sans JP"/>
                <a:cs typeface="Noto Sans JP"/>
              </a:defRPr>
            </a:lvl4pPr>
            <a:lvl5pPr algn="l">
              <a:defRPr sz="2025" b="1">
                <a:solidFill>
                  <a:srgbClr val="A78025"/>
                </a:solidFill>
                <a:latin typeface="Noto Sans JP"/>
                <a:ea typeface="Noto Sans JP"/>
                <a:cs typeface="Noto Sans JP"/>
              </a:defRPr>
            </a:lvl5pPr>
            <a:lvl6pPr algn="l">
              <a:defRPr sz="2025" b="1">
                <a:solidFill>
                  <a:srgbClr val="A78025"/>
                </a:solidFill>
                <a:latin typeface="Noto Sans JP"/>
                <a:ea typeface="Noto Sans JP"/>
                <a:cs typeface="Noto Sans JP"/>
              </a:defRPr>
            </a:lvl6pPr>
            <a:lvl7pPr algn="l">
              <a:defRPr sz="2025" b="1">
                <a:solidFill>
                  <a:srgbClr val="A78025"/>
                </a:solidFill>
                <a:latin typeface="Noto Sans JP"/>
                <a:ea typeface="Noto Sans JP"/>
                <a:cs typeface="Noto Sans JP"/>
              </a:defRPr>
            </a:lvl7pPr>
            <a:lvl8pPr algn="l">
              <a:defRPr sz="2025" b="1">
                <a:solidFill>
                  <a:srgbClr val="A78025"/>
                </a:solidFill>
                <a:latin typeface="Noto Sans JP"/>
                <a:ea typeface="Noto Sans JP"/>
                <a:cs typeface="Noto Sans JP"/>
              </a:defRPr>
            </a:lvl8pPr>
            <a:lvl9pPr algn="l">
              <a:defRPr sz="2025" b="1">
                <a:solidFill>
                  <a:srgbClr val="A78025"/>
                </a:solidFill>
                <a:latin typeface="Noto Sans JP"/>
                <a:ea typeface="Noto Sans JP"/>
                <a:cs typeface="Noto Sans JP"/>
              </a:defRPr>
            </a:lvl9pPr>
          </a:lstStyle>
          <a:p xmlns:a="http://schemas.openxmlformats.org/drawingml/2006/main">
            <a:pPr algn="l">
              <a:defRPr sz="2025" b="1">
                <a:solidFill>
                  <a:srgbClr val="A78025"/>
                </a:solidFill>
                <a:latin typeface="Noto Sans JP"/>
                <a:ea typeface="Noto Sans JP"/>
                <a:cs typeface="Noto Sans JP"/>
              </a:defRPr>
            </a:pPr>
            <a:r>
              <a:rPr sz="2025" b="1">
                <a:solidFill>
                  <a:srgbClr val="A78025"/>
                </a:solidFill>
                <a:latin typeface="Noto Sans JP"/>
                <a:ea typeface="Noto Sans JP"/>
                <a:cs typeface="Noto Sans JP"/>
              </a:rPr>
              <a:t>5万円プランの内容を、すべて含みます。</a:t>
            </a:r>
          </a:p>
        </p:txBody>
      </p:sp>
      <p:sp>
        <p:nvSpPr>
          <p:cNvPr id="18" name="scope">
            <a:extLst xmlns:a="http://schemas.openxmlformats.org/drawingml/2006/main">
              <a:ext uri="{FF2B5EF4-FFF2-40B4-BE49-F238E27FC236}">
                <a16:creationId xmlns:a16="http://schemas.microsoft.com/office/drawing/2014/main" id="{C5693241-4934-4B9F-A752-202E6B0B9401}"/>
              </a:ext>
            </a:extLst>
          </p:cNvPr>
          <p:cNvSpPr>
            <a:spLocks xmlns:a="http://schemas.openxmlformats.org/drawingml/2006/main" noGrp="1"/>
          </p:cNvSpPr>
          <p:nvPr/>
        </p:nvSpPr>
        <p:spPr>
          <a:xfrm xmlns:a="http://schemas.openxmlformats.org/drawingml/2006/main">
            <a:off x="609600" y="2905125"/>
            <a:ext cx="685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192F66"/>
                </a:solidFill>
                <a:latin typeface="Noto Sans JP"/>
                <a:ea typeface="Noto Sans JP"/>
                <a:cs typeface="Noto Sans JP"/>
              </a:defRPr>
            </a:defPPr>
            <a:lvl1pPr algn="l">
              <a:defRPr sz="2850" b="1">
                <a:solidFill>
                  <a:srgbClr val="192F66"/>
                </a:solidFill>
                <a:latin typeface="Noto Sans JP"/>
                <a:ea typeface="Noto Sans JP"/>
                <a:cs typeface="Noto Sans JP"/>
              </a:defRPr>
            </a:lvl1pPr>
            <a:lvl2pPr algn="l">
              <a:defRPr sz="2850" b="1">
                <a:solidFill>
                  <a:srgbClr val="192F66"/>
                </a:solidFill>
                <a:latin typeface="Noto Sans JP"/>
                <a:ea typeface="Noto Sans JP"/>
                <a:cs typeface="Noto Sans JP"/>
              </a:defRPr>
            </a:lvl2pPr>
            <a:lvl3pPr algn="l">
              <a:defRPr sz="2850" b="1">
                <a:solidFill>
                  <a:srgbClr val="192F66"/>
                </a:solidFill>
                <a:latin typeface="Noto Sans JP"/>
                <a:ea typeface="Noto Sans JP"/>
                <a:cs typeface="Noto Sans JP"/>
              </a:defRPr>
            </a:lvl3pPr>
            <a:lvl4pPr algn="l">
              <a:defRPr sz="2850" b="1">
                <a:solidFill>
                  <a:srgbClr val="192F66"/>
                </a:solidFill>
                <a:latin typeface="Noto Sans JP"/>
                <a:ea typeface="Noto Sans JP"/>
                <a:cs typeface="Noto Sans JP"/>
              </a:defRPr>
            </a:lvl4pPr>
            <a:lvl5pPr algn="l">
              <a:defRPr sz="2850" b="1">
                <a:solidFill>
                  <a:srgbClr val="192F66"/>
                </a:solidFill>
                <a:latin typeface="Noto Sans JP"/>
                <a:ea typeface="Noto Sans JP"/>
                <a:cs typeface="Noto Sans JP"/>
              </a:defRPr>
            </a:lvl5pPr>
            <a:lvl6pPr algn="l">
              <a:defRPr sz="2850" b="1">
                <a:solidFill>
                  <a:srgbClr val="192F66"/>
                </a:solidFill>
                <a:latin typeface="Noto Sans JP"/>
                <a:ea typeface="Noto Sans JP"/>
                <a:cs typeface="Noto Sans JP"/>
              </a:defRPr>
            </a:lvl6pPr>
            <a:lvl7pPr algn="l">
              <a:defRPr sz="2850" b="1">
                <a:solidFill>
                  <a:srgbClr val="192F66"/>
                </a:solidFill>
                <a:latin typeface="Noto Sans JP"/>
                <a:ea typeface="Noto Sans JP"/>
                <a:cs typeface="Noto Sans JP"/>
              </a:defRPr>
            </a:lvl7pPr>
            <a:lvl8pPr algn="l">
              <a:defRPr sz="2850" b="1">
                <a:solidFill>
                  <a:srgbClr val="192F66"/>
                </a:solidFill>
                <a:latin typeface="Noto Sans JP"/>
                <a:ea typeface="Noto Sans JP"/>
                <a:cs typeface="Noto Sans JP"/>
              </a:defRPr>
            </a:lvl8pPr>
            <a:lvl9pPr algn="l">
              <a:defRPr sz="2850" b="1">
                <a:solidFill>
                  <a:srgbClr val="192F66"/>
                </a:solidFill>
                <a:latin typeface="Noto Sans JP"/>
                <a:ea typeface="Noto Sans JP"/>
                <a:cs typeface="Noto Sans JP"/>
              </a:defRPr>
            </a:lvl9pPr>
          </a:lstStyle>
          <a:p xmlns:a="http://schemas.openxmlformats.org/drawingml/2006/main">
            <a:pPr algn="l">
              <a:defRPr sz="2850" b="1">
                <a:solidFill>
                  <a:srgbClr val="192F66"/>
                </a:solidFill>
                <a:latin typeface="Noto Sans JP"/>
                <a:ea typeface="Noto Sans JP"/>
                <a:cs typeface="Noto Sans JP"/>
              </a:defRPr>
            </a:pPr>
            <a:r>
              <a:rPr sz="2850" b="1">
                <a:solidFill>
                  <a:srgbClr val="192F66"/>
                </a:solidFill>
                <a:latin typeface="Noto Sans JP"/>
                <a:ea typeface="Noto Sans JP"/>
                <a:cs typeface="Noto Sans JP"/>
              </a:rPr>
              <a:t>指名検索 ＋ 一般検索</a:t>
            </a:r>
          </a:p>
        </p:txBody>
      </p:sp>
      <p:sp>
        <p:nvSpPr>
          <p:cNvPr id="19" name="benefit">
            <a:extLst xmlns:a="http://schemas.openxmlformats.org/drawingml/2006/main">
              <a:ext uri="{FF2B5EF4-FFF2-40B4-BE49-F238E27FC236}">
                <a16:creationId xmlns:a16="http://schemas.microsoft.com/office/drawing/2014/main" id="{BFC4D421-4094-472D-B83B-398BFDED6065}"/>
              </a:ext>
            </a:extLst>
          </p:cNvPr>
          <p:cNvSpPr>
            <a:spLocks xmlns:a="http://schemas.openxmlformats.org/drawingml/2006/main" noGrp="1"/>
          </p:cNvSpPr>
          <p:nvPr/>
        </p:nvSpPr>
        <p:spPr>
          <a:xfrm xmlns:a="http://schemas.openxmlformats.org/drawingml/2006/main">
            <a:off x="609600" y="3800475"/>
            <a:ext cx="69723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0">
                <a:solidFill>
                  <a:srgbClr val="192D4C"/>
                </a:solidFill>
                <a:latin typeface="Noto Sans JP"/>
                <a:ea typeface="Noto Sans JP"/>
                <a:cs typeface="Noto Sans JP"/>
              </a:defRPr>
            </a:defPPr>
            <a:lvl1pPr algn="l">
              <a:defRPr sz="2175" b="0">
                <a:solidFill>
                  <a:srgbClr val="192D4C"/>
                </a:solidFill>
                <a:latin typeface="Noto Sans JP"/>
                <a:ea typeface="Noto Sans JP"/>
                <a:cs typeface="Noto Sans JP"/>
              </a:defRPr>
            </a:lvl1pPr>
            <a:lvl2pPr algn="l">
              <a:defRPr sz="2175" b="0">
                <a:solidFill>
                  <a:srgbClr val="192D4C"/>
                </a:solidFill>
                <a:latin typeface="Noto Sans JP"/>
                <a:ea typeface="Noto Sans JP"/>
                <a:cs typeface="Noto Sans JP"/>
              </a:defRPr>
            </a:lvl2pPr>
            <a:lvl3pPr algn="l">
              <a:defRPr sz="2175" b="0">
                <a:solidFill>
                  <a:srgbClr val="192D4C"/>
                </a:solidFill>
                <a:latin typeface="Noto Sans JP"/>
                <a:ea typeface="Noto Sans JP"/>
                <a:cs typeface="Noto Sans JP"/>
              </a:defRPr>
            </a:lvl3pPr>
            <a:lvl4pPr algn="l">
              <a:defRPr sz="2175" b="0">
                <a:solidFill>
                  <a:srgbClr val="192D4C"/>
                </a:solidFill>
                <a:latin typeface="Noto Sans JP"/>
                <a:ea typeface="Noto Sans JP"/>
                <a:cs typeface="Noto Sans JP"/>
              </a:defRPr>
            </a:lvl4pPr>
            <a:lvl5pPr algn="l">
              <a:defRPr sz="2175" b="0">
                <a:solidFill>
                  <a:srgbClr val="192D4C"/>
                </a:solidFill>
                <a:latin typeface="Noto Sans JP"/>
                <a:ea typeface="Noto Sans JP"/>
                <a:cs typeface="Noto Sans JP"/>
              </a:defRPr>
            </a:lvl5pPr>
            <a:lvl6pPr algn="l">
              <a:defRPr sz="2175" b="0">
                <a:solidFill>
                  <a:srgbClr val="192D4C"/>
                </a:solidFill>
                <a:latin typeface="Noto Sans JP"/>
                <a:ea typeface="Noto Sans JP"/>
                <a:cs typeface="Noto Sans JP"/>
              </a:defRPr>
            </a:lvl6pPr>
            <a:lvl7pPr algn="l">
              <a:defRPr sz="2175" b="0">
                <a:solidFill>
                  <a:srgbClr val="192D4C"/>
                </a:solidFill>
                <a:latin typeface="Noto Sans JP"/>
                <a:ea typeface="Noto Sans JP"/>
                <a:cs typeface="Noto Sans JP"/>
              </a:defRPr>
            </a:lvl7pPr>
            <a:lvl8pPr algn="l">
              <a:defRPr sz="2175" b="0">
                <a:solidFill>
                  <a:srgbClr val="192D4C"/>
                </a:solidFill>
                <a:latin typeface="Noto Sans JP"/>
                <a:ea typeface="Noto Sans JP"/>
                <a:cs typeface="Noto Sans JP"/>
              </a:defRPr>
            </a:lvl8pPr>
            <a:lvl9pPr algn="l">
              <a:defRPr sz="2175" b="0">
                <a:solidFill>
                  <a:srgbClr val="192D4C"/>
                </a:solidFill>
                <a:latin typeface="Noto Sans JP"/>
                <a:ea typeface="Noto Sans JP"/>
                <a:cs typeface="Noto Sans JP"/>
              </a:defRPr>
            </a:lvl9pPr>
          </a:lstStyle>
          <a:p xmlns:a="http://schemas.openxmlformats.org/drawingml/2006/main">
            <a:pPr algn="l">
              <a:defRPr sz="2175" b="0">
                <a:solidFill>
                  <a:srgbClr val="192D4C"/>
                </a:solidFill>
                <a:latin typeface="Noto Sans JP"/>
                <a:ea typeface="Noto Sans JP"/>
                <a:cs typeface="Noto Sans JP"/>
              </a:defRPr>
            </a:pPr>
            <a:r>
              <a:rPr sz="2175" b="0">
                <a:solidFill>
                  <a:srgbClr val="192D4C"/>
                </a:solidFill>
                <a:latin typeface="Noto Sans JP"/>
                <a:ea typeface="Noto Sans JP"/>
                <a:cs typeface="Noto Sans JP"/>
              </a:rPr>
              <a:t>会社を知る人には、選ぶ理由を。</a:t>
            </a:r>
          </a:p>
          <a:p xmlns:a="http://schemas.openxmlformats.org/drawingml/2006/main">
            <a:pPr algn="l">
              <a:defRPr sz="2175" b="0">
                <a:solidFill>
                  <a:srgbClr val="192D4C"/>
                </a:solidFill>
                <a:latin typeface="Noto Sans JP"/>
                <a:ea typeface="Noto Sans JP"/>
                <a:cs typeface="Noto Sans JP"/>
              </a:defRPr>
            </a:pPr>
            <a:r>
              <a:rPr sz="2175" b="0">
                <a:solidFill>
                  <a:srgbClr val="192D4C"/>
                </a:solidFill>
                <a:latin typeface="Noto Sans JP"/>
                <a:ea typeface="Noto Sans JP"/>
                <a:cs typeface="Noto Sans JP"/>
              </a:rPr>
              <a:t>まだ知らない人には、出会うきっかけを。</a:t>
            </a:r>
          </a:p>
        </p:txBody>
      </p:sp>
      <p:sp>
        <p:nvSpPr>
          <p:cNvPr id="20" name="operation">
            <a:extLst xmlns:a="http://schemas.openxmlformats.org/drawingml/2006/main">
              <a:ext uri="{FF2B5EF4-FFF2-40B4-BE49-F238E27FC236}">
                <a16:creationId xmlns:a16="http://schemas.microsoft.com/office/drawing/2014/main" id="{12DDBBAE-CAF9-48CD-91E8-9BD3CFEC0406}"/>
              </a:ext>
            </a:extLst>
          </p:cNvPr>
          <p:cNvSpPr>
            <a:spLocks xmlns:a="http://schemas.openxmlformats.org/drawingml/2006/main" noGrp="1"/>
          </p:cNvSpPr>
          <p:nvPr/>
        </p:nvSpPr>
        <p:spPr>
          <a:xfrm xmlns:a="http://schemas.openxmlformats.org/drawingml/2006/main">
            <a:off x="609600" y="4914900"/>
            <a:ext cx="68961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A78025"/>
                </a:solidFill>
                <a:latin typeface="Noto Sans JP"/>
                <a:ea typeface="Noto Sans JP"/>
                <a:cs typeface="Noto Sans JP"/>
              </a:defRPr>
            </a:defPPr>
            <a:lvl1pPr algn="l">
              <a:defRPr sz="1650" b="1">
                <a:solidFill>
                  <a:srgbClr val="A78025"/>
                </a:solidFill>
                <a:latin typeface="Noto Sans JP"/>
                <a:ea typeface="Noto Sans JP"/>
                <a:cs typeface="Noto Sans JP"/>
              </a:defRPr>
            </a:lvl1pPr>
            <a:lvl2pPr algn="l">
              <a:defRPr sz="1650" b="1">
                <a:solidFill>
                  <a:srgbClr val="A78025"/>
                </a:solidFill>
                <a:latin typeface="Noto Sans JP"/>
                <a:ea typeface="Noto Sans JP"/>
                <a:cs typeface="Noto Sans JP"/>
              </a:defRPr>
            </a:lvl2pPr>
            <a:lvl3pPr algn="l">
              <a:defRPr sz="1650" b="1">
                <a:solidFill>
                  <a:srgbClr val="A78025"/>
                </a:solidFill>
                <a:latin typeface="Noto Sans JP"/>
                <a:ea typeface="Noto Sans JP"/>
                <a:cs typeface="Noto Sans JP"/>
              </a:defRPr>
            </a:lvl3pPr>
            <a:lvl4pPr algn="l">
              <a:defRPr sz="1650" b="1">
                <a:solidFill>
                  <a:srgbClr val="A78025"/>
                </a:solidFill>
                <a:latin typeface="Noto Sans JP"/>
                <a:ea typeface="Noto Sans JP"/>
                <a:cs typeface="Noto Sans JP"/>
              </a:defRPr>
            </a:lvl4pPr>
            <a:lvl5pPr algn="l">
              <a:defRPr sz="1650" b="1">
                <a:solidFill>
                  <a:srgbClr val="A78025"/>
                </a:solidFill>
                <a:latin typeface="Noto Sans JP"/>
                <a:ea typeface="Noto Sans JP"/>
                <a:cs typeface="Noto Sans JP"/>
              </a:defRPr>
            </a:lvl5pPr>
            <a:lvl6pPr algn="l">
              <a:defRPr sz="1650" b="1">
                <a:solidFill>
                  <a:srgbClr val="A78025"/>
                </a:solidFill>
                <a:latin typeface="Noto Sans JP"/>
                <a:ea typeface="Noto Sans JP"/>
                <a:cs typeface="Noto Sans JP"/>
              </a:defRPr>
            </a:lvl6pPr>
            <a:lvl7pPr algn="l">
              <a:defRPr sz="1650" b="1">
                <a:solidFill>
                  <a:srgbClr val="A78025"/>
                </a:solidFill>
                <a:latin typeface="Noto Sans JP"/>
                <a:ea typeface="Noto Sans JP"/>
                <a:cs typeface="Noto Sans JP"/>
              </a:defRPr>
            </a:lvl7pPr>
            <a:lvl8pPr algn="l">
              <a:defRPr sz="1650" b="1">
                <a:solidFill>
                  <a:srgbClr val="A78025"/>
                </a:solidFill>
                <a:latin typeface="Noto Sans JP"/>
                <a:ea typeface="Noto Sans JP"/>
                <a:cs typeface="Noto Sans JP"/>
              </a:defRPr>
            </a:lvl8pPr>
            <a:lvl9pPr algn="l">
              <a:defRPr sz="1650" b="1">
                <a:solidFill>
                  <a:srgbClr val="A78025"/>
                </a:solidFill>
                <a:latin typeface="Noto Sans JP"/>
                <a:ea typeface="Noto Sans JP"/>
                <a:cs typeface="Noto Sans JP"/>
              </a:defRPr>
            </a:lvl9pPr>
          </a:lstStyle>
          <a:p xmlns:a="http://schemas.openxmlformats.org/drawingml/2006/main">
            <a:pPr algn="l">
              <a:defRPr sz="1650" b="1">
                <a:solidFill>
                  <a:srgbClr val="A78025"/>
                </a:solidFill>
                <a:latin typeface="Noto Sans JP"/>
                <a:ea typeface="Noto Sans JP"/>
                <a:cs typeface="Noto Sans JP"/>
              </a:defRPr>
            </a:pPr>
            <a:r>
              <a:rPr sz="1650" b="1">
                <a:solidFill>
                  <a:srgbClr val="A78025"/>
                </a:solidFill>
                <a:latin typeface="Noto Sans JP"/>
                <a:ea typeface="Noto Sans JP"/>
                <a:cs typeface="Noto Sans JP"/>
              </a:rPr>
              <a:t>地域・業種・課題に合う問いを定め、</a:t>
            </a:r>
          </a:p>
          <a:p xmlns:a="http://schemas.openxmlformats.org/drawingml/2006/main">
            <a:pPr algn="l">
              <a:defRPr sz="1650" b="1">
                <a:solidFill>
                  <a:srgbClr val="A78025"/>
                </a:solidFill>
                <a:latin typeface="Noto Sans JP"/>
                <a:ea typeface="Noto Sans JP"/>
                <a:cs typeface="Noto Sans JP"/>
              </a:defRPr>
            </a:pPr>
            <a:r>
              <a:rPr sz="1650" b="1">
                <a:solidFill>
                  <a:srgbClr val="A78025"/>
                </a:solidFill>
                <a:latin typeface="Noto Sans JP"/>
                <a:ea typeface="Noto Sans JP"/>
                <a:cs typeface="Noto Sans JP"/>
              </a:rPr>
              <a:t>一般検索での候補表示と引用を確認。</a:t>
            </a:r>
          </a:p>
        </p:txBody>
      </p:sp>
      <p:sp>
        <p:nvSpPr>
          <p:cNvPr id="21" name="contract">
            <a:extLst xmlns:a="http://schemas.openxmlformats.org/drawingml/2006/main">
              <a:ext uri="{FF2B5EF4-FFF2-40B4-BE49-F238E27FC236}">
                <a16:creationId xmlns:a16="http://schemas.microsoft.com/office/drawing/2014/main" id="{8DE4B3C1-8590-4558-A99C-1305A9016FFC}"/>
              </a:ext>
            </a:extLst>
          </p:cNvPr>
          <p:cNvSpPr>
            <a:spLocks xmlns:a="http://schemas.openxmlformats.org/drawingml/2006/main" noGrp="1"/>
          </p:cNvSpPr>
          <p:nvPr/>
        </p:nvSpPr>
        <p:spPr>
          <a:xfrm xmlns:a="http://schemas.openxmlformats.org/drawingml/2006/main">
            <a:off x="609600" y="5743575"/>
            <a:ext cx="699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526078"/>
                </a:solidFill>
                <a:latin typeface="Noto Sans JP"/>
                <a:ea typeface="Noto Sans JP"/>
                <a:cs typeface="Noto Sans JP"/>
              </a:defRPr>
            </a:defPPr>
            <a:lvl1pPr algn="l">
              <a:defRPr sz="1125" b="0">
                <a:solidFill>
                  <a:srgbClr val="526078"/>
                </a:solidFill>
                <a:latin typeface="Noto Sans JP"/>
                <a:ea typeface="Noto Sans JP"/>
                <a:cs typeface="Noto Sans JP"/>
              </a:defRPr>
            </a:lvl1pPr>
            <a:lvl2pPr algn="l">
              <a:defRPr sz="1125" b="0">
                <a:solidFill>
                  <a:srgbClr val="526078"/>
                </a:solidFill>
                <a:latin typeface="Noto Sans JP"/>
                <a:ea typeface="Noto Sans JP"/>
                <a:cs typeface="Noto Sans JP"/>
              </a:defRPr>
            </a:lvl2pPr>
            <a:lvl3pPr algn="l">
              <a:defRPr sz="1125" b="0">
                <a:solidFill>
                  <a:srgbClr val="526078"/>
                </a:solidFill>
                <a:latin typeface="Noto Sans JP"/>
                <a:ea typeface="Noto Sans JP"/>
                <a:cs typeface="Noto Sans JP"/>
              </a:defRPr>
            </a:lvl3pPr>
            <a:lvl4pPr algn="l">
              <a:defRPr sz="1125" b="0">
                <a:solidFill>
                  <a:srgbClr val="526078"/>
                </a:solidFill>
                <a:latin typeface="Noto Sans JP"/>
                <a:ea typeface="Noto Sans JP"/>
                <a:cs typeface="Noto Sans JP"/>
              </a:defRPr>
            </a:lvl4pPr>
            <a:lvl5pPr algn="l">
              <a:defRPr sz="1125" b="0">
                <a:solidFill>
                  <a:srgbClr val="526078"/>
                </a:solidFill>
                <a:latin typeface="Noto Sans JP"/>
                <a:ea typeface="Noto Sans JP"/>
                <a:cs typeface="Noto Sans JP"/>
              </a:defRPr>
            </a:lvl5pPr>
            <a:lvl6pPr algn="l">
              <a:defRPr sz="1125" b="0">
                <a:solidFill>
                  <a:srgbClr val="526078"/>
                </a:solidFill>
                <a:latin typeface="Noto Sans JP"/>
                <a:ea typeface="Noto Sans JP"/>
                <a:cs typeface="Noto Sans JP"/>
              </a:defRPr>
            </a:lvl6pPr>
            <a:lvl7pPr algn="l">
              <a:defRPr sz="1125" b="0">
                <a:solidFill>
                  <a:srgbClr val="526078"/>
                </a:solidFill>
                <a:latin typeface="Noto Sans JP"/>
                <a:ea typeface="Noto Sans JP"/>
                <a:cs typeface="Noto Sans JP"/>
              </a:defRPr>
            </a:lvl7pPr>
            <a:lvl8pPr algn="l">
              <a:defRPr sz="1125" b="0">
                <a:solidFill>
                  <a:srgbClr val="526078"/>
                </a:solidFill>
                <a:latin typeface="Noto Sans JP"/>
                <a:ea typeface="Noto Sans JP"/>
                <a:cs typeface="Noto Sans JP"/>
              </a:defRPr>
            </a:lvl8pPr>
            <a:lvl9pPr algn="l">
              <a:defRPr sz="1125" b="0">
                <a:solidFill>
                  <a:srgbClr val="526078"/>
                </a:solidFill>
                <a:latin typeface="Noto Sans JP"/>
                <a:ea typeface="Noto Sans JP"/>
                <a:cs typeface="Noto Sans JP"/>
              </a:defRPr>
            </a:lvl9pPr>
          </a:lstStyle>
          <a:p xmlns:a="http://schemas.openxmlformats.org/drawingml/2006/main">
            <a:pPr algn="l">
              <a:defRPr sz="1125" b="0">
                <a:solidFill>
                  <a:srgbClr val="526078"/>
                </a:solidFill>
                <a:latin typeface="Noto Sans JP"/>
                <a:ea typeface="Noto Sans JP"/>
                <a:cs typeface="Noto Sans JP"/>
              </a:defRPr>
            </a:pPr>
            <a:r>
              <a:rPr sz="1125" b="0">
                <a:solidFill>
                  <a:srgbClr val="526078"/>
                </a:solidFill>
                <a:latin typeface="Noto Sans JP"/>
                <a:ea typeface="Noto Sans JP"/>
                <a:cs typeface="Noto Sans JP"/>
              </a:rPr>
              <a:t>月額払い：最低6か月契約、6か月ごとに自動更新。</a:t>
            </a:r>
          </a:p>
          <a:p xmlns:a="http://schemas.openxmlformats.org/drawingml/2006/main">
            <a:pPr algn="l">
              <a:defRPr sz="1125" b="0">
                <a:solidFill>
                  <a:srgbClr val="526078"/>
                </a:solidFill>
                <a:latin typeface="Noto Sans JP"/>
                <a:ea typeface="Noto Sans JP"/>
                <a:cs typeface="Noto Sans JP"/>
              </a:defRPr>
            </a:pPr>
            <a:r>
              <a:rPr sz="1125" b="0">
                <a:solidFill>
                  <a:srgbClr val="526078"/>
                </a:solidFill>
                <a:latin typeface="Noto Sans JP"/>
                <a:ea typeface="Noto Sans JP"/>
                <a:cs typeface="Noto Sans JP"/>
              </a:rPr>
              <a:t>年間一括払いは12か月分の前払いです。</a:t>
            </a:r>
          </a:p>
        </p:txBody>
      </p:sp>
    </p:spTree>
    <p:extLst>
      <p:ext uri="{BB962C8B-B14F-4D97-AF65-F5344CB8AC3E}">
        <p14:creationId xmlns:p14="http://schemas.microsoft.com/office/powerpoint/2010/main" val="178901025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ection">
            <a:extLst xmlns:a="http://schemas.openxmlformats.org/drawingml/2006/main">
              <a:ext uri="{FF2B5EF4-FFF2-40B4-BE49-F238E27FC236}">
                <a16:creationId xmlns:a16="http://schemas.microsoft.com/office/drawing/2014/main" id="{B79A1C8C-8EF5-4E60-A42E-760010FCC57D}"/>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05  定期ニュースで、ブランドを育てる</a:t>
            </a:r>
          </a:p>
        </p:txBody>
      </p:sp>
      <p:sp>
        <p:nvSpPr>
          <p:cNvPr id="2" name="title">
            <a:extLst xmlns:a="http://schemas.openxmlformats.org/drawingml/2006/main">
              <a:ext uri="{FF2B5EF4-FFF2-40B4-BE49-F238E27FC236}">
                <a16:creationId xmlns:a16="http://schemas.microsoft.com/office/drawing/2014/main" id="{35B2E5C2-9681-4D16-9A6B-E2019AE04C2B}"/>
              </a:ext>
            </a:extLst>
          </p:cNvPr>
          <p:cNvSpPr>
            <a:spLocks xmlns:a="http://schemas.openxmlformats.org/drawingml/2006/main" noGrp="1"/>
          </p:cNvSpPr>
          <p:nvPr/>
        </p:nvSpPr>
        <p:spPr>
          <a:xfrm xmlns:a="http://schemas.openxmlformats.org/drawingml/2006/main">
            <a:off x="609600" y="781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92F66"/>
                </a:solidFill>
                <a:latin typeface="Noto Sans JP"/>
                <a:ea typeface="Noto Sans JP"/>
                <a:cs typeface="Noto Sans JP"/>
              </a:defRPr>
            </a:defPPr>
            <a:lvl1pPr algn="l">
              <a:defRPr sz="3150" b="1">
                <a:solidFill>
                  <a:srgbClr val="192F66"/>
                </a:solidFill>
                <a:latin typeface="Noto Sans JP"/>
                <a:ea typeface="Noto Sans JP"/>
                <a:cs typeface="Noto Sans JP"/>
              </a:defRPr>
            </a:lvl1pPr>
            <a:lvl2pPr algn="l">
              <a:defRPr sz="3150" b="1">
                <a:solidFill>
                  <a:srgbClr val="192F66"/>
                </a:solidFill>
                <a:latin typeface="Noto Sans JP"/>
                <a:ea typeface="Noto Sans JP"/>
                <a:cs typeface="Noto Sans JP"/>
              </a:defRPr>
            </a:lvl2pPr>
            <a:lvl3pPr algn="l">
              <a:defRPr sz="3150" b="1">
                <a:solidFill>
                  <a:srgbClr val="192F66"/>
                </a:solidFill>
                <a:latin typeface="Noto Sans JP"/>
                <a:ea typeface="Noto Sans JP"/>
                <a:cs typeface="Noto Sans JP"/>
              </a:defRPr>
            </a:lvl3pPr>
            <a:lvl4pPr algn="l">
              <a:defRPr sz="3150" b="1">
                <a:solidFill>
                  <a:srgbClr val="192F66"/>
                </a:solidFill>
                <a:latin typeface="Noto Sans JP"/>
                <a:ea typeface="Noto Sans JP"/>
                <a:cs typeface="Noto Sans JP"/>
              </a:defRPr>
            </a:lvl4pPr>
            <a:lvl5pPr algn="l">
              <a:defRPr sz="3150" b="1">
                <a:solidFill>
                  <a:srgbClr val="192F66"/>
                </a:solidFill>
                <a:latin typeface="Noto Sans JP"/>
                <a:ea typeface="Noto Sans JP"/>
                <a:cs typeface="Noto Sans JP"/>
              </a:defRPr>
            </a:lvl5pPr>
            <a:lvl6pPr algn="l">
              <a:defRPr sz="3150" b="1">
                <a:solidFill>
                  <a:srgbClr val="192F66"/>
                </a:solidFill>
                <a:latin typeface="Noto Sans JP"/>
                <a:ea typeface="Noto Sans JP"/>
                <a:cs typeface="Noto Sans JP"/>
              </a:defRPr>
            </a:lvl6pPr>
            <a:lvl7pPr algn="l">
              <a:defRPr sz="3150" b="1">
                <a:solidFill>
                  <a:srgbClr val="192F66"/>
                </a:solidFill>
                <a:latin typeface="Noto Sans JP"/>
                <a:ea typeface="Noto Sans JP"/>
                <a:cs typeface="Noto Sans JP"/>
              </a:defRPr>
            </a:lvl7pPr>
            <a:lvl8pPr algn="l">
              <a:defRPr sz="3150" b="1">
                <a:solidFill>
                  <a:srgbClr val="192F66"/>
                </a:solidFill>
                <a:latin typeface="Noto Sans JP"/>
                <a:ea typeface="Noto Sans JP"/>
                <a:cs typeface="Noto Sans JP"/>
              </a:defRPr>
            </a:lvl8pPr>
            <a:lvl9pPr algn="l">
              <a:defRPr sz="3150" b="1">
                <a:solidFill>
                  <a:srgbClr val="192F66"/>
                </a:solidFill>
                <a:latin typeface="Noto Sans JP"/>
                <a:ea typeface="Noto Sans JP"/>
                <a:cs typeface="Noto Sans JP"/>
              </a:defRPr>
            </a:lvl9pPr>
          </a:lstStyle>
          <a:p xmlns:a="http://schemas.openxmlformats.org/drawingml/2006/main">
            <a:pPr algn="l">
              <a:defRPr sz="3150" b="1">
                <a:solidFill>
                  <a:srgbClr val="192F66"/>
                </a:solidFill>
                <a:latin typeface="Noto Sans JP"/>
                <a:ea typeface="Noto Sans JP"/>
                <a:cs typeface="Noto Sans JP"/>
              </a:defRPr>
            </a:pPr>
            <a:r>
              <a:rPr sz="3150" b="1">
                <a:solidFill>
                  <a:srgbClr val="192F66"/>
                </a:solidFill>
                <a:latin typeface="Noto Sans JP"/>
                <a:ea typeface="Noto Sans JP"/>
                <a:cs typeface="Noto Sans JP"/>
              </a:rPr>
              <a:t>検索対策に、年2回の大手ネットニュースを追加</a:t>
            </a:r>
          </a:p>
        </p:txBody>
      </p:sp>
      <p:sp>
        <p:nvSpPr>
          <p:cNvPr id="3" name="footer-rule">
            <a:extLst xmlns:a="http://schemas.openxmlformats.org/drawingml/2006/main">
              <a:ext uri="{FF2B5EF4-FFF2-40B4-BE49-F238E27FC236}">
                <a16:creationId xmlns:a16="http://schemas.microsoft.com/office/drawing/2014/main" id="{0C612CEF-A0CE-4747-B8E0-1D50D67F6664}"/>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52572A9F-7B78-4803-99D3-C5DABB78F239}"/>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E7290FE9-A6F9-4831-9D13-59F62CD3C3DC}"/>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92F66"/>
                </a:solidFill>
                <a:latin typeface="Noto Sans JP"/>
                <a:ea typeface="Noto Sans JP"/>
                <a:cs typeface="Noto Sans JP"/>
              </a:defRPr>
            </a:defPPr>
            <a:lvl1pPr algn="r">
              <a:defRPr sz="1350" b="1">
                <a:solidFill>
                  <a:srgbClr val="192F66"/>
                </a:solidFill>
                <a:latin typeface="Noto Sans JP"/>
                <a:ea typeface="Noto Sans JP"/>
                <a:cs typeface="Noto Sans JP"/>
              </a:defRPr>
            </a:lvl1pPr>
            <a:lvl2pPr algn="r">
              <a:defRPr sz="1350" b="1">
                <a:solidFill>
                  <a:srgbClr val="192F66"/>
                </a:solidFill>
                <a:latin typeface="Noto Sans JP"/>
                <a:ea typeface="Noto Sans JP"/>
                <a:cs typeface="Noto Sans JP"/>
              </a:defRPr>
            </a:lvl2pPr>
            <a:lvl3pPr algn="r">
              <a:defRPr sz="1350" b="1">
                <a:solidFill>
                  <a:srgbClr val="192F66"/>
                </a:solidFill>
                <a:latin typeface="Noto Sans JP"/>
                <a:ea typeface="Noto Sans JP"/>
                <a:cs typeface="Noto Sans JP"/>
              </a:defRPr>
            </a:lvl3pPr>
            <a:lvl4pPr algn="r">
              <a:defRPr sz="1350" b="1">
                <a:solidFill>
                  <a:srgbClr val="192F66"/>
                </a:solidFill>
                <a:latin typeface="Noto Sans JP"/>
                <a:ea typeface="Noto Sans JP"/>
                <a:cs typeface="Noto Sans JP"/>
              </a:defRPr>
            </a:lvl4pPr>
            <a:lvl5pPr algn="r">
              <a:defRPr sz="1350" b="1">
                <a:solidFill>
                  <a:srgbClr val="192F66"/>
                </a:solidFill>
                <a:latin typeface="Noto Sans JP"/>
                <a:ea typeface="Noto Sans JP"/>
                <a:cs typeface="Noto Sans JP"/>
              </a:defRPr>
            </a:lvl5pPr>
            <a:lvl6pPr algn="r">
              <a:defRPr sz="1350" b="1">
                <a:solidFill>
                  <a:srgbClr val="192F66"/>
                </a:solidFill>
                <a:latin typeface="Noto Sans JP"/>
                <a:ea typeface="Noto Sans JP"/>
                <a:cs typeface="Noto Sans JP"/>
              </a:defRPr>
            </a:lvl6pPr>
            <a:lvl7pPr algn="r">
              <a:defRPr sz="1350" b="1">
                <a:solidFill>
                  <a:srgbClr val="192F66"/>
                </a:solidFill>
                <a:latin typeface="Noto Sans JP"/>
                <a:ea typeface="Noto Sans JP"/>
                <a:cs typeface="Noto Sans JP"/>
              </a:defRPr>
            </a:lvl7pPr>
            <a:lvl8pPr algn="r">
              <a:defRPr sz="1350" b="1">
                <a:solidFill>
                  <a:srgbClr val="192F66"/>
                </a:solidFill>
                <a:latin typeface="Noto Sans JP"/>
                <a:ea typeface="Noto Sans JP"/>
                <a:cs typeface="Noto Sans JP"/>
              </a:defRPr>
            </a:lvl8pPr>
            <a:lvl9pPr algn="r">
              <a:defRPr sz="1350" b="1">
                <a:solidFill>
                  <a:srgbClr val="192F66"/>
                </a:solidFill>
                <a:latin typeface="Noto Sans JP"/>
                <a:ea typeface="Noto Sans JP"/>
                <a:cs typeface="Noto Sans JP"/>
              </a:defRPr>
            </a:lvl9pPr>
          </a:lstStyle>
          <a:p xmlns:a="http://schemas.openxmlformats.org/drawingml/2006/main">
            <a:pPr algn="r">
              <a:defRPr sz="1350" b="1">
                <a:solidFill>
                  <a:srgbClr val="192F66"/>
                </a:solidFill>
                <a:latin typeface="Noto Sans JP"/>
                <a:ea typeface="Noto Sans JP"/>
                <a:cs typeface="Noto Sans JP"/>
              </a:defRPr>
            </a:pPr>
            <a:r>
              <a:rPr sz="1350" b="1">
                <a:solidFill>
                  <a:srgbClr val="192F66"/>
                </a:solidFill>
                <a:latin typeface="Noto Sans JP"/>
                <a:ea typeface="Noto Sans JP"/>
                <a:cs typeface="Noto Sans JP"/>
              </a:rPr>
              <a:t>41</a:t>
            </a:r>
          </a:p>
        </p:txBody>
      </p:sp>
      <p:sp>
        <p:nvSpPr>
          <p:cNvPr id="6" name="pricing-column">
            <a:extLst xmlns:a="http://schemas.openxmlformats.org/drawingml/2006/main">
              <a:ext uri="{FF2B5EF4-FFF2-40B4-BE49-F238E27FC236}">
                <a16:creationId xmlns:a16="http://schemas.microsoft.com/office/drawing/2014/main" id="{DFD0467A-9AF9-4492-8A3E-1D2264799336}"/>
              </a:ext>
            </a:extLst>
          </p:cNvPr>
          <p:cNvSpPr>
            <a:spLocks xmlns:a="http://schemas.openxmlformats.org/drawingml/2006/main" noGrp="1"/>
          </p:cNvSpPr>
          <p:nvPr/>
        </p:nvSpPr>
        <p:spPr>
          <a:xfrm xmlns:a="http://schemas.openxmlformats.org/drawingml/2006/main">
            <a:off x="7943850" y="1828800"/>
            <a:ext cx="3638550" cy="3562350"/>
          </a:xfrm>
          <a:prstGeom xmlns:a="http://schemas.openxmlformats.org/drawingml/2006/main" prst="rect">
            <a:avLst/>
          </a:prstGeom>
          <a:solidFill xmlns:a="http://schemas.openxmlformats.org/drawingml/2006/main">
            <a:srgbClr val="F4F6FA"/>
          </a:solidFill>
          <a:ln xmlns:a="http://schemas.openxmlformats.org/drawingml/2006/main" w="0">
            <a:noFill/>
          </a:ln>
        </p:spPr>
      </p:sp>
      <p:sp>
        <p:nvSpPr>
          <p:cNvPr id="7" name="regular-label">
            <a:extLst xmlns:a="http://schemas.openxmlformats.org/drawingml/2006/main">
              <a:ext uri="{FF2B5EF4-FFF2-40B4-BE49-F238E27FC236}">
                <a16:creationId xmlns:a16="http://schemas.microsoft.com/office/drawing/2014/main" id="{1C118667-DAFE-4510-B404-6339F915D632}"/>
              </a:ext>
            </a:extLst>
          </p:cNvPr>
          <p:cNvSpPr>
            <a:spLocks xmlns:a="http://schemas.openxmlformats.org/drawingml/2006/main" noGrp="1"/>
          </p:cNvSpPr>
          <p:nvPr/>
        </p:nvSpPr>
        <p:spPr>
          <a:xfrm xmlns:a="http://schemas.openxmlformats.org/drawingml/2006/main">
            <a:off x="8172450" y="201930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50" b="0">
                <a:solidFill>
                  <a:srgbClr val="526078"/>
                </a:solidFill>
                <a:latin typeface="Noto Sans JP"/>
                <a:ea typeface="Noto Sans JP"/>
                <a:cs typeface="Noto Sans JP"/>
              </a:defRPr>
            </a:defPPr>
            <a:lvl1pPr algn="l">
              <a:defRPr sz="1350" b="0">
                <a:solidFill>
                  <a:srgbClr val="526078"/>
                </a:solidFill>
                <a:latin typeface="Noto Sans JP"/>
                <a:ea typeface="Noto Sans JP"/>
                <a:cs typeface="Noto Sans JP"/>
              </a:defRPr>
            </a:lvl1pPr>
            <a:lvl2pPr algn="l">
              <a:defRPr sz="1350" b="0">
                <a:solidFill>
                  <a:srgbClr val="526078"/>
                </a:solidFill>
                <a:latin typeface="Noto Sans JP"/>
                <a:ea typeface="Noto Sans JP"/>
                <a:cs typeface="Noto Sans JP"/>
              </a:defRPr>
            </a:lvl2pPr>
            <a:lvl3pPr algn="l">
              <a:defRPr sz="1350" b="0">
                <a:solidFill>
                  <a:srgbClr val="526078"/>
                </a:solidFill>
                <a:latin typeface="Noto Sans JP"/>
                <a:ea typeface="Noto Sans JP"/>
                <a:cs typeface="Noto Sans JP"/>
              </a:defRPr>
            </a:lvl3pPr>
            <a:lvl4pPr algn="l">
              <a:defRPr sz="1350" b="0">
                <a:solidFill>
                  <a:srgbClr val="526078"/>
                </a:solidFill>
                <a:latin typeface="Noto Sans JP"/>
                <a:ea typeface="Noto Sans JP"/>
                <a:cs typeface="Noto Sans JP"/>
              </a:defRPr>
            </a:lvl4pPr>
            <a:lvl5pPr algn="l">
              <a:defRPr sz="1350" b="0">
                <a:solidFill>
                  <a:srgbClr val="526078"/>
                </a:solidFill>
                <a:latin typeface="Noto Sans JP"/>
                <a:ea typeface="Noto Sans JP"/>
                <a:cs typeface="Noto Sans JP"/>
              </a:defRPr>
            </a:lvl5pPr>
            <a:lvl6pPr algn="l">
              <a:defRPr sz="1350" b="0">
                <a:solidFill>
                  <a:srgbClr val="526078"/>
                </a:solidFill>
                <a:latin typeface="Noto Sans JP"/>
                <a:ea typeface="Noto Sans JP"/>
                <a:cs typeface="Noto Sans JP"/>
              </a:defRPr>
            </a:lvl6pPr>
            <a:lvl7pPr algn="l">
              <a:defRPr sz="1350" b="0">
                <a:solidFill>
                  <a:srgbClr val="526078"/>
                </a:solidFill>
                <a:latin typeface="Noto Sans JP"/>
                <a:ea typeface="Noto Sans JP"/>
                <a:cs typeface="Noto Sans JP"/>
              </a:defRPr>
            </a:lvl7pPr>
            <a:lvl8pPr algn="l">
              <a:defRPr sz="1350" b="0">
                <a:solidFill>
                  <a:srgbClr val="526078"/>
                </a:solidFill>
                <a:latin typeface="Noto Sans JP"/>
                <a:ea typeface="Noto Sans JP"/>
                <a:cs typeface="Noto Sans JP"/>
              </a:defRPr>
            </a:lvl8pPr>
            <a:lvl9pPr algn="l">
              <a:defRPr sz="1350" b="0">
                <a:solidFill>
                  <a:srgbClr val="526078"/>
                </a:solidFill>
                <a:latin typeface="Noto Sans JP"/>
                <a:ea typeface="Noto Sans JP"/>
                <a:cs typeface="Noto Sans JP"/>
              </a:defRPr>
            </a:lvl9pPr>
          </a:lstStyle>
          <a:p xmlns:a="http://schemas.openxmlformats.org/drawingml/2006/main">
            <a:pPr algn="l">
              <a:defRPr sz="1350" b="0">
                <a:solidFill>
                  <a:srgbClr val="526078"/>
                </a:solidFill>
                <a:latin typeface="Noto Sans JP"/>
                <a:ea typeface="Noto Sans JP"/>
                <a:cs typeface="Noto Sans JP"/>
              </a:defRPr>
            </a:pPr>
            <a:r>
              <a:rPr sz="1350" b="0">
                <a:solidFill>
                  <a:srgbClr val="526078"/>
                </a:solidFill>
                <a:latin typeface="Noto Sans JP"/>
                <a:ea typeface="Noto Sans JP"/>
                <a:cs typeface="Noto Sans JP"/>
              </a:rPr>
              <a:t>月額払いの12か月分総額</a:t>
            </a:r>
          </a:p>
        </p:txBody>
      </p:sp>
      <p:sp>
        <p:nvSpPr>
          <p:cNvPr id="8" name="regular-total">
            <a:extLst xmlns:a="http://schemas.openxmlformats.org/drawingml/2006/main">
              <a:ext uri="{FF2B5EF4-FFF2-40B4-BE49-F238E27FC236}">
                <a16:creationId xmlns:a16="http://schemas.microsoft.com/office/drawing/2014/main" id="{13F47C8D-686B-4517-B20A-CDACCAD73BE2}"/>
              </a:ext>
            </a:extLst>
          </p:cNvPr>
          <p:cNvSpPr>
            <a:spLocks xmlns:a="http://schemas.openxmlformats.org/drawingml/2006/main" noGrp="1"/>
          </p:cNvSpPr>
          <p:nvPr/>
        </p:nvSpPr>
        <p:spPr>
          <a:xfrm xmlns:a="http://schemas.openxmlformats.org/drawingml/2006/main">
            <a:off x="8172450" y="2333625"/>
            <a:ext cx="3181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526078"/>
                </a:solidFill>
                <a:latin typeface="Noto Sans JP"/>
                <a:ea typeface="Noto Sans JP"/>
                <a:cs typeface="Noto Sans JP"/>
              </a:defRPr>
            </a:defPPr>
            <a:lvl1pPr algn="l">
              <a:defRPr sz="2250" b="1">
                <a:solidFill>
                  <a:srgbClr val="526078"/>
                </a:solidFill>
                <a:latin typeface="Noto Sans JP"/>
                <a:ea typeface="Noto Sans JP"/>
                <a:cs typeface="Noto Sans JP"/>
              </a:defRPr>
            </a:lvl1pPr>
            <a:lvl2pPr algn="l">
              <a:defRPr sz="2250" b="1">
                <a:solidFill>
                  <a:srgbClr val="526078"/>
                </a:solidFill>
                <a:latin typeface="Noto Sans JP"/>
                <a:ea typeface="Noto Sans JP"/>
                <a:cs typeface="Noto Sans JP"/>
              </a:defRPr>
            </a:lvl2pPr>
            <a:lvl3pPr algn="l">
              <a:defRPr sz="2250" b="1">
                <a:solidFill>
                  <a:srgbClr val="526078"/>
                </a:solidFill>
                <a:latin typeface="Noto Sans JP"/>
                <a:ea typeface="Noto Sans JP"/>
                <a:cs typeface="Noto Sans JP"/>
              </a:defRPr>
            </a:lvl3pPr>
            <a:lvl4pPr algn="l">
              <a:defRPr sz="2250" b="1">
                <a:solidFill>
                  <a:srgbClr val="526078"/>
                </a:solidFill>
                <a:latin typeface="Noto Sans JP"/>
                <a:ea typeface="Noto Sans JP"/>
                <a:cs typeface="Noto Sans JP"/>
              </a:defRPr>
            </a:lvl4pPr>
            <a:lvl5pPr algn="l">
              <a:defRPr sz="2250" b="1">
                <a:solidFill>
                  <a:srgbClr val="526078"/>
                </a:solidFill>
                <a:latin typeface="Noto Sans JP"/>
                <a:ea typeface="Noto Sans JP"/>
                <a:cs typeface="Noto Sans JP"/>
              </a:defRPr>
            </a:lvl5pPr>
            <a:lvl6pPr algn="l">
              <a:defRPr sz="2250" b="1">
                <a:solidFill>
                  <a:srgbClr val="526078"/>
                </a:solidFill>
                <a:latin typeface="Noto Sans JP"/>
                <a:ea typeface="Noto Sans JP"/>
                <a:cs typeface="Noto Sans JP"/>
              </a:defRPr>
            </a:lvl6pPr>
            <a:lvl7pPr algn="l">
              <a:defRPr sz="2250" b="1">
                <a:solidFill>
                  <a:srgbClr val="526078"/>
                </a:solidFill>
                <a:latin typeface="Noto Sans JP"/>
                <a:ea typeface="Noto Sans JP"/>
                <a:cs typeface="Noto Sans JP"/>
              </a:defRPr>
            </a:lvl7pPr>
            <a:lvl8pPr algn="l">
              <a:defRPr sz="2250" b="1">
                <a:solidFill>
                  <a:srgbClr val="526078"/>
                </a:solidFill>
                <a:latin typeface="Noto Sans JP"/>
                <a:ea typeface="Noto Sans JP"/>
                <a:cs typeface="Noto Sans JP"/>
              </a:defRPr>
            </a:lvl8pPr>
            <a:lvl9pPr algn="l">
              <a:defRPr sz="2250" b="1">
                <a:solidFill>
                  <a:srgbClr val="526078"/>
                </a:solidFill>
                <a:latin typeface="Noto Sans JP"/>
                <a:ea typeface="Noto Sans JP"/>
                <a:cs typeface="Noto Sans JP"/>
              </a:defRPr>
            </a:lvl9pPr>
          </a:lstStyle>
          <a:p xmlns:a="http://schemas.openxmlformats.org/drawingml/2006/main">
            <a:pPr algn="l">
              <a:defRPr sz="2250" b="1">
                <a:solidFill>
                  <a:srgbClr val="526078"/>
                </a:solidFill>
                <a:latin typeface="Noto Sans JP"/>
                <a:ea typeface="Noto Sans JP"/>
                <a:cs typeface="Noto Sans JP"/>
              </a:defRPr>
            </a:pPr>
            <a:r>
              <a:rPr sz="2250" b="1">
                <a:solidFill>
                  <a:srgbClr val="526078"/>
                </a:solidFill>
                <a:latin typeface="Noto Sans JP"/>
                <a:ea typeface="Noto Sans JP"/>
                <a:cs typeface="Noto Sans JP"/>
              </a:rPr>
              <a:t>240万円（税別）</a:t>
            </a:r>
          </a:p>
        </p:txBody>
      </p:sp>
      <p:sp>
        <p:nvSpPr>
          <p:cNvPr id="9" name="annual-label">
            <a:extLst xmlns:a="http://schemas.openxmlformats.org/drawingml/2006/main">
              <a:ext uri="{FF2B5EF4-FFF2-40B4-BE49-F238E27FC236}">
                <a16:creationId xmlns:a16="http://schemas.microsoft.com/office/drawing/2014/main" id="{32A78BE6-682C-4301-945D-5C87A214A104}"/>
              </a:ext>
            </a:extLst>
          </p:cNvPr>
          <p:cNvSpPr>
            <a:spLocks xmlns:a="http://schemas.openxmlformats.org/drawingml/2006/main" noGrp="1"/>
          </p:cNvSpPr>
          <p:nvPr/>
        </p:nvSpPr>
        <p:spPr>
          <a:xfrm xmlns:a="http://schemas.openxmlformats.org/drawingml/2006/main">
            <a:off x="8172450" y="29146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1">
                <a:solidFill>
                  <a:srgbClr val="192F66"/>
                </a:solidFill>
                <a:latin typeface="Noto Sans JP"/>
                <a:ea typeface="Noto Sans JP"/>
                <a:cs typeface="Noto Sans JP"/>
              </a:defRPr>
            </a:defPPr>
            <a:lvl1pPr algn="l">
              <a:defRPr sz="1575" b="1">
                <a:solidFill>
                  <a:srgbClr val="192F66"/>
                </a:solidFill>
                <a:latin typeface="Noto Sans JP"/>
                <a:ea typeface="Noto Sans JP"/>
                <a:cs typeface="Noto Sans JP"/>
              </a:defRPr>
            </a:lvl1pPr>
            <a:lvl2pPr algn="l">
              <a:defRPr sz="1575" b="1">
                <a:solidFill>
                  <a:srgbClr val="192F66"/>
                </a:solidFill>
                <a:latin typeface="Noto Sans JP"/>
                <a:ea typeface="Noto Sans JP"/>
                <a:cs typeface="Noto Sans JP"/>
              </a:defRPr>
            </a:lvl2pPr>
            <a:lvl3pPr algn="l">
              <a:defRPr sz="1575" b="1">
                <a:solidFill>
                  <a:srgbClr val="192F66"/>
                </a:solidFill>
                <a:latin typeface="Noto Sans JP"/>
                <a:ea typeface="Noto Sans JP"/>
                <a:cs typeface="Noto Sans JP"/>
              </a:defRPr>
            </a:lvl3pPr>
            <a:lvl4pPr algn="l">
              <a:defRPr sz="1575" b="1">
                <a:solidFill>
                  <a:srgbClr val="192F66"/>
                </a:solidFill>
                <a:latin typeface="Noto Sans JP"/>
                <a:ea typeface="Noto Sans JP"/>
                <a:cs typeface="Noto Sans JP"/>
              </a:defRPr>
            </a:lvl4pPr>
            <a:lvl5pPr algn="l">
              <a:defRPr sz="1575" b="1">
                <a:solidFill>
                  <a:srgbClr val="192F66"/>
                </a:solidFill>
                <a:latin typeface="Noto Sans JP"/>
                <a:ea typeface="Noto Sans JP"/>
                <a:cs typeface="Noto Sans JP"/>
              </a:defRPr>
            </a:lvl5pPr>
            <a:lvl6pPr algn="l">
              <a:defRPr sz="1575" b="1">
                <a:solidFill>
                  <a:srgbClr val="192F66"/>
                </a:solidFill>
                <a:latin typeface="Noto Sans JP"/>
                <a:ea typeface="Noto Sans JP"/>
                <a:cs typeface="Noto Sans JP"/>
              </a:defRPr>
            </a:lvl6pPr>
            <a:lvl7pPr algn="l">
              <a:defRPr sz="1575" b="1">
                <a:solidFill>
                  <a:srgbClr val="192F66"/>
                </a:solidFill>
                <a:latin typeface="Noto Sans JP"/>
                <a:ea typeface="Noto Sans JP"/>
                <a:cs typeface="Noto Sans JP"/>
              </a:defRPr>
            </a:lvl7pPr>
            <a:lvl8pPr algn="l">
              <a:defRPr sz="1575" b="1">
                <a:solidFill>
                  <a:srgbClr val="192F66"/>
                </a:solidFill>
                <a:latin typeface="Noto Sans JP"/>
                <a:ea typeface="Noto Sans JP"/>
                <a:cs typeface="Noto Sans JP"/>
              </a:defRPr>
            </a:lvl8pPr>
            <a:lvl9pPr algn="l">
              <a:defRPr sz="1575" b="1">
                <a:solidFill>
                  <a:srgbClr val="192F66"/>
                </a:solidFill>
                <a:latin typeface="Noto Sans JP"/>
                <a:ea typeface="Noto Sans JP"/>
                <a:cs typeface="Noto Sans JP"/>
              </a:defRPr>
            </a:lvl9pPr>
          </a:lstStyle>
          <a:p xmlns:a="http://schemas.openxmlformats.org/drawingml/2006/main">
            <a:pPr algn="l">
              <a:defRPr sz="1575" b="1">
                <a:solidFill>
                  <a:srgbClr val="192F66"/>
                </a:solidFill>
                <a:latin typeface="Noto Sans JP"/>
                <a:ea typeface="Noto Sans JP"/>
                <a:cs typeface="Noto Sans JP"/>
              </a:defRPr>
            </a:pPr>
            <a:r>
              <a:rPr sz="1575" b="1">
                <a:solidFill>
                  <a:srgbClr val="192F66"/>
                </a:solidFill>
                <a:latin typeface="Noto Sans JP"/>
                <a:ea typeface="Noto Sans JP"/>
                <a:cs typeface="Noto Sans JP"/>
              </a:rPr>
              <a:t>年間一括払い</a:t>
            </a:r>
          </a:p>
        </p:txBody>
      </p:sp>
      <p:sp>
        <p:nvSpPr>
          <p:cNvPr id="10" name="annual-total">
            <a:extLst xmlns:a="http://schemas.openxmlformats.org/drawingml/2006/main">
              <a:ext uri="{FF2B5EF4-FFF2-40B4-BE49-F238E27FC236}">
                <a16:creationId xmlns:a16="http://schemas.microsoft.com/office/drawing/2014/main" id="{5A43E456-626B-4C2A-9C41-9A6964A804DA}"/>
              </a:ext>
            </a:extLst>
          </p:cNvPr>
          <p:cNvSpPr>
            <a:spLocks xmlns:a="http://schemas.openxmlformats.org/drawingml/2006/main" noGrp="1"/>
          </p:cNvSpPr>
          <p:nvPr/>
        </p:nvSpPr>
        <p:spPr>
          <a:xfrm xmlns:a="http://schemas.openxmlformats.org/drawingml/2006/main">
            <a:off x="8172450" y="3248025"/>
            <a:ext cx="3181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350" b="1">
                <a:solidFill>
                  <a:srgbClr val="192F66"/>
                </a:solidFill>
                <a:latin typeface="Noto Sans JP"/>
                <a:ea typeface="Noto Sans JP"/>
                <a:cs typeface="Noto Sans JP"/>
              </a:defRPr>
            </a:defPPr>
            <a:lvl1pPr algn="l">
              <a:defRPr sz="4350" b="1">
                <a:solidFill>
                  <a:srgbClr val="192F66"/>
                </a:solidFill>
                <a:latin typeface="Noto Sans JP"/>
                <a:ea typeface="Noto Sans JP"/>
                <a:cs typeface="Noto Sans JP"/>
              </a:defRPr>
            </a:lvl1pPr>
            <a:lvl2pPr algn="l">
              <a:defRPr sz="4350" b="1">
                <a:solidFill>
                  <a:srgbClr val="192F66"/>
                </a:solidFill>
                <a:latin typeface="Noto Sans JP"/>
                <a:ea typeface="Noto Sans JP"/>
                <a:cs typeface="Noto Sans JP"/>
              </a:defRPr>
            </a:lvl2pPr>
            <a:lvl3pPr algn="l">
              <a:defRPr sz="4350" b="1">
                <a:solidFill>
                  <a:srgbClr val="192F66"/>
                </a:solidFill>
                <a:latin typeface="Noto Sans JP"/>
                <a:ea typeface="Noto Sans JP"/>
                <a:cs typeface="Noto Sans JP"/>
              </a:defRPr>
            </a:lvl3pPr>
            <a:lvl4pPr algn="l">
              <a:defRPr sz="4350" b="1">
                <a:solidFill>
                  <a:srgbClr val="192F66"/>
                </a:solidFill>
                <a:latin typeface="Noto Sans JP"/>
                <a:ea typeface="Noto Sans JP"/>
                <a:cs typeface="Noto Sans JP"/>
              </a:defRPr>
            </a:lvl4pPr>
            <a:lvl5pPr algn="l">
              <a:defRPr sz="4350" b="1">
                <a:solidFill>
                  <a:srgbClr val="192F66"/>
                </a:solidFill>
                <a:latin typeface="Noto Sans JP"/>
                <a:ea typeface="Noto Sans JP"/>
                <a:cs typeface="Noto Sans JP"/>
              </a:defRPr>
            </a:lvl5pPr>
            <a:lvl6pPr algn="l">
              <a:defRPr sz="4350" b="1">
                <a:solidFill>
                  <a:srgbClr val="192F66"/>
                </a:solidFill>
                <a:latin typeface="Noto Sans JP"/>
                <a:ea typeface="Noto Sans JP"/>
                <a:cs typeface="Noto Sans JP"/>
              </a:defRPr>
            </a:lvl6pPr>
            <a:lvl7pPr algn="l">
              <a:defRPr sz="4350" b="1">
                <a:solidFill>
                  <a:srgbClr val="192F66"/>
                </a:solidFill>
                <a:latin typeface="Noto Sans JP"/>
                <a:ea typeface="Noto Sans JP"/>
                <a:cs typeface="Noto Sans JP"/>
              </a:defRPr>
            </a:lvl7pPr>
            <a:lvl8pPr algn="l">
              <a:defRPr sz="4350" b="1">
                <a:solidFill>
                  <a:srgbClr val="192F66"/>
                </a:solidFill>
                <a:latin typeface="Noto Sans JP"/>
                <a:ea typeface="Noto Sans JP"/>
                <a:cs typeface="Noto Sans JP"/>
              </a:defRPr>
            </a:lvl8pPr>
            <a:lvl9pPr algn="l">
              <a:defRPr sz="4350" b="1">
                <a:solidFill>
                  <a:srgbClr val="192F66"/>
                </a:solidFill>
                <a:latin typeface="Noto Sans JP"/>
                <a:ea typeface="Noto Sans JP"/>
                <a:cs typeface="Noto Sans JP"/>
              </a:defRPr>
            </a:lvl9pPr>
          </a:lstStyle>
          <a:p xmlns:a="http://schemas.openxmlformats.org/drawingml/2006/main">
            <a:pPr algn="l">
              <a:defRPr sz="4350" b="1">
                <a:solidFill>
                  <a:srgbClr val="192F66"/>
                </a:solidFill>
                <a:latin typeface="Noto Sans JP"/>
                <a:ea typeface="Noto Sans JP"/>
                <a:cs typeface="Noto Sans JP"/>
              </a:defRPr>
            </a:pPr>
            <a:r>
              <a:rPr sz="4350" b="1">
                <a:solidFill>
                  <a:srgbClr val="192F66"/>
                </a:solidFill>
                <a:latin typeface="Noto Sans JP"/>
                <a:ea typeface="Noto Sans JP"/>
                <a:cs typeface="Noto Sans JP"/>
              </a:rPr>
              <a:t>200万円</a:t>
            </a:r>
          </a:p>
        </p:txBody>
      </p:sp>
      <p:sp>
        <p:nvSpPr>
          <p:cNvPr id="11" name="annual-tax">
            <a:extLst xmlns:a="http://schemas.openxmlformats.org/drawingml/2006/main">
              <a:ext uri="{FF2B5EF4-FFF2-40B4-BE49-F238E27FC236}">
                <a16:creationId xmlns:a16="http://schemas.microsoft.com/office/drawing/2014/main" id="{26CF8190-C2ED-401D-A6E6-51F6A994DDDB}"/>
              </a:ext>
            </a:extLst>
          </p:cNvPr>
          <p:cNvSpPr>
            <a:spLocks xmlns:a="http://schemas.openxmlformats.org/drawingml/2006/main" noGrp="1"/>
          </p:cNvSpPr>
          <p:nvPr/>
        </p:nvSpPr>
        <p:spPr>
          <a:xfrm xmlns:a="http://schemas.openxmlformats.org/drawingml/2006/main">
            <a:off x="8172450" y="400050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0">
                <a:solidFill>
                  <a:srgbClr val="526078"/>
                </a:solidFill>
                <a:latin typeface="Noto Sans JP"/>
                <a:ea typeface="Noto Sans JP"/>
                <a:cs typeface="Noto Sans JP"/>
              </a:defRPr>
            </a:defPPr>
            <a:lvl1pPr algn="l">
              <a:defRPr sz="1425" b="0">
                <a:solidFill>
                  <a:srgbClr val="526078"/>
                </a:solidFill>
                <a:latin typeface="Noto Sans JP"/>
                <a:ea typeface="Noto Sans JP"/>
                <a:cs typeface="Noto Sans JP"/>
              </a:defRPr>
            </a:lvl1pPr>
            <a:lvl2pPr algn="l">
              <a:defRPr sz="1425" b="0">
                <a:solidFill>
                  <a:srgbClr val="526078"/>
                </a:solidFill>
                <a:latin typeface="Noto Sans JP"/>
                <a:ea typeface="Noto Sans JP"/>
                <a:cs typeface="Noto Sans JP"/>
              </a:defRPr>
            </a:lvl2pPr>
            <a:lvl3pPr algn="l">
              <a:defRPr sz="1425" b="0">
                <a:solidFill>
                  <a:srgbClr val="526078"/>
                </a:solidFill>
                <a:latin typeface="Noto Sans JP"/>
                <a:ea typeface="Noto Sans JP"/>
                <a:cs typeface="Noto Sans JP"/>
              </a:defRPr>
            </a:lvl3pPr>
            <a:lvl4pPr algn="l">
              <a:defRPr sz="1425" b="0">
                <a:solidFill>
                  <a:srgbClr val="526078"/>
                </a:solidFill>
                <a:latin typeface="Noto Sans JP"/>
                <a:ea typeface="Noto Sans JP"/>
                <a:cs typeface="Noto Sans JP"/>
              </a:defRPr>
            </a:lvl4pPr>
            <a:lvl5pPr algn="l">
              <a:defRPr sz="1425" b="0">
                <a:solidFill>
                  <a:srgbClr val="526078"/>
                </a:solidFill>
                <a:latin typeface="Noto Sans JP"/>
                <a:ea typeface="Noto Sans JP"/>
                <a:cs typeface="Noto Sans JP"/>
              </a:defRPr>
            </a:lvl5pPr>
            <a:lvl6pPr algn="l">
              <a:defRPr sz="1425" b="0">
                <a:solidFill>
                  <a:srgbClr val="526078"/>
                </a:solidFill>
                <a:latin typeface="Noto Sans JP"/>
                <a:ea typeface="Noto Sans JP"/>
                <a:cs typeface="Noto Sans JP"/>
              </a:defRPr>
            </a:lvl6pPr>
            <a:lvl7pPr algn="l">
              <a:defRPr sz="1425" b="0">
                <a:solidFill>
                  <a:srgbClr val="526078"/>
                </a:solidFill>
                <a:latin typeface="Noto Sans JP"/>
                <a:ea typeface="Noto Sans JP"/>
                <a:cs typeface="Noto Sans JP"/>
              </a:defRPr>
            </a:lvl7pPr>
            <a:lvl8pPr algn="l">
              <a:defRPr sz="1425" b="0">
                <a:solidFill>
                  <a:srgbClr val="526078"/>
                </a:solidFill>
                <a:latin typeface="Noto Sans JP"/>
                <a:ea typeface="Noto Sans JP"/>
                <a:cs typeface="Noto Sans JP"/>
              </a:defRPr>
            </a:lvl8pPr>
            <a:lvl9pPr algn="l">
              <a:defRPr sz="1425" b="0">
                <a:solidFill>
                  <a:srgbClr val="526078"/>
                </a:solidFill>
                <a:latin typeface="Noto Sans JP"/>
                <a:ea typeface="Noto Sans JP"/>
                <a:cs typeface="Noto Sans JP"/>
              </a:defRPr>
            </a:lvl9pPr>
          </a:lstStyle>
          <a:p xmlns:a="http://schemas.openxmlformats.org/drawingml/2006/main">
            <a:pPr algn="l">
              <a:defRPr sz="1425" b="0">
                <a:solidFill>
                  <a:srgbClr val="526078"/>
                </a:solidFill>
                <a:latin typeface="Noto Sans JP"/>
                <a:ea typeface="Noto Sans JP"/>
                <a:cs typeface="Noto Sans JP"/>
              </a:defRPr>
            </a:pPr>
            <a:r>
              <a:rPr sz="1425" b="0">
                <a:solidFill>
                  <a:srgbClr val="526078"/>
                </a:solidFill>
                <a:latin typeface="Noto Sans JP"/>
                <a:ea typeface="Noto Sans JP"/>
                <a:cs typeface="Noto Sans JP"/>
              </a:rPr>
              <a:t>税別 ／ 税込220万円</a:t>
            </a:r>
          </a:p>
        </p:txBody>
      </p:sp>
      <p:sp>
        <p:nvSpPr>
          <p:cNvPr id="12" name="saving">
            <a:extLst xmlns:a="http://schemas.openxmlformats.org/drawingml/2006/main">
              <a:ext uri="{FF2B5EF4-FFF2-40B4-BE49-F238E27FC236}">
                <a16:creationId xmlns:a16="http://schemas.microsoft.com/office/drawing/2014/main" id="{FC04F677-0840-4779-9AF3-54C8CFBE218F}"/>
              </a:ext>
            </a:extLst>
          </p:cNvPr>
          <p:cNvSpPr>
            <a:spLocks xmlns:a="http://schemas.openxmlformats.org/drawingml/2006/main" noGrp="1"/>
          </p:cNvSpPr>
          <p:nvPr/>
        </p:nvSpPr>
        <p:spPr>
          <a:xfrm xmlns:a="http://schemas.openxmlformats.org/drawingml/2006/main">
            <a:off x="8172450" y="4438650"/>
            <a:ext cx="3181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b="1">
                <a:solidFill>
                  <a:srgbClr val="192F66"/>
                </a:solidFill>
                <a:latin typeface="Noto Sans JP"/>
                <a:ea typeface="Noto Sans JP"/>
                <a:cs typeface="Noto Sans JP"/>
              </a:defRPr>
            </a:defPPr>
            <a:lvl1pPr algn="l">
              <a:defRPr sz="1425" b="1">
                <a:solidFill>
                  <a:srgbClr val="192F66"/>
                </a:solidFill>
                <a:latin typeface="Noto Sans JP"/>
                <a:ea typeface="Noto Sans JP"/>
                <a:cs typeface="Noto Sans JP"/>
              </a:defRPr>
            </a:lvl1pPr>
            <a:lvl2pPr algn="l">
              <a:defRPr sz="1425" b="1">
                <a:solidFill>
                  <a:srgbClr val="192F66"/>
                </a:solidFill>
                <a:latin typeface="Noto Sans JP"/>
                <a:ea typeface="Noto Sans JP"/>
                <a:cs typeface="Noto Sans JP"/>
              </a:defRPr>
            </a:lvl2pPr>
            <a:lvl3pPr algn="l">
              <a:defRPr sz="1425" b="1">
                <a:solidFill>
                  <a:srgbClr val="192F66"/>
                </a:solidFill>
                <a:latin typeface="Noto Sans JP"/>
                <a:ea typeface="Noto Sans JP"/>
                <a:cs typeface="Noto Sans JP"/>
              </a:defRPr>
            </a:lvl3pPr>
            <a:lvl4pPr algn="l">
              <a:defRPr sz="1425" b="1">
                <a:solidFill>
                  <a:srgbClr val="192F66"/>
                </a:solidFill>
                <a:latin typeface="Noto Sans JP"/>
                <a:ea typeface="Noto Sans JP"/>
                <a:cs typeface="Noto Sans JP"/>
              </a:defRPr>
            </a:lvl4pPr>
            <a:lvl5pPr algn="l">
              <a:defRPr sz="1425" b="1">
                <a:solidFill>
                  <a:srgbClr val="192F66"/>
                </a:solidFill>
                <a:latin typeface="Noto Sans JP"/>
                <a:ea typeface="Noto Sans JP"/>
                <a:cs typeface="Noto Sans JP"/>
              </a:defRPr>
            </a:lvl5pPr>
            <a:lvl6pPr algn="l">
              <a:defRPr sz="1425" b="1">
                <a:solidFill>
                  <a:srgbClr val="192F66"/>
                </a:solidFill>
                <a:latin typeface="Noto Sans JP"/>
                <a:ea typeface="Noto Sans JP"/>
                <a:cs typeface="Noto Sans JP"/>
              </a:defRPr>
            </a:lvl6pPr>
            <a:lvl7pPr algn="l">
              <a:defRPr sz="1425" b="1">
                <a:solidFill>
                  <a:srgbClr val="192F66"/>
                </a:solidFill>
                <a:latin typeface="Noto Sans JP"/>
                <a:ea typeface="Noto Sans JP"/>
                <a:cs typeface="Noto Sans JP"/>
              </a:defRPr>
            </a:lvl7pPr>
            <a:lvl8pPr algn="l">
              <a:defRPr sz="1425" b="1">
                <a:solidFill>
                  <a:srgbClr val="192F66"/>
                </a:solidFill>
                <a:latin typeface="Noto Sans JP"/>
                <a:ea typeface="Noto Sans JP"/>
                <a:cs typeface="Noto Sans JP"/>
              </a:defRPr>
            </a:lvl8pPr>
            <a:lvl9pPr algn="l">
              <a:defRPr sz="1425" b="1">
                <a:solidFill>
                  <a:srgbClr val="192F66"/>
                </a:solidFill>
                <a:latin typeface="Noto Sans JP"/>
                <a:ea typeface="Noto Sans JP"/>
                <a:cs typeface="Noto Sans JP"/>
              </a:defRPr>
            </a:lvl9pPr>
          </a:lstStyle>
          <a:p xmlns:a="http://schemas.openxmlformats.org/drawingml/2006/main">
            <a:pPr algn="l">
              <a:defRPr sz="1425" b="1">
                <a:solidFill>
                  <a:srgbClr val="192F66"/>
                </a:solidFill>
                <a:latin typeface="Noto Sans JP"/>
                <a:ea typeface="Noto Sans JP"/>
                <a:cs typeface="Noto Sans JP"/>
              </a:defRPr>
            </a:pPr>
            <a:r>
              <a:rPr sz="1425" b="1">
                <a:solidFill>
                  <a:srgbClr val="192F66"/>
                </a:solidFill>
                <a:latin typeface="Noto Sans JP"/>
                <a:ea typeface="Noto Sans JP"/>
                <a:cs typeface="Noto Sans JP"/>
              </a:rPr>
              <a:t>12か月分が10か月分の料金に</a:t>
            </a:r>
          </a:p>
        </p:txBody>
      </p:sp>
      <p:sp>
        <p:nvSpPr>
          <p:cNvPr id="13" name="free-two-months">
            <a:extLst xmlns:a="http://schemas.openxmlformats.org/drawingml/2006/main">
              <a:ext uri="{FF2B5EF4-FFF2-40B4-BE49-F238E27FC236}">
                <a16:creationId xmlns:a16="http://schemas.microsoft.com/office/drawing/2014/main" id="{2359DE56-5D26-43B0-B9E3-6C55736265DD}"/>
              </a:ext>
            </a:extLst>
          </p:cNvPr>
          <p:cNvSpPr>
            <a:spLocks xmlns:a="http://schemas.openxmlformats.org/drawingml/2006/main" noGrp="1"/>
          </p:cNvSpPr>
          <p:nvPr/>
        </p:nvSpPr>
        <p:spPr>
          <a:xfrm xmlns:a="http://schemas.openxmlformats.org/drawingml/2006/main">
            <a:off x="8172450" y="4791075"/>
            <a:ext cx="318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92F66"/>
                </a:solidFill>
                <a:latin typeface="Noto Sans JP"/>
                <a:ea typeface="Noto Sans JP"/>
                <a:cs typeface="Noto Sans JP"/>
              </a:defRPr>
            </a:defPPr>
            <a:lvl1pPr algn="l">
              <a:defRPr sz="2100" b="1">
                <a:solidFill>
                  <a:srgbClr val="192F66"/>
                </a:solidFill>
                <a:latin typeface="Noto Sans JP"/>
                <a:ea typeface="Noto Sans JP"/>
                <a:cs typeface="Noto Sans JP"/>
              </a:defRPr>
            </a:lvl1pPr>
            <a:lvl2pPr algn="l">
              <a:defRPr sz="2100" b="1">
                <a:solidFill>
                  <a:srgbClr val="192F66"/>
                </a:solidFill>
                <a:latin typeface="Noto Sans JP"/>
                <a:ea typeface="Noto Sans JP"/>
                <a:cs typeface="Noto Sans JP"/>
              </a:defRPr>
            </a:lvl2pPr>
            <a:lvl3pPr algn="l">
              <a:defRPr sz="2100" b="1">
                <a:solidFill>
                  <a:srgbClr val="192F66"/>
                </a:solidFill>
                <a:latin typeface="Noto Sans JP"/>
                <a:ea typeface="Noto Sans JP"/>
                <a:cs typeface="Noto Sans JP"/>
              </a:defRPr>
            </a:lvl3pPr>
            <a:lvl4pPr algn="l">
              <a:defRPr sz="2100" b="1">
                <a:solidFill>
                  <a:srgbClr val="192F66"/>
                </a:solidFill>
                <a:latin typeface="Noto Sans JP"/>
                <a:ea typeface="Noto Sans JP"/>
                <a:cs typeface="Noto Sans JP"/>
              </a:defRPr>
            </a:lvl4pPr>
            <a:lvl5pPr algn="l">
              <a:defRPr sz="2100" b="1">
                <a:solidFill>
                  <a:srgbClr val="192F66"/>
                </a:solidFill>
                <a:latin typeface="Noto Sans JP"/>
                <a:ea typeface="Noto Sans JP"/>
                <a:cs typeface="Noto Sans JP"/>
              </a:defRPr>
            </a:lvl5pPr>
            <a:lvl6pPr algn="l">
              <a:defRPr sz="2100" b="1">
                <a:solidFill>
                  <a:srgbClr val="192F66"/>
                </a:solidFill>
                <a:latin typeface="Noto Sans JP"/>
                <a:ea typeface="Noto Sans JP"/>
                <a:cs typeface="Noto Sans JP"/>
              </a:defRPr>
            </a:lvl6pPr>
            <a:lvl7pPr algn="l">
              <a:defRPr sz="2100" b="1">
                <a:solidFill>
                  <a:srgbClr val="192F66"/>
                </a:solidFill>
                <a:latin typeface="Noto Sans JP"/>
                <a:ea typeface="Noto Sans JP"/>
                <a:cs typeface="Noto Sans JP"/>
              </a:defRPr>
            </a:lvl7pPr>
            <a:lvl8pPr algn="l">
              <a:defRPr sz="2100" b="1">
                <a:solidFill>
                  <a:srgbClr val="192F66"/>
                </a:solidFill>
                <a:latin typeface="Noto Sans JP"/>
                <a:ea typeface="Noto Sans JP"/>
                <a:cs typeface="Noto Sans JP"/>
              </a:defRPr>
            </a:lvl8pPr>
            <a:lvl9pPr algn="l">
              <a:defRPr sz="2100" b="1">
                <a:solidFill>
                  <a:srgbClr val="192F66"/>
                </a:solidFill>
                <a:latin typeface="Noto Sans JP"/>
                <a:ea typeface="Noto Sans JP"/>
                <a:cs typeface="Noto Sans JP"/>
              </a:defRPr>
            </a:lvl9pPr>
          </a:lstStyle>
          <a:p xmlns:a="http://schemas.openxmlformats.org/drawingml/2006/main">
            <a:pPr algn="l">
              <a:defRPr sz="2100" b="1">
                <a:solidFill>
                  <a:srgbClr val="192F66"/>
                </a:solidFill>
                <a:latin typeface="Noto Sans JP"/>
                <a:ea typeface="Noto Sans JP"/>
                <a:cs typeface="Noto Sans JP"/>
              </a:defRPr>
            </a:pPr>
            <a:r>
              <a:rPr sz="2100" b="1">
                <a:solidFill>
                  <a:srgbClr val="192F66"/>
                </a:solidFill>
                <a:latin typeface="Noto Sans JP"/>
                <a:ea typeface="Noto Sans JP"/>
                <a:cs typeface="Noto Sans JP"/>
              </a:rPr>
              <a:t>2か月分無料</a:t>
            </a:r>
          </a:p>
        </p:txBody>
      </p:sp>
      <p:sp>
        <p:nvSpPr>
          <p:cNvPr id="14" name="monthly-option">
            <a:extLst xmlns:a="http://schemas.openxmlformats.org/drawingml/2006/main">
              <a:ext uri="{FF2B5EF4-FFF2-40B4-BE49-F238E27FC236}">
                <a16:creationId xmlns:a16="http://schemas.microsoft.com/office/drawing/2014/main" id="{A1DAB7CE-ADFC-465F-AEAE-AFA433CA8559}"/>
              </a:ext>
            </a:extLst>
          </p:cNvPr>
          <p:cNvSpPr>
            <a:spLocks xmlns:a="http://schemas.openxmlformats.org/drawingml/2006/main" noGrp="1"/>
          </p:cNvSpPr>
          <p:nvPr/>
        </p:nvSpPr>
        <p:spPr>
          <a:xfrm xmlns:a="http://schemas.openxmlformats.org/drawingml/2006/main">
            <a:off x="7943850" y="5553075"/>
            <a:ext cx="3638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1">
                <a:solidFill>
                  <a:srgbClr val="192F66"/>
                </a:solidFill>
                <a:latin typeface="Noto Sans JP"/>
                <a:ea typeface="Noto Sans JP"/>
                <a:cs typeface="Noto Sans JP"/>
              </a:defRPr>
            </a:defPPr>
            <a:lvl1pPr algn="l">
              <a:defRPr sz="1725" b="1">
                <a:solidFill>
                  <a:srgbClr val="192F66"/>
                </a:solidFill>
                <a:latin typeface="Noto Sans JP"/>
                <a:ea typeface="Noto Sans JP"/>
                <a:cs typeface="Noto Sans JP"/>
              </a:defRPr>
            </a:lvl1pPr>
            <a:lvl2pPr algn="l">
              <a:defRPr sz="1725" b="1">
                <a:solidFill>
                  <a:srgbClr val="192F66"/>
                </a:solidFill>
                <a:latin typeface="Noto Sans JP"/>
                <a:ea typeface="Noto Sans JP"/>
                <a:cs typeface="Noto Sans JP"/>
              </a:defRPr>
            </a:lvl2pPr>
            <a:lvl3pPr algn="l">
              <a:defRPr sz="1725" b="1">
                <a:solidFill>
                  <a:srgbClr val="192F66"/>
                </a:solidFill>
                <a:latin typeface="Noto Sans JP"/>
                <a:ea typeface="Noto Sans JP"/>
                <a:cs typeface="Noto Sans JP"/>
              </a:defRPr>
            </a:lvl3pPr>
            <a:lvl4pPr algn="l">
              <a:defRPr sz="1725" b="1">
                <a:solidFill>
                  <a:srgbClr val="192F66"/>
                </a:solidFill>
                <a:latin typeface="Noto Sans JP"/>
                <a:ea typeface="Noto Sans JP"/>
                <a:cs typeface="Noto Sans JP"/>
              </a:defRPr>
            </a:lvl4pPr>
            <a:lvl5pPr algn="l">
              <a:defRPr sz="1725" b="1">
                <a:solidFill>
                  <a:srgbClr val="192F66"/>
                </a:solidFill>
                <a:latin typeface="Noto Sans JP"/>
                <a:ea typeface="Noto Sans JP"/>
                <a:cs typeface="Noto Sans JP"/>
              </a:defRPr>
            </a:lvl5pPr>
            <a:lvl6pPr algn="l">
              <a:defRPr sz="1725" b="1">
                <a:solidFill>
                  <a:srgbClr val="192F66"/>
                </a:solidFill>
                <a:latin typeface="Noto Sans JP"/>
                <a:ea typeface="Noto Sans JP"/>
                <a:cs typeface="Noto Sans JP"/>
              </a:defRPr>
            </a:lvl6pPr>
            <a:lvl7pPr algn="l">
              <a:defRPr sz="1725" b="1">
                <a:solidFill>
                  <a:srgbClr val="192F66"/>
                </a:solidFill>
                <a:latin typeface="Noto Sans JP"/>
                <a:ea typeface="Noto Sans JP"/>
                <a:cs typeface="Noto Sans JP"/>
              </a:defRPr>
            </a:lvl7pPr>
            <a:lvl8pPr algn="l">
              <a:defRPr sz="1725" b="1">
                <a:solidFill>
                  <a:srgbClr val="192F66"/>
                </a:solidFill>
                <a:latin typeface="Noto Sans JP"/>
                <a:ea typeface="Noto Sans JP"/>
                <a:cs typeface="Noto Sans JP"/>
              </a:defRPr>
            </a:lvl8pPr>
            <a:lvl9pPr algn="l">
              <a:defRPr sz="1725" b="1">
                <a:solidFill>
                  <a:srgbClr val="192F66"/>
                </a:solidFill>
                <a:latin typeface="Noto Sans JP"/>
                <a:ea typeface="Noto Sans JP"/>
                <a:cs typeface="Noto Sans JP"/>
              </a:defRPr>
            </a:lvl9pPr>
          </a:lstStyle>
          <a:p xmlns:a="http://schemas.openxmlformats.org/drawingml/2006/main">
            <a:pPr algn="l">
              <a:defRPr sz="1725" b="1">
                <a:solidFill>
                  <a:srgbClr val="192F66"/>
                </a:solidFill>
                <a:latin typeface="Noto Sans JP"/>
                <a:ea typeface="Noto Sans JP"/>
                <a:cs typeface="Noto Sans JP"/>
              </a:defRPr>
            </a:pPr>
            <a:r>
              <a:rPr sz="1725" b="1">
                <a:solidFill>
                  <a:srgbClr val="192F66"/>
                </a:solidFill>
                <a:latin typeface="Noto Sans JP"/>
                <a:ea typeface="Noto Sans JP"/>
                <a:cs typeface="Noto Sans JP"/>
              </a:rPr>
              <a:t>月額払いなら 20万円（税別）</a:t>
            </a:r>
          </a:p>
        </p:txBody>
      </p:sp>
      <p:sp>
        <p:nvSpPr>
          <p:cNvPr id="15" name="monthly-tax">
            <a:extLst xmlns:a="http://schemas.openxmlformats.org/drawingml/2006/main">
              <a:ext uri="{FF2B5EF4-FFF2-40B4-BE49-F238E27FC236}">
                <a16:creationId xmlns:a16="http://schemas.microsoft.com/office/drawing/2014/main" id="{47D80AEC-63D2-4768-AE12-DF85099A902C}"/>
              </a:ext>
            </a:extLst>
          </p:cNvPr>
          <p:cNvSpPr>
            <a:spLocks xmlns:a="http://schemas.openxmlformats.org/drawingml/2006/main" noGrp="1"/>
          </p:cNvSpPr>
          <p:nvPr/>
        </p:nvSpPr>
        <p:spPr>
          <a:xfrm xmlns:a="http://schemas.openxmlformats.org/drawingml/2006/main">
            <a:off x="7943850" y="5876925"/>
            <a:ext cx="3638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526078"/>
                </a:solidFill>
                <a:latin typeface="Noto Sans JP"/>
                <a:ea typeface="Noto Sans JP"/>
                <a:cs typeface="Noto Sans JP"/>
              </a:defRPr>
            </a:defPPr>
            <a:lvl1pPr algn="l">
              <a:defRPr sz="1275" b="0">
                <a:solidFill>
                  <a:srgbClr val="526078"/>
                </a:solidFill>
                <a:latin typeface="Noto Sans JP"/>
                <a:ea typeface="Noto Sans JP"/>
                <a:cs typeface="Noto Sans JP"/>
              </a:defRPr>
            </a:lvl1pPr>
            <a:lvl2pPr algn="l">
              <a:defRPr sz="1275" b="0">
                <a:solidFill>
                  <a:srgbClr val="526078"/>
                </a:solidFill>
                <a:latin typeface="Noto Sans JP"/>
                <a:ea typeface="Noto Sans JP"/>
                <a:cs typeface="Noto Sans JP"/>
              </a:defRPr>
            </a:lvl2pPr>
            <a:lvl3pPr algn="l">
              <a:defRPr sz="1275" b="0">
                <a:solidFill>
                  <a:srgbClr val="526078"/>
                </a:solidFill>
                <a:latin typeface="Noto Sans JP"/>
                <a:ea typeface="Noto Sans JP"/>
                <a:cs typeface="Noto Sans JP"/>
              </a:defRPr>
            </a:lvl3pPr>
            <a:lvl4pPr algn="l">
              <a:defRPr sz="1275" b="0">
                <a:solidFill>
                  <a:srgbClr val="526078"/>
                </a:solidFill>
                <a:latin typeface="Noto Sans JP"/>
                <a:ea typeface="Noto Sans JP"/>
                <a:cs typeface="Noto Sans JP"/>
              </a:defRPr>
            </a:lvl4pPr>
            <a:lvl5pPr algn="l">
              <a:defRPr sz="1275" b="0">
                <a:solidFill>
                  <a:srgbClr val="526078"/>
                </a:solidFill>
                <a:latin typeface="Noto Sans JP"/>
                <a:ea typeface="Noto Sans JP"/>
                <a:cs typeface="Noto Sans JP"/>
              </a:defRPr>
            </a:lvl5pPr>
            <a:lvl6pPr algn="l">
              <a:defRPr sz="1275" b="0">
                <a:solidFill>
                  <a:srgbClr val="526078"/>
                </a:solidFill>
                <a:latin typeface="Noto Sans JP"/>
                <a:ea typeface="Noto Sans JP"/>
                <a:cs typeface="Noto Sans JP"/>
              </a:defRPr>
            </a:lvl6pPr>
            <a:lvl7pPr algn="l">
              <a:defRPr sz="1275" b="0">
                <a:solidFill>
                  <a:srgbClr val="526078"/>
                </a:solidFill>
                <a:latin typeface="Noto Sans JP"/>
                <a:ea typeface="Noto Sans JP"/>
                <a:cs typeface="Noto Sans JP"/>
              </a:defRPr>
            </a:lvl7pPr>
            <a:lvl8pPr algn="l">
              <a:defRPr sz="1275" b="0">
                <a:solidFill>
                  <a:srgbClr val="526078"/>
                </a:solidFill>
                <a:latin typeface="Noto Sans JP"/>
                <a:ea typeface="Noto Sans JP"/>
                <a:cs typeface="Noto Sans JP"/>
              </a:defRPr>
            </a:lvl8pPr>
            <a:lvl9pPr algn="l">
              <a:defRPr sz="1275" b="0">
                <a:solidFill>
                  <a:srgbClr val="526078"/>
                </a:solidFill>
                <a:latin typeface="Noto Sans JP"/>
                <a:ea typeface="Noto Sans JP"/>
                <a:cs typeface="Noto Sans JP"/>
              </a:defRPr>
            </a:lvl9pPr>
          </a:lstStyle>
          <a:p xmlns:a="http://schemas.openxmlformats.org/drawingml/2006/main">
            <a:pPr algn="l">
              <a:defRPr sz="1275" b="0">
                <a:solidFill>
                  <a:srgbClr val="526078"/>
                </a:solidFill>
                <a:latin typeface="Noto Sans JP"/>
                <a:ea typeface="Noto Sans JP"/>
                <a:cs typeface="Noto Sans JP"/>
              </a:defRPr>
            </a:pPr>
            <a:r>
              <a:rPr sz="1275" b="0">
                <a:solidFill>
                  <a:srgbClr val="526078"/>
                </a:solidFill>
                <a:latin typeface="Noto Sans JP"/>
                <a:ea typeface="Noto Sans JP"/>
                <a:cs typeface="Noto Sans JP"/>
              </a:rPr>
              <a:t>税込220,000円／月</a:t>
            </a:r>
          </a:p>
        </p:txBody>
      </p:sp>
      <p:sp>
        <p:nvSpPr>
          <p:cNvPr id="16" name="included-band">
            <a:extLst xmlns:a="http://schemas.openxmlformats.org/drawingml/2006/main">
              <a:ext uri="{FF2B5EF4-FFF2-40B4-BE49-F238E27FC236}">
                <a16:creationId xmlns:a16="http://schemas.microsoft.com/office/drawing/2014/main" id="{A7F2F8CB-3482-4C23-855C-79D21A8BA0E9}"/>
              </a:ext>
            </a:extLst>
          </p:cNvPr>
          <p:cNvSpPr>
            <a:spLocks xmlns:a="http://schemas.openxmlformats.org/drawingml/2006/main" noGrp="1"/>
          </p:cNvSpPr>
          <p:nvPr/>
        </p:nvSpPr>
        <p:spPr>
          <a:xfrm xmlns:a="http://schemas.openxmlformats.org/drawingml/2006/main">
            <a:off x="609600" y="1847850"/>
            <a:ext cx="6858000" cy="628650"/>
          </a:xfrm>
          <a:prstGeom xmlns:a="http://schemas.openxmlformats.org/drawingml/2006/main" prst="rect">
            <a:avLst/>
          </a:prstGeom>
          <a:solidFill xmlns:a="http://schemas.openxmlformats.org/drawingml/2006/main">
            <a:srgbClr val="EDF2F8"/>
          </a:solidFill>
          <a:ln xmlns:a="http://schemas.openxmlformats.org/drawingml/2006/main" w="0">
            <a:noFill/>
          </a:ln>
        </p:spPr>
      </p:sp>
      <p:sp>
        <p:nvSpPr>
          <p:cNvPr id="17" name="included">
            <a:extLst xmlns:a="http://schemas.openxmlformats.org/drawingml/2006/main">
              <a:ext uri="{FF2B5EF4-FFF2-40B4-BE49-F238E27FC236}">
                <a16:creationId xmlns:a16="http://schemas.microsoft.com/office/drawing/2014/main" id="{27C6271C-1BEB-4318-820E-5760DD402D93}"/>
              </a:ext>
            </a:extLst>
          </p:cNvPr>
          <p:cNvSpPr>
            <a:spLocks xmlns:a="http://schemas.openxmlformats.org/drawingml/2006/main" noGrp="1"/>
          </p:cNvSpPr>
          <p:nvPr/>
        </p:nvSpPr>
        <p:spPr>
          <a:xfrm xmlns:a="http://schemas.openxmlformats.org/drawingml/2006/main">
            <a:off x="800100" y="2000250"/>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192F66"/>
                </a:solidFill>
                <a:latin typeface="Noto Sans JP"/>
                <a:ea typeface="Noto Sans JP"/>
                <a:cs typeface="Noto Sans JP"/>
              </a:defRPr>
            </a:defPPr>
            <a:lvl1pPr algn="l">
              <a:defRPr sz="2025" b="1">
                <a:solidFill>
                  <a:srgbClr val="192F66"/>
                </a:solidFill>
                <a:latin typeface="Noto Sans JP"/>
                <a:ea typeface="Noto Sans JP"/>
                <a:cs typeface="Noto Sans JP"/>
              </a:defRPr>
            </a:lvl1pPr>
            <a:lvl2pPr algn="l">
              <a:defRPr sz="2025" b="1">
                <a:solidFill>
                  <a:srgbClr val="192F66"/>
                </a:solidFill>
                <a:latin typeface="Noto Sans JP"/>
                <a:ea typeface="Noto Sans JP"/>
                <a:cs typeface="Noto Sans JP"/>
              </a:defRPr>
            </a:lvl2pPr>
            <a:lvl3pPr algn="l">
              <a:defRPr sz="2025" b="1">
                <a:solidFill>
                  <a:srgbClr val="192F66"/>
                </a:solidFill>
                <a:latin typeface="Noto Sans JP"/>
                <a:ea typeface="Noto Sans JP"/>
                <a:cs typeface="Noto Sans JP"/>
              </a:defRPr>
            </a:lvl3pPr>
            <a:lvl4pPr algn="l">
              <a:defRPr sz="2025" b="1">
                <a:solidFill>
                  <a:srgbClr val="192F66"/>
                </a:solidFill>
                <a:latin typeface="Noto Sans JP"/>
                <a:ea typeface="Noto Sans JP"/>
                <a:cs typeface="Noto Sans JP"/>
              </a:defRPr>
            </a:lvl4pPr>
            <a:lvl5pPr algn="l">
              <a:defRPr sz="2025" b="1">
                <a:solidFill>
                  <a:srgbClr val="192F66"/>
                </a:solidFill>
                <a:latin typeface="Noto Sans JP"/>
                <a:ea typeface="Noto Sans JP"/>
                <a:cs typeface="Noto Sans JP"/>
              </a:defRPr>
            </a:lvl5pPr>
            <a:lvl6pPr algn="l">
              <a:defRPr sz="2025" b="1">
                <a:solidFill>
                  <a:srgbClr val="192F66"/>
                </a:solidFill>
                <a:latin typeface="Noto Sans JP"/>
                <a:ea typeface="Noto Sans JP"/>
                <a:cs typeface="Noto Sans JP"/>
              </a:defRPr>
            </a:lvl6pPr>
            <a:lvl7pPr algn="l">
              <a:defRPr sz="2025" b="1">
                <a:solidFill>
                  <a:srgbClr val="192F66"/>
                </a:solidFill>
                <a:latin typeface="Noto Sans JP"/>
                <a:ea typeface="Noto Sans JP"/>
                <a:cs typeface="Noto Sans JP"/>
              </a:defRPr>
            </a:lvl7pPr>
            <a:lvl8pPr algn="l">
              <a:defRPr sz="2025" b="1">
                <a:solidFill>
                  <a:srgbClr val="192F66"/>
                </a:solidFill>
                <a:latin typeface="Noto Sans JP"/>
                <a:ea typeface="Noto Sans JP"/>
                <a:cs typeface="Noto Sans JP"/>
              </a:defRPr>
            </a:lvl8pPr>
            <a:lvl9pPr algn="l">
              <a:defRPr sz="2025" b="1">
                <a:solidFill>
                  <a:srgbClr val="192F66"/>
                </a:solidFill>
                <a:latin typeface="Noto Sans JP"/>
                <a:ea typeface="Noto Sans JP"/>
                <a:cs typeface="Noto Sans JP"/>
              </a:defRPr>
            </a:lvl9pPr>
          </a:lstStyle>
          <a:p xmlns:a="http://schemas.openxmlformats.org/drawingml/2006/main">
            <a:pPr algn="l">
              <a:defRPr sz="2025" b="1">
                <a:solidFill>
                  <a:srgbClr val="192F66"/>
                </a:solidFill>
                <a:latin typeface="Noto Sans JP"/>
                <a:ea typeface="Noto Sans JP"/>
                <a:cs typeface="Noto Sans JP"/>
              </a:defRPr>
            </a:pPr>
            <a:r>
              <a:rPr sz="2025" b="1">
                <a:solidFill>
                  <a:srgbClr val="192F66"/>
                </a:solidFill>
                <a:latin typeface="Noto Sans JP"/>
                <a:ea typeface="Noto Sans JP"/>
                <a:cs typeface="Noto Sans JP"/>
              </a:rPr>
              <a:t>10万円プランの内容を、すべて含みます。</a:t>
            </a:r>
          </a:p>
        </p:txBody>
      </p:sp>
      <p:sp>
        <p:nvSpPr>
          <p:cNvPr id="18" name="scope">
            <a:extLst xmlns:a="http://schemas.openxmlformats.org/drawingml/2006/main">
              <a:ext uri="{FF2B5EF4-FFF2-40B4-BE49-F238E27FC236}">
                <a16:creationId xmlns:a16="http://schemas.microsoft.com/office/drawing/2014/main" id="{232E35DA-6232-4B45-B679-80C5032DB97D}"/>
              </a:ext>
            </a:extLst>
          </p:cNvPr>
          <p:cNvSpPr>
            <a:spLocks xmlns:a="http://schemas.openxmlformats.org/drawingml/2006/main" noGrp="1"/>
          </p:cNvSpPr>
          <p:nvPr/>
        </p:nvSpPr>
        <p:spPr>
          <a:xfrm xmlns:a="http://schemas.openxmlformats.org/drawingml/2006/main">
            <a:off x="609600" y="2914650"/>
            <a:ext cx="685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75" b="1">
                <a:solidFill>
                  <a:srgbClr val="192F66"/>
                </a:solidFill>
                <a:latin typeface="Noto Sans JP"/>
                <a:ea typeface="Noto Sans JP"/>
                <a:cs typeface="Noto Sans JP"/>
              </a:defRPr>
            </a:defPPr>
            <a:lvl1pPr algn="l">
              <a:defRPr sz="2775" b="1">
                <a:solidFill>
                  <a:srgbClr val="192F66"/>
                </a:solidFill>
                <a:latin typeface="Noto Sans JP"/>
                <a:ea typeface="Noto Sans JP"/>
                <a:cs typeface="Noto Sans JP"/>
              </a:defRPr>
            </a:lvl1pPr>
            <a:lvl2pPr algn="l">
              <a:defRPr sz="2775" b="1">
                <a:solidFill>
                  <a:srgbClr val="192F66"/>
                </a:solidFill>
                <a:latin typeface="Noto Sans JP"/>
                <a:ea typeface="Noto Sans JP"/>
                <a:cs typeface="Noto Sans JP"/>
              </a:defRPr>
            </a:lvl2pPr>
            <a:lvl3pPr algn="l">
              <a:defRPr sz="2775" b="1">
                <a:solidFill>
                  <a:srgbClr val="192F66"/>
                </a:solidFill>
                <a:latin typeface="Noto Sans JP"/>
                <a:ea typeface="Noto Sans JP"/>
                <a:cs typeface="Noto Sans JP"/>
              </a:defRPr>
            </a:lvl3pPr>
            <a:lvl4pPr algn="l">
              <a:defRPr sz="2775" b="1">
                <a:solidFill>
                  <a:srgbClr val="192F66"/>
                </a:solidFill>
                <a:latin typeface="Noto Sans JP"/>
                <a:ea typeface="Noto Sans JP"/>
                <a:cs typeface="Noto Sans JP"/>
              </a:defRPr>
            </a:lvl4pPr>
            <a:lvl5pPr algn="l">
              <a:defRPr sz="2775" b="1">
                <a:solidFill>
                  <a:srgbClr val="192F66"/>
                </a:solidFill>
                <a:latin typeface="Noto Sans JP"/>
                <a:ea typeface="Noto Sans JP"/>
                <a:cs typeface="Noto Sans JP"/>
              </a:defRPr>
            </a:lvl5pPr>
            <a:lvl6pPr algn="l">
              <a:defRPr sz="2775" b="1">
                <a:solidFill>
                  <a:srgbClr val="192F66"/>
                </a:solidFill>
                <a:latin typeface="Noto Sans JP"/>
                <a:ea typeface="Noto Sans JP"/>
                <a:cs typeface="Noto Sans JP"/>
              </a:defRPr>
            </a:lvl6pPr>
            <a:lvl7pPr algn="l">
              <a:defRPr sz="2775" b="1">
                <a:solidFill>
                  <a:srgbClr val="192F66"/>
                </a:solidFill>
                <a:latin typeface="Noto Sans JP"/>
                <a:ea typeface="Noto Sans JP"/>
                <a:cs typeface="Noto Sans JP"/>
              </a:defRPr>
            </a:lvl7pPr>
            <a:lvl8pPr algn="l">
              <a:defRPr sz="2775" b="1">
                <a:solidFill>
                  <a:srgbClr val="192F66"/>
                </a:solidFill>
                <a:latin typeface="Noto Sans JP"/>
                <a:ea typeface="Noto Sans JP"/>
                <a:cs typeface="Noto Sans JP"/>
              </a:defRPr>
            </a:lvl8pPr>
            <a:lvl9pPr algn="l">
              <a:defRPr sz="2775" b="1">
                <a:solidFill>
                  <a:srgbClr val="192F66"/>
                </a:solidFill>
                <a:latin typeface="Noto Sans JP"/>
                <a:ea typeface="Noto Sans JP"/>
                <a:cs typeface="Noto Sans JP"/>
              </a:defRPr>
            </a:lvl9pPr>
          </a:lstStyle>
          <a:p xmlns:a="http://schemas.openxmlformats.org/drawingml/2006/main">
            <a:pPr algn="l">
              <a:defRPr sz="2775" b="1">
                <a:solidFill>
                  <a:srgbClr val="192F66"/>
                </a:solidFill>
                <a:latin typeface="Noto Sans JP"/>
                <a:ea typeface="Noto Sans JP"/>
                <a:cs typeface="Noto Sans JP"/>
              </a:defRPr>
            </a:pPr>
            <a:r>
              <a:rPr sz="2775" b="1">
                <a:solidFill>
                  <a:srgbClr val="192F66"/>
                </a:solidFill>
                <a:latin typeface="Noto Sans JP"/>
                <a:ea typeface="Noto Sans JP"/>
                <a:cs typeface="Noto Sans JP"/>
              </a:rPr>
              <a:t>指名検索 ＋ 一般検索</a:t>
            </a:r>
          </a:p>
        </p:txBody>
      </p:sp>
      <p:sp>
        <p:nvSpPr>
          <p:cNvPr id="19" name="news">
            <a:extLst xmlns:a="http://schemas.openxmlformats.org/drawingml/2006/main">
              <a:ext uri="{FF2B5EF4-FFF2-40B4-BE49-F238E27FC236}">
                <a16:creationId xmlns:a16="http://schemas.microsoft.com/office/drawing/2014/main" id="{F9DCAC82-B519-4710-88CA-AAB0B6363BAB}"/>
              </a:ext>
            </a:extLst>
          </p:cNvPr>
          <p:cNvSpPr>
            <a:spLocks xmlns:a="http://schemas.openxmlformats.org/drawingml/2006/main" noGrp="1"/>
          </p:cNvSpPr>
          <p:nvPr/>
        </p:nvSpPr>
        <p:spPr>
          <a:xfrm xmlns:a="http://schemas.openxmlformats.org/drawingml/2006/main">
            <a:off x="609600" y="3648075"/>
            <a:ext cx="701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192F66"/>
                </a:solidFill>
                <a:latin typeface="Noto Sans JP"/>
                <a:ea typeface="Noto Sans JP"/>
                <a:cs typeface="Noto Sans JP"/>
              </a:defRPr>
            </a:defPPr>
            <a:lvl1pPr algn="l">
              <a:defRPr sz="2700" b="1">
                <a:solidFill>
                  <a:srgbClr val="192F66"/>
                </a:solidFill>
                <a:latin typeface="Noto Sans JP"/>
                <a:ea typeface="Noto Sans JP"/>
                <a:cs typeface="Noto Sans JP"/>
              </a:defRPr>
            </a:lvl1pPr>
            <a:lvl2pPr algn="l">
              <a:defRPr sz="2700" b="1">
                <a:solidFill>
                  <a:srgbClr val="192F66"/>
                </a:solidFill>
                <a:latin typeface="Noto Sans JP"/>
                <a:ea typeface="Noto Sans JP"/>
                <a:cs typeface="Noto Sans JP"/>
              </a:defRPr>
            </a:lvl2pPr>
            <a:lvl3pPr algn="l">
              <a:defRPr sz="2700" b="1">
                <a:solidFill>
                  <a:srgbClr val="192F66"/>
                </a:solidFill>
                <a:latin typeface="Noto Sans JP"/>
                <a:ea typeface="Noto Sans JP"/>
                <a:cs typeface="Noto Sans JP"/>
              </a:defRPr>
            </a:lvl3pPr>
            <a:lvl4pPr algn="l">
              <a:defRPr sz="2700" b="1">
                <a:solidFill>
                  <a:srgbClr val="192F66"/>
                </a:solidFill>
                <a:latin typeface="Noto Sans JP"/>
                <a:ea typeface="Noto Sans JP"/>
                <a:cs typeface="Noto Sans JP"/>
              </a:defRPr>
            </a:lvl4pPr>
            <a:lvl5pPr algn="l">
              <a:defRPr sz="2700" b="1">
                <a:solidFill>
                  <a:srgbClr val="192F66"/>
                </a:solidFill>
                <a:latin typeface="Noto Sans JP"/>
                <a:ea typeface="Noto Sans JP"/>
                <a:cs typeface="Noto Sans JP"/>
              </a:defRPr>
            </a:lvl5pPr>
            <a:lvl6pPr algn="l">
              <a:defRPr sz="2700" b="1">
                <a:solidFill>
                  <a:srgbClr val="192F66"/>
                </a:solidFill>
                <a:latin typeface="Noto Sans JP"/>
                <a:ea typeface="Noto Sans JP"/>
                <a:cs typeface="Noto Sans JP"/>
              </a:defRPr>
            </a:lvl6pPr>
            <a:lvl7pPr algn="l">
              <a:defRPr sz="2700" b="1">
                <a:solidFill>
                  <a:srgbClr val="192F66"/>
                </a:solidFill>
                <a:latin typeface="Noto Sans JP"/>
                <a:ea typeface="Noto Sans JP"/>
                <a:cs typeface="Noto Sans JP"/>
              </a:defRPr>
            </a:lvl7pPr>
            <a:lvl8pPr algn="l">
              <a:defRPr sz="2700" b="1">
                <a:solidFill>
                  <a:srgbClr val="192F66"/>
                </a:solidFill>
                <a:latin typeface="Noto Sans JP"/>
                <a:ea typeface="Noto Sans JP"/>
                <a:cs typeface="Noto Sans JP"/>
              </a:defRPr>
            </a:lvl8pPr>
            <a:lvl9pPr algn="l">
              <a:defRPr sz="2700" b="1">
                <a:solidFill>
                  <a:srgbClr val="192F66"/>
                </a:solidFill>
                <a:latin typeface="Noto Sans JP"/>
                <a:ea typeface="Noto Sans JP"/>
                <a:cs typeface="Noto Sans JP"/>
              </a:defRPr>
            </a:lvl9pPr>
          </a:lstStyle>
          <a:p xmlns:a="http://schemas.openxmlformats.org/drawingml/2006/main">
            <a:pPr algn="l">
              <a:defRPr sz="2700" b="1">
                <a:solidFill>
                  <a:srgbClr val="192F66"/>
                </a:solidFill>
                <a:latin typeface="Noto Sans JP"/>
                <a:ea typeface="Noto Sans JP"/>
                <a:cs typeface="Noto Sans JP"/>
              </a:defRPr>
            </a:pPr>
            <a:r>
              <a:rPr sz="2700" b="1">
                <a:solidFill>
                  <a:srgbClr val="192F66"/>
                </a:solidFill>
                <a:latin typeface="Noto Sans JP"/>
                <a:ea typeface="Noto Sans JP"/>
                <a:cs typeface="Noto Sans JP"/>
              </a:rPr>
              <a:t>大手ネットニュース 年2回</a:t>
            </a:r>
          </a:p>
        </p:txBody>
      </p:sp>
      <p:sp>
        <p:nvSpPr>
          <p:cNvPr id="20" name="benefit">
            <a:extLst xmlns:a="http://schemas.openxmlformats.org/drawingml/2006/main">
              <a:ext uri="{FF2B5EF4-FFF2-40B4-BE49-F238E27FC236}">
                <a16:creationId xmlns:a16="http://schemas.microsoft.com/office/drawing/2014/main" id="{210A7883-6596-4D96-A34D-90895EC476C5}"/>
              </a:ext>
            </a:extLst>
          </p:cNvPr>
          <p:cNvSpPr>
            <a:spLocks xmlns:a="http://schemas.openxmlformats.org/drawingml/2006/main" noGrp="1"/>
          </p:cNvSpPr>
          <p:nvPr/>
        </p:nvSpPr>
        <p:spPr>
          <a:xfrm xmlns:a="http://schemas.openxmlformats.org/drawingml/2006/main">
            <a:off x="609600" y="4505325"/>
            <a:ext cx="701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0">
                <a:solidFill>
                  <a:srgbClr val="192D4C"/>
                </a:solidFill>
                <a:latin typeface="Noto Sans JP"/>
                <a:ea typeface="Noto Sans JP"/>
                <a:cs typeface="Noto Sans JP"/>
              </a:defRPr>
            </a:defPPr>
            <a:lvl1pPr algn="l">
              <a:defRPr sz="2025" b="0">
                <a:solidFill>
                  <a:srgbClr val="192D4C"/>
                </a:solidFill>
                <a:latin typeface="Noto Sans JP"/>
                <a:ea typeface="Noto Sans JP"/>
                <a:cs typeface="Noto Sans JP"/>
              </a:defRPr>
            </a:lvl1pPr>
            <a:lvl2pPr algn="l">
              <a:defRPr sz="2025" b="0">
                <a:solidFill>
                  <a:srgbClr val="192D4C"/>
                </a:solidFill>
                <a:latin typeface="Noto Sans JP"/>
                <a:ea typeface="Noto Sans JP"/>
                <a:cs typeface="Noto Sans JP"/>
              </a:defRPr>
            </a:lvl2pPr>
            <a:lvl3pPr algn="l">
              <a:defRPr sz="2025" b="0">
                <a:solidFill>
                  <a:srgbClr val="192D4C"/>
                </a:solidFill>
                <a:latin typeface="Noto Sans JP"/>
                <a:ea typeface="Noto Sans JP"/>
                <a:cs typeface="Noto Sans JP"/>
              </a:defRPr>
            </a:lvl3pPr>
            <a:lvl4pPr algn="l">
              <a:defRPr sz="2025" b="0">
                <a:solidFill>
                  <a:srgbClr val="192D4C"/>
                </a:solidFill>
                <a:latin typeface="Noto Sans JP"/>
                <a:ea typeface="Noto Sans JP"/>
                <a:cs typeface="Noto Sans JP"/>
              </a:defRPr>
            </a:lvl4pPr>
            <a:lvl5pPr algn="l">
              <a:defRPr sz="2025" b="0">
                <a:solidFill>
                  <a:srgbClr val="192D4C"/>
                </a:solidFill>
                <a:latin typeface="Noto Sans JP"/>
                <a:ea typeface="Noto Sans JP"/>
                <a:cs typeface="Noto Sans JP"/>
              </a:defRPr>
            </a:lvl5pPr>
            <a:lvl6pPr algn="l">
              <a:defRPr sz="2025" b="0">
                <a:solidFill>
                  <a:srgbClr val="192D4C"/>
                </a:solidFill>
                <a:latin typeface="Noto Sans JP"/>
                <a:ea typeface="Noto Sans JP"/>
                <a:cs typeface="Noto Sans JP"/>
              </a:defRPr>
            </a:lvl6pPr>
            <a:lvl7pPr algn="l">
              <a:defRPr sz="2025" b="0">
                <a:solidFill>
                  <a:srgbClr val="192D4C"/>
                </a:solidFill>
                <a:latin typeface="Noto Sans JP"/>
                <a:ea typeface="Noto Sans JP"/>
                <a:cs typeface="Noto Sans JP"/>
              </a:defRPr>
            </a:lvl7pPr>
            <a:lvl8pPr algn="l">
              <a:defRPr sz="2025" b="0">
                <a:solidFill>
                  <a:srgbClr val="192D4C"/>
                </a:solidFill>
                <a:latin typeface="Noto Sans JP"/>
                <a:ea typeface="Noto Sans JP"/>
                <a:cs typeface="Noto Sans JP"/>
              </a:defRPr>
            </a:lvl8pPr>
            <a:lvl9pPr algn="l">
              <a:defRPr sz="2025" b="0">
                <a:solidFill>
                  <a:srgbClr val="192D4C"/>
                </a:solidFill>
                <a:latin typeface="Noto Sans JP"/>
                <a:ea typeface="Noto Sans JP"/>
                <a:cs typeface="Noto Sans JP"/>
              </a:defRPr>
            </a:lvl9pPr>
          </a:lstStyle>
          <a:p xmlns:a="http://schemas.openxmlformats.org/drawingml/2006/main">
            <a:pPr algn="l">
              <a:defRPr sz="2025" b="0">
                <a:solidFill>
                  <a:srgbClr val="192D4C"/>
                </a:solidFill>
                <a:latin typeface="Noto Sans JP"/>
                <a:ea typeface="Noto Sans JP"/>
                <a:cs typeface="Noto Sans JP"/>
              </a:defRPr>
            </a:pPr>
            <a:r>
              <a:rPr sz="2025" b="0">
                <a:solidFill>
                  <a:srgbClr val="192D4C"/>
                </a:solidFill>
                <a:latin typeface="Noto Sans JP"/>
                <a:ea typeface="Noto Sans JP"/>
                <a:cs typeface="Noto Sans JP"/>
              </a:rPr>
              <a:t>新しい取り組みや事業の節目を、</a:t>
            </a:r>
          </a:p>
          <a:p xmlns:a="http://schemas.openxmlformats.org/drawingml/2006/main">
            <a:pPr algn="l">
              <a:defRPr sz="2025" b="0">
                <a:solidFill>
                  <a:srgbClr val="192D4C"/>
                </a:solidFill>
                <a:latin typeface="Noto Sans JP"/>
                <a:ea typeface="Noto Sans JP"/>
                <a:cs typeface="Noto Sans JP"/>
              </a:defRPr>
            </a:pPr>
            <a:r>
              <a:rPr sz="2025" b="0">
                <a:solidFill>
                  <a:srgbClr val="192D4C"/>
                </a:solidFill>
                <a:latin typeface="Noto Sans JP"/>
                <a:ea typeface="Noto Sans JP"/>
                <a:cs typeface="Noto Sans JP"/>
              </a:rPr>
              <a:t>正式な取材記事で伝え続ける。</a:t>
            </a:r>
          </a:p>
        </p:txBody>
      </p:sp>
      <p:sp>
        <p:nvSpPr>
          <p:cNvPr id="21" name="contract">
            <a:extLst xmlns:a="http://schemas.openxmlformats.org/drawingml/2006/main">
              <a:ext uri="{FF2B5EF4-FFF2-40B4-BE49-F238E27FC236}">
                <a16:creationId xmlns:a16="http://schemas.microsoft.com/office/drawing/2014/main" id="{18EF54F4-B871-45C4-AD0B-290DD27EC8E2}"/>
              </a:ext>
            </a:extLst>
          </p:cNvPr>
          <p:cNvSpPr>
            <a:spLocks xmlns:a="http://schemas.openxmlformats.org/drawingml/2006/main" noGrp="1"/>
          </p:cNvSpPr>
          <p:nvPr/>
        </p:nvSpPr>
        <p:spPr>
          <a:xfrm xmlns:a="http://schemas.openxmlformats.org/drawingml/2006/main">
            <a:off x="609600" y="5619750"/>
            <a:ext cx="70675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b="0">
                <a:solidFill>
                  <a:srgbClr val="526078"/>
                </a:solidFill>
                <a:latin typeface="Noto Sans JP"/>
                <a:ea typeface="Noto Sans JP"/>
                <a:cs typeface="Noto Sans JP"/>
              </a:defRPr>
            </a:defPPr>
            <a:lvl1pPr algn="l">
              <a:defRPr sz="1050" b="0">
                <a:solidFill>
                  <a:srgbClr val="526078"/>
                </a:solidFill>
                <a:latin typeface="Noto Sans JP"/>
                <a:ea typeface="Noto Sans JP"/>
                <a:cs typeface="Noto Sans JP"/>
              </a:defRPr>
            </a:lvl1pPr>
            <a:lvl2pPr algn="l">
              <a:defRPr sz="1050" b="0">
                <a:solidFill>
                  <a:srgbClr val="526078"/>
                </a:solidFill>
                <a:latin typeface="Noto Sans JP"/>
                <a:ea typeface="Noto Sans JP"/>
                <a:cs typeface="Noto Sans JP"/>
              </a:defRPr>
            </a:lvl2pPr>
            <a:lvl3pPr algn="l">
              <a:defRPr sz="1050" b="0">
                <a:solidFill>
                  <a:srgbClr val="526078"/>
                </a:solidFill>
                <a:latin typeface="Noto Sans JP"/>
                <a:ea typeface="Noto Sans JP"/>
                <a:cs typeface="Noto Sans JP"/>
              </a:defRPr>
            </a:lvl3pPr>
            <a:lvl4pPr algn="l">
              <a:defRPr sz="1050" b="0">
                <a:solidFill>
                  <a:srgbClr val="526078"/>
                </a:solidFill>
                <a:latin typeface="Noto Sans JP"/>
                <a:ea typeface="Noto Sans JP"/>
                <a:cs typeface="Noto Sans JP"/>
              </a:defRPr>
            </a:lvl4pPr>
            <a:lvl5pPr algn="l">
              <a:defRPr sz="1050" b="0">
                <a:solidFill>
                  <a:srgbClr val="526078"/>
                </a:solidFill>
                <a:latin typeface="Noto Sans JP"/>
                <a:ea typeface="Noto Sans JP"/>
                <a:cs typeface="Noto Sans JP"/>
              </a:defRPr>
            </a:lvl5pPr>
            <a:lvl6pPr algn="l">
              <a:defRPr sz="1050" b="0">
                <a:solidFill>
                  <a:srgbClr val="526078"/>
                </a:solidFill>
                <a:latin typeface="Noto Sans JP"/>
                <a:ea typeface="Noto Sans JP"/>
                <a:cs typeface="Noto Sans JP"/>
              </a:defRPr>
            </a:lvl6pPr>
            <a:lvl7pPr algn="l">
              <a:defRPr sz="1050" b="0">
                <a:solidFill>
                  <a:srgbClr val="526078"/>
                </a:solidFill>
                <a:latin typeface="Noto Sans JP"/>
                <a:ea typeface="Noto Sans JP"/>
                <a:cs typeface="Noto Sans JP"/>
              </a:defRPr>
            </a:lvl7pPr>
            <a:lvl8pPr algn="l">
              <a:defRPr sz="1050" b="0">
                <a:solidFill>
                  <a:srgbClr val="526078"/>
                </a:solidFill>
                <a:latin typeface="Noto Sans JP"/>
                <a:ea typeface="Noto Sans JP"/>
                <a:cs typeface="Noto Sans JP"/>
              </a:defRPr>
            </a:lvl8pPr>
            <a:lvl9pPr algn="l">
              <a:defRPr sz="1050" b="0">
                <a:solidFill>
                  <a:srgbClr val="526078"/>
                </a:solidFill>
                <a:latin typeface="Noto Sans JP"/>
                <a:ea typeface="Noto Sans JP"/>
                <a:cs typeface="Noto Sans JP"/>
              </a:defRPr>
            </a:lvl9pPr>
          </a:lstStyle>
          <a:p xmlns:a="http://schemas.openxmlformats.org/drawingml/2006/main">
            <a:pPr algn="l">
              <a:defRPr sz="1050" b="0">
                <a:solidFill>
                  <a:srgbClr val="526078"/>
                </a:solidFill>
                <a:latin typeface="Noto Sans JP"/>
                <a:ea typeface="Noto Sans JP"/>
                <a:cs typeface="Noto Sans JP"/>
              </a:defRPr>
            </a:pPr>
            <a:r>
              <a:rPr sz="1050" b="0">
                <a:solidFill>
                  <a:srgbClr val="526078"/>
                </a:solidFill>
                <a:latin typeface="Noto Sans JP"/>
                <a:ea typeface="Noto Sans JP"/>
                <a:cs typeface="Noto Sans JP"/>
              </a:rPr>
              <a:t>月額払い：最低6か月・6か月ごとに自動更新。年間一括は12か月分。</a:t>
            </a:r>
          </a:p>
          <a:p xmlns:a="http://schemas.openxmlformats.org/drawingml/2006/main">
            <a:pPr algn="l">
              <a:defRPr sz="1050" b="0">
                <a:solidFill>
                  <a:srgbClr val="526078"/>
                </a:solidFill>
                <a:latin typeface="Noto Sans JP"/>
                <a:ea typeface="Noto Sans JP"/>
                <a:cs typeface="Noto Sans JP"/>
              </a:defRPr>
            </a:pPr>
            <a:r>
              <a:rPr sz="1050" b="0">
                <a:solidFill>
                  <a:srgbClr val="526078"/>
                </a:solidFill>
                <a:latin typeface="Noto Sans JP"/>
                <a:ea typeface="Noto Sans JP"/>
                <a:cs typeface="Noto Sans JP"/>
              </a:rPr>
              <a:t>ニュースの時期・掲載先・本数・取材編集・配信範囲は事前合意。</a:t>
            </a:r>
          </a:p>
          <a:p xmlns:a="http://schemas.openxmlformats.org/drawingml/2006/main">
            <a:pPr algn="l">
              <a:defRPr sz="1050" b="0">
                <a:solidFill>
                  <a:srgbClr val="526078"/>
                </a:solidFill>
                <a:latin typeface="Noto Sans JP"/>
                <a:ea typeface="Noto Sans JP"/>
                <a:cs typeface="Noto Sans JP"/>
              </a:defRPr>
            </a:pPr>
            <a:r>
              <a:rPr sz="1050" b="0">
                <a:solidFill>
                  <a:srgbClr val="526078"/>
                </a:solidFill>
                <a:latin typeface="Noto Sans JP"/>
                <a:ea typeface="Noto Sans JP"/>
                <a:cs typeface="Noto Sans JP"/>
              </a:rPr>
              <a:t>媒体の審査・編集判断とは区別します。</a:t>
            </a:r>
          </a:p>
        </p:txBody>
      </p:sp>
    </p:spTree>
    <p:extLst>
      <p:ext uri="{BB962C8B-B14F-4D97-AF65-F5344CB8AC3E}">
        <p14:creationId xmlns:p14="http://schemas.microsoft.com/office/powerpoint/2010/main" val="35191437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5E288F01-FD1B-4FE0-A0AE-1B32DC31C545}"/>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05  プランの選び方</a:t>
            </a:r>
          </a:p>
        </p:txBody>
      </p:sp>
      <p:sp>
        <p:nvSpPr>
          <p:cNvPr id="2" name="title">
            <a:extLst xmlns:a="http://schemas.openxmlformats.org/drawingml/2006/main">
              <a:ext uri="{FF2B5EF4-FFF2-40B4-BE49-F238E27FC236}">
                <a16:creationId xmlns:a16="http://schemas.microsoft.com/office/drawing/2014/main" id="{BB56AD1A-3618-4CBB-A1B0-B6FB2D8B89C2}"/>
              </a:ext>
            </a:extLst>
          </p:cNvPr>
          <p:cNvSpPr>
            <a:spLocks xmlns:a="http://schemas.openxmlformats.org/drawingml/2006/main" noGrp="1"/>
          </p:cNvSpPr>
          <p:nvPr/>
        </p:nvSpPr>
        <p:spPr>
          <a:xfrm xmlns:a="http://schemas.openxmlformats.org/drawingml/2006/main">
            <a:off x="609600" y="781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92F66"/>
                </a:solidFill>
                <a:latin typeface="Noto Sans JP"/>
                <a:ea typeface="Noto Sans JP"/>
                <a:cs typeface="Noto Sans JP"/>
              </a:defRPr>
            </a:defPPr>
            <a:lvl1pPr algn="l">
              <a:defRPr sz="3150" b="1">
                <a:solidFill>
                  <a:srgbClr val="192F66"/>
                </a:solidFill>
                <a:latin typeface="Noto Sans JP"/>
                <a:ea typeface="Noto Sans JP"/>
                <a:cs typeface="Noto Sans JP"/>
              </a:defRPr>
            </a:lvl1pPr>
            <a:lvl2pPr algn="l">
              <a:defRPr sz="3150" b="1">
                <a:solidFill>
                  <a:srgbClr val="192F66"/>
                </a:solidFill>
                <a:latin typeface="Noto Sans JP"/>
                <a:ea typeface="Noto Sans JP"/>
                <a:cs typeface="Noto Sans JP"/>
              </a:defRPr>
            </a:lvl2pPr>
            <a:lvl3pPr algn="l">
              <a:defRPr sz="3150" b="1">
                <a:solidFill>
                  <a:srgbClr val="192F66"/>
                </a:solidFill>
                <a:latin typeface="Noto Sans JP"/>
                <a:ea typeface="Noto Sans JP"/>
                <a:cs typeface="Noto Sans JP"/>
              </a:defRPr>
            </a:lvl3pPr>
            <a:lvl4pPr algn="l">
              <a:defRPr sz="3150" b="1">
                <a:solidFill>
                  <a:srgbClr val="192F66"/>
                </a:solidFill>
                <a:latin typeface="Noto Sans JP"/>
                <a:ea typeface="Noto Sans JP"/>
                <a:cs typeface="Noto Sans JP"/>
              </a:defRPr>
            </a:lvl4pPr>
            <a:lvl5pPr algn="l">
              <a:defRPr sz="3150" b="1">
                <a:solidFill>
                  <a:srgbClr val="192F66"/>
                </a:solidFill>
                <a:latin typeface="Noto Sans JP"/>
                <a:ea typeface="Noto Sans JP"/>
                <a:cs typeface="Noto Sans JP"/>
              </a:defRPr>
            </a:lvl5pPr>
            <a:lvl6pPr algn="l">
              <a:defRPr sz="3150" b="1">
                <a:solidFill>
                  <a:srgbClr val="192F66"/>
                </a:solidFill>
                <a:latin typeface="Noto Sans JP"/>
                <a:ea typeface="Noto Sans JP"/>
                <a:cs typeface="Noto Sans JP"/>
              </a:defRPr>
            </a:lvl6pPr>
            <a:lvl7pPr algn="l">
              <a:defRPr sz="3150" b="1">
                <a:solidFill>
                  <a:srgbClr val="192F66"/>
                </a:solidFill>
                <a:latin typeface="Noto Sans JP"/>
                <a:ea typeface="Noto Sans JP"/>
                <a:cs typeface="Noto Sans JP"/>
              </a:defRPr>
            </a:lvl7pPr>
            <a:lvl8pPr algn="l">
              <a:defRPr sz="3150" b="1">
                <a:solidFill>
                  <a:srgbClr val="192F66"/>
                </a:solidFill>
                <a:latin typeface="Noto Sans JP"/>
                <a:ea typeface="Noto Sans JP"/>
                <a:cs typeface="Noto Sans JP"/>
              </a:defRPr>
            </a:lvl8pPr>
            <a:lvl9pPr algn="l">
              <a:defRPr sz="3150" b="1">
                <a:solidFill>
                  <a:srgbClr val="192F66"/>
                </a:solidFill>
                <a:latin typeface="Noto Sans JP"/>
                <a:ea typeface="Noto Sans JP"/>
                <a:cs typeface="Noto Sans JP"/>
              </a:defRPr>
            </a:lvl9pPr>
          </a:lstStyle>
          <a:p xmlns:a="http://schemas.openxmlformats.org/drawingml/2006/main">
            <a:pPr algn="l">
              <a:defRPr sz="3150" b="1">
                <a:solidFill>
                  <a:srgbClr val="192F66"/>
                </a:solidFill>
                <a:latin typeface="Noto Sans JP"/>
                <a:ea typeface="Noto Sans JP"/>
                <a:cs typeface="Noto Sans JP"/>
              </a:defRPr>
            </a:pPr>
            <a:r>
              <a:rPr sz="3150" b="1">
                <a:solidFill>
                  <a:srgbClr val="192F66"/>
                </a:solidFill>
                <a:latin typeface="Noto Sans JP"/>
                <a:ea typeface="Noto Sans JP"/>
                <a:cs typeface="Noto Sans JP"/>
              </a:rPr>
              <a:t>基本の10万円プランを軸に、必要な範囲を選ぶ</a:t>
            </a:r>
          </a:p>
        </p:txBody>
      </p:sp>
      <p:sp>
        <p:nvSpPr>
          <p:cNvPr id="3" name="footer-rule">
            <a:extLst xmlns:a="http://schemas.openxmlformats.org/drawingml/2006/main">
              <a:ext uri="{FF2B5EF4-FFF2-40B4-BE49-F238E27FC236}">
                <a16:creationId xmlns:a16="http://schemas.microsoft.com/office/drawing/2014/main" id="{9031B8BE-C472-4C63-8509-59CB33F38C22}"/>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2B1B4264-B0D9-4D33-9950-9756886A67B4}"/>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96A91B4B-5AA5-451F-AFD8-C5CA1206FB2D}"/>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92F66"/>
                </a:solidFill>
                <a:latin typeface="Noto Sans JP"/>
                <a:ea typeface="Noto Sans JP"/>
                <a:cs typeface="Noto Sans JP"/>
              </a:defRPr>
            </a:defPPr>
            <a:lvl1pPr algn="r">
              <a:defRPr sz="1350" b="1">
                <a:solidFill>
                  <a:srgbClr val="192F66"/>
                </a:solidFill>
                <a:latin typeface="Noto Sans JP"/>
                <a:ea typeface="Noto Sans JP"/>
                <a:cs typeface="Noto Sans JP"/>
              </a:defRPr>
            </a:lvl1pPr>
            <a:lvl2pPr algn="r">
              <a:defRPr sz="1350" b="1">
                <a:solidFill>
                  <a:srgbClr val="192F66"/>
                </a:solidFill>
                <a:latin typeface="Noto Sans JP"/>
                <a:ea typeface="Noto Sans JP"/>
                <a:cs typeface="Noto Sans JP"/>
              </a:defRPr>
            </a:lvl2pPr>
            <a:lvl3pPr algn="r">
              <a:defRPr sz="1350" b="1">
                <a:solidFill>
                  <a:srgbClr val="192F66"/>
                </a:solidFill>
                <a:latin typeface="Noto Sans JP"/>
                <a:ea typeface="Noto Sans JP"/>
                <a:cs typeface="Noto Sans JP"/>
              </a:defRPr>
            </a:lvl3pPr>
            <a:lvl4pPr algn="r">
              <a:defRPr sz="1350" b="1">
                <a:solidFill>
                  <a:srgbClr val="192F66"/>
                </a:solidFill>
                <a:latin typeface="Noto Sans JP"/>
                <a:ea typeface="Noto Sans JP"/>
                <a:cs typeface="Noto Sans JP"/>
              </a:defRPr>
            </a:lvl4pPr>
            <a:lvl5pPr algn="r">
              <a:defRPr sz="1350" b="1">
                <a:solidFill>
                  <a:srgbClr val="192F66"/>
                </a:solidFill>
                <a:latin typeface="Noto Sans JP"/>
                <a:ea typeface="Noto Sans JP"/>
                <a:cs typeface="Noto Sans JP"/>
              </a:defRPr>
            </a:lvl5pPr>
            <a:lvl6pPr algn="r">
              <a:defRPr sz="1350" b="1">
                <a:solidFill>
                  <a:srgbClr val="192F66"/>
                </a:solidFill>
                <a:latin typeface="Noto Sans JP"/>
                <a:ea typeface="Noto Sans JP"/>
                <a:cs typeface="Noto Sans JP"/>
              </a:defRPr>
            </a:lvl6pPr>
            <a:lvl7pPr algn="r">
              <a:defRPr sz="1350" b="1">
                <a:solidFill>
                  <a:srgbClr val="192F66"/>
                </a:solidFill>
                <a:latin typeface="Noto Sans JP"/>
                <a:ea typeface="Noto Sans JP"/>
                <a:cs typeface="Noto Sans JP"/>
              </a:defRPr>
            </a:lvl7pPr>
            <a:lvl8pPr algn="r">
              <a:defRPr sz="1350" b="1">
                <a:solidFill>
                  <a:srgbClr val="192F66"/>
                </a:solidFill>
                <a:latin typeface="Noto Sans JP"/>
                <a:ea typeface="Noto Sans JP"/>
                <a:cs typeface="Noto Sans JP"/>
              </a:defRPr>
            </a:lvl8pPr>
            <a:lvl9pPr algn="r">
              <a:defRPr sz="1350" b="1">
                <a:solidFill>
                  <a:srgbClr val="192F66"/>
                </a:solidFill>
                <a:latin typeface="Noto Sans JP"/>
                <a:ea typeface="Noto Sans JP"/>
                <a:cs typeface="Noto Sans JP"/>
              </a:defRPr>
            </a:lvl9pPr>
          </a:lstStyle>
          <a:p xmlns:a="http://schemas.openxmlformats.org/drawingml/2006/main">
            <a:pPr algn="r">
              <a:defRPr sz="1350" b="1">
                <a:solidFill>
                  <a:srgbClr val="192F66"/>
                </a:solidFill>
                <a:latin typeface="Noto Sans JP"/>
                <a:ea typeface="Noto Sans JP"/>
                <a:cs typeface="Noto Sans JP"/>
              </a:defRPr>
            </a:pPr>
            <a:r>
              <a:rPr sz="1350" b="1">
                <a:solidFill>
                  <a:srgbClr val="192F66"/>
                </a:solidFill>
                <a:latin typeface="Noto Sans JP"/>
                <a:ea typeface="Noto Sans JP"/>
                <a:cs typeface="Noto Sans JP"/>
              </a:rPr>
              <a:t>42</a:t>
            </a:r>
          </a:p>
        </p:txBody>
      </p:sp>
      <p:graphicFrame>
        <p:nvGraphicFramePr>
          <p:cNvPr id="6" name="">
            <a:extLst xmlns:a="http://schemas.openxmlformats.org/drawingml/2006/main">
              <a:ext uri="{FF2B5EF4-FFF2-40B4-BE49-F238E27FC236}">
                <a16:creationId xmlns:a16="http://schemas.microsoft.com/office/drawing/2014/main" id="{6B60A482-A142-4C9C-929C-2111268D50B1}"/>
              </a:ext>
            </a:extLst>
          </p:cNvPr>
          <p:cNvGraphicFramePr/>
          <p:nvPr/>
        </p:nvGraphicFramePr>
        <p:xfrm>
          <a:off xmlns:a="http://schemas.openxmlformats.org/drawingml/2006/main" x="609600" y="1981200"/>
          <a:ext xmlns:a="http://schemas.openxmlformats.org/drawingml/2006/main" cx="10972800" cy="3676650"/>
        </p:xfrm>
        <a:graphic xmlns:a="http://schemas.openxmlformats.org/drawingml/2006/main">
          <a:graphicData uri="http://schemas.openxmlformats.org/drawingml/2006/table">
            <a:tbl>
              <a:tblPr firstRow="0" bandRow="0"/>
              <a:tblGrid>
                <a:gridCol w="3200400"/>
                <a:gridCol w="3162300"/>
                <a:gridCol w="2305050"/>
                <a:gridCol w="2305050"/>
              </a:tblGrid>
              <a:tr h="647700">
                <a:tc>
                  <a:txBody>
                    <a:bodyPr anchor="ctr"/>
                    <a:lstStyle/>
                    <a:p>
                      <a:pPr algn="ctr"/>
                      <a:r>
                        <a:rPr sz="1725" b="1">
                          <a:solidFill>
                            <a:srgbClr val="FFFFFF"/>
                          </a:solidFill>
                          <a:latin typeface="Noto Sans JP"/>
                          <a:ea typeface="Noto Sans JP"/>
                          <a:cs typeface="Noto Sans JP"/>
                        </a:rPr>
                        <a:t>まず解決したいこと</a:t>
                      </a:r>
                    </a:p>
                  </a:txBody>
                  <a:tcPr marL="114300" marR="114300" marT="95250" marB="9525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92F66"/>
                    </a:solidFill>
                  </a:tcPr>
                </a:tc>
                <a:tc>
                  <a:txBody>
                    <a:bodyPr anchor="ctr"/>
                    <a:lstStyle/>
                    <a:p>
                      <a:pPr algn="ctr"/>
                      <a:r>
                        <a:rPr sz="1725" b="1">
                          <a:solidFill>
                            <a:srgbClr val="FFFFFF"/>
                          </a:solidFill>
                          <a:latin typeface="Noto Sans JP"/>
                          <a:ea typeface="Noto Sans JP"/>
                          <a:cs typeface="Noto Sans JP"/>
                        </a:rPr>
                        <a:t>含まれる内容</a:t>
                      </a:r>
                    </a:p>
                  </a:txBody>
                  <a:tcPr marL="114300" marR="114300" marT="95250" marB="95250" anchor="ctr">
                    <a:lnR w="9525">
                      <a:solidFill>
                        <a:srgbClr val="D8DDE5"/>
                      </a:solidFill>
                      <a:prstDash val="solid"/>
                    </a:lnR>
                    <a:lnT w="9525">
                      <a:solidFill>
                        <a:srgbClr val="D8DDE5"/>
                      </a:solidFill>
                      <a:prstDash val="solid"/>
                    </a:lnT>
                    <a:lnB w="9525">
                      <a:solidFill>
                        <a:srgbClr val="D8DDE5"/>
                      </a:solidFill>
                      <a:prstDash val="solid"/>
                    </a:lnB>
                    <a:solidFill>
                      <a:srgbClr val="192F66"/>
                    </a:solidFill>
                  </a:tcPr>
                </a:tc>
                <a:tc>
                  <a:txBody>
                    <a:bodyPr anchor="ctr"/>
                    <a:lstStyle/>
                    <a:p>
                      <a:pPr algn="ctr"/>
                      <a:r>
                        <a:rPr sz="1725" b="1">
                          <a:solidFill>
                            <a:srgbClr val="FFFFFF"/>
                          </a:solidFill>
                          <a:latin typeface="Noto Sans JP"/>
                          <a:ea typeface="Noto Sans JP"/>
                          <a:cs typeface="Noto Sans JP"/>
                        </a:rPr>
                        <a:t>年間一括・税別</a:t>
                      </a:r>
                    </a:p>
                  </a:txBody>
                  <a:tcPr marL="114300" marR="114300" marT="95250" marB="95250" anchor="ctr">
                    <a:lnR w="9525">
                      <a:solidFill>
                        <a:srgbClr val="D8DDE5"/>
                      </a:solidFill>
                      <a:prstDash val="solid"/>
                    </a:lnR>
                    <a:lnT w="9525">
                      <a:solidFill>
                        <a:srgbClr val="D8DDE5"/>
                      </a:solidFill>
                      <a:prstDash val="solid"/>
                    </a:lnT>
                    <a:lnB w="9525">
                      <a:solidFill>
                        <a:srgbClr val="D8DDE5"/>
                      </a:solidFill>
                      <a:prstDash val="solid"/>
                    </a:lnB>
                    <a:solidFill>
                      <a:srgbClr val="192F66"/>
                    </a:solidFill>
                  </a:tcPr>
                </a:tc>
                <a:tc>
                  <a:txBody>
                    <a:bodyPr anchor="ctr"/>
                    <a:lstStyle/>
                    <a:p>
                      <a:pPr algn="ctr"/>
                      <a:r>
                        <a:rPr sz="1725" b="1">
                          <a:solidFill>
                            <a:srgbClr val="FFFFFF"/>
                          </a:solidFill>
                          <a:latin typeface="Noto Sans JP"/>
                          <a:ea typeface="Noto Sans JP"/>
                          <a:cs typeface="Noto Sans JP"/>
                        </a:rPr>
                        <a:t>月額払い・税別</a:t>
                      </a:r>
                    </a:p>
                  </a:txBody>
                  <a:tcPr marL="114300" marR="114300" marT="95250" marB="95250" anchor="ctr">
                    <a:lnR w="9525">
                      <a:solidFill>
                        <a:srgbClr val="D8DDE5"/>
                      </a:solidFill>
                      <a:prstDash val="solid"/>
                    </a:lnR>
                    <a:lnT w="9525">
                      <a:solidFill>
                        <a:srgbClr val="D8DDE5"/>
                      </a:solidFill>
                      <a:prstDash val="solid"/>
                    </a:lnT>
                    <a:lnB w="9525">
                      <a:solidFill>
                        <a:srgbClr val="D8DDE5"/>
                      </a:solidFill>
                      <a:prstDash val="solid"/>
                    </a:lnB>
                    <a:solidFill>
                      <a:srgbClr val="192F66"/>
                    </a:solidFill>
                  </a:tcPr>
                </a:tc>
              </a:tr>
              <a:tr h="1009650">
                <a:tc>
                  <a:txBody>
                    <a:bodyPr anchor="ctr"/>
                    <a:lstStyle/>
                    <a:p>
                      <a:pPr algn="ctr"/>
                      <a:r>
                        <a:rPr sz="1725">
                          <a:solidFill>
                            <a:srgbClr val="192D4C"/>
                          </a:solidFill>
                          <a:latin typeface="Noto Sans JP"/>
                          <a:ea typeface="Noto Sans JP"/>
                          <a:cs typeface="Noto Sans JP"/>
                        </a:rPr>
                        <a:t>社名で調べたときの</a:t>
                      </a:r>
                    </a:p>
                    <a:p>
                      <a:pPr algn="ctr"/>
                      <a:r>
                        <a:rPr sz="1725">
                          <a:solidFill>
                            <a:srgbClr val="192D4C"/>
                          </a:solidFill>
                          <a:latin typeface="Noto Sans JP"/>
                          <a:ea typeface="Noto Sans JP"/>
                          <a:cs typeface="Noto Sans JP"/>
                        </a:rPr>
                        <a:t>情報を整えたい</a:t>
                      </a:r>
                    </a:p>
                  </a:txBody>
                  <a:tcPr marL="114300" marR="114300" marT="95250" marB="9525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anchor="ctr"/>
                    <a:lstStyle/>
                    <a:p>
                      <a:pPr algn="ctr"/>
                      <a:r>
                        <a:rPr sz="1725">
                          <a:solidFill>
                            <a:srgbClr val="192D4C"/>
                          </a:solidFill>
                          <a:latin typeface="Noto Sans JP"/>
                          <a:ea typeface="Noto Sans JP"/>
                          <a:cs typeface="Noto Sans JP"/>
                        </a:rPr>
                        <a:t>指名検索</a:t>
                      </a:r>
                    </a:p>
                  </a:txBody>
                  <a:tcPr marL="114300" marR="114300" marT="95250" marB="95250" anchor="ctr">
                    <a:lnR w="9525">
                      <a:solidFill>
                        <a:srgbClr val="D8DDE5"/>
                      </a:solidFill>
                      <a:prstDash val="solid"/>
                    </a:lnR>
                    <a:lnB w="9525">
                      <a:solidFill>
                        <a:srgbClr val="D8DDE5"/>
                      </a:solidFill>
                      <a:prstDash val="solid"/>
                    </a:lnB>
                    <a:solidFill>
                      <a:srgbClr val="FFFFFF"/>
                    </a:solidFill>
                  </a:tcPr>
                </a:tc>
                <a:tc>
                  <a:txBody>
                    <a:bodyPr anchor="ctr"/>
                    <a:lstStyle/>
                    <a:p>
                      <a:pPr algn="ctr">
                        <a:spcAft>
                          <a:spcPts val="2"/>
                        </a:spcAft>
                      </a:pPr>
                      <a:r>
                        <a:rPr sz="2175" b="1">
                          <a:solidFill>
                            <a:srgbClr val="192D4C"/>
                          </a:solidFill>
                          <a:latin typeface="Noto Sans JP"/>
                          <a:ea typeface="Noto Sans JP"/>
                          <a:cs typeface="Noto Sans JP"/>
                        </a:rPr>
                        <a:t>50万円</a:t>
                      </a:r>
                    </a:p>
                    <a:p>
                      <a:pPr algn="ctr"/>
                      <a:r>
                        <a:rPr sz="1350" b="0">
                          <a:solidFill>
                            <a:srgbClr val="192D4C"/>
                          </a:solidFill>
                          <a:latin typeface="Noto Sans JP"/>
                          <a:ea typeface="Noto Sans JP"/>
                          <a:cs typeface="Noto Sans JP"/>
                        </a:rPr>
                        <a:t>税込55万円</a:t>
                      </a:r>
                    </a:p>
                  </a:txBody>
                  <a:tcPr marL="114300" marR="114300" marT="95250" marB="95250" anchor="ctr">
                    <a:lnR w="9525">
                      <a:solidFill>
                        <a:srgbClr val="D8DDE5"/>
                      </a:solidFill>
                      <a:prstDash val="solid"/>
                    </a:lnR>
                    <a:lnB w="9525">
                      <a:solidFill>
                        <a:srgbClr val="D8DDE5"/>
                      </a:solidFill>
                      <a:prstDash val="solid"/>
                    </a:lnB>
                    <a:solidFill>
                      <a:srgbClr val="FFFFFF"/>
                    </a:solidFill>
                  </a:tcPr>
                </a:tc>
                <a:tc>
                  <a:txBody>
                    <a:bodyPr anchor="ctr"/>
                    <a:lstStyle/>
                    <a:p>
                      <a:pPr algn="ctr">
                        <a:spcAft>
                          <a:spcPts val="2"/>
                        </a:spcAft>
                      </a:pPr>
                      <a:r>
                        <a:rPr sz="2175" b="1">
                          <a:solidFill>
                            <a:srgbClr val="192D4C"/>
                          </a:solidFill>
                          <a:latin typeface="Noto Sans JP"/>
                          <a:ea typeface="Noto Sans JP"/>
                          <a:cs typeface="Noto Sans JP"/>
                        </a:rPr>
                        <a:t>5万円</a:t>
                      </a:r>
                    </a:p>
                    <a:p>
                      <a:pPr algn="ctr"/>
                      <a:r>
                        <a:rPr sz="1350" b="0">
                          <a:solidFill>
                            <a:srgbClr val="192D4C"/>
                          </a:solidFill>
                          <a:latin typeface="Noto Sans JP"/>
                          <a:ea typeface="Noto Sans JP"/>
                          <a:cs typeface="Noto Sans JP"/>
                        </a:rPr>
                        <a:t>税込55,000円</a:t>
                      </a:r>
                    </a:p>
                  </a:txBody>
                  <a:tcPr marL="114300" marR="114300" marT="95250" marB="95250" anchor="ctr">
                    <a:lnR w="9525">
                      <a:solidFill>
                        <a:srgbClr val="D8DDE5"/>
                      </a:solidFill>
                      <a:prstDash val="solid"/>
                    </a:lnR>
                    <a:lnB w="9525">
                      <a:solidFill>
                        <a:srgbClr val="D8DDE5"/>
                      </a:solidFill>
                      <a:prstDash val="solid"/>
                    </a:lnB>
                    <a:solidFill>
                      <a:srgbClr val="FFFFFF"/>
                    </a:solidFill>
                  </a:tcPr>
                </a:tc>
              </a:tr>
              <a:tr h="1009650">
                <a:tc>
                  <a:txBody>
                    <a:bodyPr anchor="ctr"/>
                    <a:lstStyle/>
                    <a:p>
                      <a:pPr algn="ctr"/>
                      <a:r>
                        <a:rPr sz="1725" b="1">
                          <a:solidFill>
                            <a:srgbClr val="192F66"/>
                          </a:solidFill>
                          <a:latin typeface="Noto Sans JP"/>
                          <a:ea typeface="Noto Sans JP"/>
                          <a:cs typeface="Noto Sans JP"/>
                        </a:rPr>
                        <a:t>知らない人にも</a:t>
                      </a:r>
                    </a:p>
                    <a:p>
                      <a:pPr algn="ctr"/>
                      <a:r>
                        <a:rPr sz="1725" b="1">
                          <a:solidFill>
                            <a:srgbClr val="192F66"/>
                          </a:solidFill>
                          <a:latin typeface="Noto Sans JP"/>
                          <a:ea typeface="Noto Sans JP"/>
                          <a:cs typeface="Noto Sans JP"/>
                        </a:rPr>
                        <a:t>見つけてもらいたい</a:t>
                      </a:r>
                    </a:p>
                  </a:txBody>
                  <a:tcPr marL="114300" marR="114300" marT="95250" marB="95250" anchor="ctr">
                    <a:lnL w="9525">
                      <a:solidFill>
                        <a:srgbClr val="D8DDE5"/>
                      </a:solidFill>
                      <a:prstDash val="solid"/>
                    </a:lnL>
                    <a:lnR w="9525">
                      <a:solidFill>
                        <a:srgbClr val="D8DDE5"/>
                      </a:solidFill>
                      <a:prstDash val="solid"/>
                    </a:lnR>
                    <a:lnB w="9525">
                      <a:solidFill>
                        <a:srgbClr val="D8DDE5"/>
                      </a:solidFill>
                      <a:prstDash val="solid"/>
                    </a:lnB>
                    <a:solidFill>
                      <a:srgbClr val="F8F3E5"/>
                    </a:solidFill>
                  </a:tcPr>
                </a:tc>
                <a:tc>
                  <a:txBody>
                    <a:bodyPr anchor="ctr"/>
                    <a:lstStyle/>
                    <a:p>
                      <a:pPr algn="ctr"/>
                      <a:r>
                        <a:rPr sz="1725" b="1">
                          <a:solidFill>
                            <a:srgbClr val="192F66"/>
                          </a:solidFill>
                          <a:latin typeface="Noto Sans JP"/>
                          <a:ea typeface="Noto Sans JP"/>
                          <a:cs typeface="Noto Sans JP"/>
                        </a:rPr>
                        <a:t>指名検索 ＋ 一般検索</a:t>
                      </a:r>
                    </a:p>
                  </a:txBody>
                  <a:tcPr marL="114300" marR="114300" marT="95250" marB="95250" anchor="ctr">
                    <a:lnR w="9525">
                      <a:solidFill>
                        <a:srgbClr val="D8DDE5"/>
                      </a:solidFill>
                      <a:prstDash val="solid"/>
                    </a:lnR>
                    <a:lnB w="9525">
                      <a:solidFill>
                        <a:srgbClr val="D8DDE5"/>
                      </a:solidFill>
                      <a:prstDash val="solid"/>
                    </a:lnB>
                    <a:solidFill>
                      <a:srgbClr val="F8F3E5"/>
                    </a:solidFill>
                  </a:tcPr>
                </a:tc>
                <a:tc>
                  <a:txBody>
                    <a:bodyPr anchor="ctr"/>
                    <a:lstStyle/>
                    <a:p>
                      <a:pPr algn="ctr">
                        <a:spcAft>
                          <a:spcPts val="2"/>
                        </a:spcAft>
                      </a:pPr>
                      <a:r>
                        <a:rPr sz="2175" b="1">
                          <a:solidFill>
                            <a:srgbClr val="A78025"/>
                          </a:solidFill>
                          <a:latin typeface="Noto Sans JP"/>
                          <a:ea typeface="Noto Sans JP"/>
                          <a:cs typeface="Noto Sans JP"/>
                        </a:rPr>
                        <a:t>100万円</a:t>
                      </a:r>
                    </a:p>
                    <a:p>
                      <a:pPr algn="ctr"/>
                      <a:r>
                        <a:rPr sz="1350" b="1">
                          <a:solidFill>
                            <a:srgbClr val="A78025"/>
                          </a:solidFill>
                          <a:latin typeface="Noto Sans JP"/>
                          <a:ea typeface="Noto Sans JP"/>
                          <a:cs typeface="Noto Sans JP"/>
                        </a:rPr>
                        <a:t>税込110万円</a:t>
                      </a:r>
                    </a:p>
                  </a:txBody>
                  <a:tcPr marL="114300" marR="114300" marT="95250" marB="95250" anchor="ctr">
                    <a:lnR w="9525">
                      <a:solidFill>
                        <a:srgbClr val="D8DDE5"/>
                      </a:solidFill>
                      <a:prstDash val="solid"/>
                    </a:lnR>
                    <a:lnB w="9525">
                      <a:solidFill>
                        <a:srgbClr val="D8DDE5"/>
                      </a:solidFill>
                      <a:prstDash val="solid"/>
                    </a:lnB>
                    <a:solidFill>
                      <a:srgbClr val="F8F3E5"/>
                    </a:solidFill>
                  </a:tcPr>
                </a:tc>
                <a:tc>
                  <a:txBody>
                    <a:bodyPr anchor="ctr"/>
                    <a:lstStyle/>
                    <a:p>
                      <a:pPr algn="ctr">
                        <a:spcAft>
                          <a:spcPts val="2"/>
                        </a:spcAft>
                      </a:pPr>
                      <a:r>
                        <a:rPr sz="2175" b="1">
                          <a:solidFill>
                            <a:srgbClr val="A78025"/>
                          </a:solidFill>
                          <a:latin typeface="Noto Sans JP"/>
                          <a:ea typeface="Noto Sans JP"/>
                          <a:cs typeface="Noto Sans JP"/>
                        </a:rPr>
                        <a:t>10万円</a:t>
                      </a:r>
                    </a:p>
                    <a:p>
                      <a:pPr algn="ctr"/>
                      <a:r>
                        <a:rPr sz="1350" b="1">
                          <a:solidFill>
                            <a:srgbClr val="A78025"/>
                          </a:solidFill>
                          <a:latin typeface="Noto Sans JP"/>
                          <a:ea typeface="Noto Sans JP"/>
                          <a:cs typeface="Noto Sans JP"/>
                        </a:rPr>
                        <a:t>税込110,000円</a:t>
                      </a:r>
                    </a:p>
                  </a:txBody>
                  <a:tcPr marL="114300" marR="114300" marT="95250" marB="95250" anchor="ctr">
                    <a:lnR w="9525">
                      <a:solidFill>
                        <a:srgbClr val="D8DDE5"/>
                      </a:solidFill>
                      <a:prstDash val="solid"/>
                    </a:lnR>
                    <a:lnB w="9525">
                      <a:solidFill>
                        <a:srgbClr val="D8DDE5"/>
                      </a:solidFill>
                      <a:prstDash val="solid"/>
                    </a:lnB>
                    <a:solidFill>
                      <a:srgbClr val="F8F3E5"/>
                    </a:solidFill>
                  </a:tcPr>
                </a:tc>
              </a:tr>
              <a:tr h="1009650">
                <a:tc>
                  <a:txBody>
                    <a:bodyPr anchor="ctr"/>
                    <a:lstStyle/>
                    <a:p>
                      <a:pPr algn="ctr"/>
                      <a:r>
                        <a:rPr sz="1725">
                          <a:solidFill>
                            <a:srgbClr val="192D4C"/>
                          </a:solidFill>
                          <a:latin typeface="Noto Sans JP"/>
                          <a:ea typeface="Noto Sans JP"/>
                          <a:cs typeface="Noto Sans JP"/>
                        </a:rPr>
                        <a:t>ニュースを継続し、</a:t>
                      </a:r>
                    </a:p>
                    <a:p>
                      <a:pPr algn="ctr"/>
                      <a:r>
                        <a:rPr sz="1725">
                          <a:solidFill>
                            <a:srgbClr val="192D4C"/>
                          </a:solidFill>
                          <a:latin typeface="Noto Sans JP"/>
                          <a:ea typeface="Noto Sans JP"/>
                          <a:cs typeface="Noto Sans JP"/>
                        </a:rPr>
                        <a:t>ブランドを深めたい</a:t>
                      </a:r>
                    </a:p>
                  </a:txBody>
                  <a:tcPr marL="114300" marR="114300" marT="95250" marB="9525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anchor="ctr"/>
                    <a:lstStyle/>
                    <a:p>
                      <a:pPr algn="ctr"/>
                      <a:r>
                        <a:rPr sz="1725">
                          <a:solidFill>
                            <a:srgbClr val="192D4C"/>
                          </a:solidFill>
                          <a:latin typeface="Noto Sans JP"/>
                          <a:ea typeface="Noto Sans JP"/>
                          <a:cs typeface="Noto Sans JP"/>
                        </a:rPr>
                        <a:t>指名検索 ＋ 一般検索</a:t>
                      </a:r>
                    </a:p>
                    <a:p>
                      <a:pPr algn="ctr"/>
                      <a:r>
                        <a:rPr sz="1725">
                          <a:solidFill>
                            <a:srgbClr val="192D4C"/>
                          </a:solidFill>
                          <a:latin typeface="Noto Sans JP"/>
                          <a:ea typeface="Noto Sans JP"/>
                          <a:cs typeface="Noto Sans JP"/>
                        </a:rPr>
                        <a:t>＋ 大手ニュース年2回</a:t>
                      </a:r>
                    </a:p>
                  </a:txBody>
                  <a:tcPr marL="114300" marR="114300" marT="95250" marB="95250" anchor="ctr">
                    <a:lnR w="9525">
                      <a:solidFill>
                        <a:srgbClr val="D8DDE5"/>
                      </a:solidFill>
                      <a:prstDash val="solid"/>
                    </a:lnR>
                    <a:lnB w="9525">
                      <a:solidFill>
                        <a:srgbClr val="D8DDE5"/>
                      </a:solidFill>
                      <a:prstDash val="solid"/>
                    </a:lnB>
                    <a:solidFill>
                      <a:srgbClr val="FFFFFF"/>
                    </a:solidFill>
                  </a:tcPr>
                </a:tc>
                <a:tc>
                  <a:txBody>
                    <a:bodyPr anchor="ctr"/>
                    <a:lstStyle/>
                    <a:p>
                      <a:pPr algn="ctr">
                        <a:spcAft>
                          <a:spcPts val="2"/>
                        </a:spcAft>
                      </a:pPr>
                      <a:r>
                        <a:rPr sz="2175" b="1">
                          <a:solidFill>
                            <a:srgbClr val="192D4C"/>
                          </a:solidFill>
                          <a:latin typeface="Noto Sans JP"/>
                          <a:ea typeface="Noto Sans JP"/>
                          <a:cs typeface="Noto Sans JP"/>
                        </a:rPr>
                        <a:t>200万円</a:t>
                      </a:r>
                    </a:p>
                    <a:p>
                      <a:pPr algn="ctr"/>
                      <a:r>
                        <a:rPr sz="1350" b="0">
                          <a:solidFill>
                            <a:srgbClr val="192D4C"/>
                          </a:solidFill>
                          <a:latin typeface="Noto Sans JP"/>
                          <a:ea typeface="Noto Sans JP"/>
                          <a:cs typeface="Noto Sans JP"/>
                        </a:rPr>
                        <a:t>税込220万円</a:t>
                      </a:r>
                    </a:p>
                  </a:txBody>
                  <a:tcPr marL="114300" marR="114300" marT="95250" marB="95250" anchor="ctr">
                    <a:lnR w="9525">
                      <a:solidFill>
                        <a:srgbClr val="D8DDE5"/>
                      </a:solidFill>
                      <a:prstDash val="solid"/>
                    </a:lnR>
                    <a:lnB w="9525">
                      <a:solidFill>
                        <a:srgbClr val="D8DDE5"/>
                      </a:solidFill>
                      <a:prstDash val="solid"/>
                    </a:lnB>
                    <a:solidFill>
                      <a:srgbClr val="FFFFFF"/>
                    </a:solidFill>
                  </a:tcPr>
                </a:tc>
                <a:tc>
                  <a:txBody>
                    <a:bodyPr anchor="ctr"/>
                    <a:lstStyle/>
                    <a:p>
                      <a:pPr algn="ctr">
                        <a:spcAft>
                          <a:spcPts val="2"/>
                        </a:spcAft>
                      </a:pPr>
                      <a:r>
                        <a:rPr sz="2175" b="1">
                          <a:solidFill>
                            <a:srgbClr val="192D4C"/>
                          </a:solidFill>
                          <a:latin typeface="Noto Sans JP"/>
                          <a:ea typeface="Noto Sans JP"/>
                          <a:cs typeface="Noto Sans JP"/>
                        </a:rPr>
                        <a:t>20万円</a:t>
                      </a:r>
                    </a:p>
                    <a:p>
                      <a:pPr algn="ctr"/>
                      <a:r>
                        <a:rPr sz="1350" b="0">
                          <a:solidFill>
                            <a:srgbClr val="192D4C"/>
                          </a:solidFill>
                          <a:latin typeface="Noto Sans JP"/>
                          <a:ea typeface="Noto Sans JP"/>
                          <a:cs typeface="Noto Sans JP"/>
                        </a:rPr>
                        <a:t>税込220,000円</a:t>
                      </a:r>
                    </a:p>
                  </a:txBody>
                  <a:tcPr marL="114300" marR="114300" marT="95250" marB="95250" anchor="ctr">
                    <a:lnR w="9525">
                      <a:solidFill>
                        <a:srgbClr val="D8DDE5"/>
                      </a:solidFill>
                      <a:prstDash val="solid"/>
                    </a:lnR>
                    <a:lnB w="9525">
                      <a:solidFill>
                        <a:srgbClr val="D8DDE5"/>
                      </a:solidFill>
                      <a:prstDash val="solid"/>
                    </a:lnB>
                    <a:solidFill>
                      <a:srgbClr val="FFFFFF"/>
                    </a:solidFill>
                  </a:tcPr>
                </a:tc>
              </a:tr>
            </a:tbl>
          </a:graphicData>
        </a:graphic>
      </p:graphicFrame>
      <p:sp>
        <p:nvSpPr>
          <p:cNvPr id="7" name="annual-note">
            <a:extLst xmlns:a="http://schemas.openxmlformats.org/drawingml/2006/main">
              <a:ext uri="{FF2B5EF4-FFF2-40B4-BE49-F238E27FC236}">
                <a16:creationId xmlns:a16="http://schemas.microsoft.com/office/drawing/2014/main" id="{6FF9C5A1-E420-4485-9795-249AF5140A6D}"/>
              </a:ext>
            </a:extLst>
          </p:cNvPr>
          <p:cNvSpPr>
            <a:spLocks xmlns:a="http://schemas.openxmlformats.org/drawingml/2006/main" noGrp="1"/>
          </p:cNvSpPr>
          <p:nvPr/>
        </p:nvSpPr>
        <p:spPr>
          <a:xfrm xmlns:a="http://schemas.openxmlformats.org/drawingml/2006/main">
            <a:off x="609600" y="58102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526078"/>
                </a:solidFill>
                <a:latin typeface="Noto Sans JP"/>
                <a:ea typeface="Noto Sans JP"/>
                <a:cs typeface="Noto Sans JP"/>
              </a:defRPr>
            </a:defPPr>
            <a:lvl1pPr algn="l">
              <a:defRPr sz="1125" b="0">
                <a:solidFill>
                  <a:srgbClr val="526078"/>
                </a:solidFill>
                <a:latin typeface="Noto Sans JP"/>
                <a:ea typeface="Noto Sans JP"/>
                <a:cs typeface="Noto Sans JP"/>
              </a:defRPr>
            </a:lvl1pPr>
            <a:lvl2pPr algn="l">
              <a:defRPr sz="1125" b="0">
                <a:solidFill>
                  <a:srgbClr val="526078"/>
                </a:solidFill>
                <a:latin typeface="Noto Sans JP"/>
                <a:ea typeface="Noto Sans JP"/>
                <a:cs typeface="Noto Sans JP"/>
              </a:defRPr>
            </a:lvl2pPr>
            <a:lvl3pPr algn="l">
              <a:defRPr sz="1125" b="0">
                <a:solidFill>
                  <a:srgbClr val="526078"/>
                </a:solidFill>
                <a:latin typeface="Noto Sans JP"/>
                <a:ea typeface="Noto Sans JP"/>
                <a:cs typeface="Noto Sans JP"/>
              </a:defRPr>
            </a:lvl3pPr>
            <a:lvl4pPr algn="l">
              <a:defRPr sz="1125" b="0">
                <a:solidFill>
                  <a:srgbClr val="526078"/>
                </a:solidFill>
                <a:latin typeface="Noto Sans JP"/>
                <a:ea typeface="Noto Sans JP"/>
                <a:cs typeface="Noto Sans JP"/>
              </a:defRPr>
            </a:lvl4pPr>
            <a:lvl5pPr algn="l">
              <a:defRPr sz="1125" b="0">
                <a:solidFill>
                  <a:srgbClr val="526078"/>
                </a:solidFill>
                <a:latin typeface="Noto Sans JP"/>
                <a:ea typeface="Noto Sans JP"/>
                <a:cs typeface="Noto Sans JP"/>
              </a:defRPr>
            </a:lvl5pPr>
            <a:lvl6pPr algn="l">
              <a:defRPr sz="1125" b="0">
                <a:solidFill>
                  <a:srgbClr val="526078"/>
                </a:solidFill>
                <a:latin typeface="Noto Sans JP"/>
                <a:ea typeface="Noto Sans JP"/>
                <a:cs typeface="Noto Sans JP"/>
              </a:defRPr>
            </a:lvl6pPr>
            <a:lvl7pPr algn="l">
              <a:defRPr sz="1125" b="0">
                <a:solidFill>
                  <a:srgbClr val="526078"/>
                </a:solidFill>
                <a:latin typeface="Noto Sans JP"/>
                <a:ea typeface="Noto Sans JP"/>
                <a:cs typeface="Noto Sans JP"/>
              </a:defRPr>
            </a:lvl7pPr>
            <a:lvl8pPr algn="l">
              <a:defRPr sz="1125" b="0">
                <a:solidFill>
                  <a:srgbClr val="526078"/>
                </a:solidFill>
                <a:latin typeface="Noto Sans JP"/>
                <a:ea typeface="Noto Sans JP"/>
                <a:cs typeface="Noto Sans JP"/>
              </a:defRPr>
            </a:lvl8pPr>
            <a:lvl9pPr algn="l">
              <a:defRPr sz="1125" b="0">
                <a:solidFill>
                  <a:srgbClr val="526078"/>
                </a:solidFill>
                <a:latin typeface="Noto Sans JP"/>
                <a:ea typeface="Noto Sans JP"/>
                <a:cs typeface="Noto Sans JP"/>
              </a:defRPr>
            </a:lvl9pPr>
          </a:lstStyle>
          <a:p xmlns:a="http://schemas.openxmlformats.org/drawingml/2006/main">
            <a:pPr algn="l">
              <a:defRPr sz="1125" b="0">
                <a:solidFill>
                  <a:srgbClr val="526078"/>
                </a:solidFill>
                <a:latin typeface="Noto Sans JP"/>
                <a:ea typeface="Noto Sans JP"/>
                <a:cs typeface="Noto Sans JP"/>
              </a:defRPr>
            </a:pPr>
            <a:r>
              <a:rPr sz="1125" b="0">
                <a:solidFill>
                  <a:srgbClr val="526078"/>
                </a:solidFill>
                <a:latin typeface="Noto Sans JP"/>
                <a:ea typeface="Noto Sans JP"/>
                <a:cs typeface="Noto Sans JP"/>
              </a:rPr>
              <a:t>年間一括は全プラン2か月分無料。月額払いの料金体系・最低契約期間は前頁までをご確認ください。</a:t>
            </a:r>
          </a:p>
        </p:txBody>
      </p:sp>
      <p:sp>
        <p:nvSpPr>
          <p:cNvPr id="8" name="conditions">
            <a:extLst xmlns:a="http://schemas.openxmlformats.org/drawingml/2006/main">
              <a:ext uri="{FF2B5EF4-FFF2-40B4-BE49-F238E27FC236}">
                <a16:creationId xmlns:a16="http://schemas.microsoft.com/office/drawing/2014/main" id="{235F0F7E-6856-493E-95D5-0D214AA7933A}"/>
              </a:ext>
            </a:extLst>
          </p:cNvPr>
          <p:cNvSpPr>
            <a:spLocks xmlns:a="http://schemas.openxmlformats.org/drawingml/2006/main" noGrp="1"/>
          </p:cNvSpPr>
          <p:nvPr/>
        </p:nvSpPr>
        <p:spPr>
          <a:xfrm xmlns:a="http://schemas.openxmlformats.org/drawingml/2006/main">
            <a:off x="609600" y="603885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制作量・対象AI・測定条件・保証の適用範囲は個別提示します。成果や料金免除を本資料で確約するものではありません。</a:t>
            </a:r>
          </a:p>
        </p:txBody>
      </p:sp>
    </p:spTree>
    <p:extLst>
      <p:ext uri="{BB962C8B-B14F-4D97-AF65-F5344CB8AC3E}">
        <p14:creationId xmlns:p14="http://schemas.microsoft.com/office/powerpoint/2010/main" val="132366908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06  導入から運用まで">
            <a:extLst xmlns:a="http://schemas.openxmlformats.org/drawingml/2006/main">
              <a:ext uri="{FF2B5EF4-FFF2-40B4-BE49-F238E27FC236}">
                <a16:creationId xmlns:a16="http://schemas.microsoft.com/office/drawing/2014/main" id="{0BBBC031-F42A-40F9-8710-406F03CDADB6}"/>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06  導入から運用まで</a:t>
            </a:r>
          </a:p>
        </p:txBody>
      </p:sp>
      <p:sp>
        <p:nvSpPr>
          <p:cNvPr id="2" name="メディくるが進行し、御社は大切な確認に参加">
            <a:extLst xmlns:a="http://schemas.openxmlformats.org/drawingml/2006/main">
              <a:ext uri="{FF2B5EF4-FFF2-40B4-BE49-F238E27FC236}">
                <a16:creationId xmlns:a16="http://schemas.microsoft.com/office/drawing/2014/main" id="{933FC246-2FDC-44F3-AF63-D9FFB5930FFA}"/>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メディくるが進行し、御社は大切な確認に参加</a:t>
            </a:r>
          </a:p>
        </p:txBody>
      </p:sp>
      <p:sp>
        <p:nvSpPr>
          <p:cNvPr id="3" name="">
            <a:extLst xmlns:a="http://schemas.openxmlformats.org/drawingml/2006/main">
              <a:ext uri="{FF2B5EF4-FFF2-40B4-BE49-F238E27FC236}">
                <a16:creationId xmlns:a16="http://schemas.microsoft.com/office/drawing/2014/main" id="{F78912AC-9A4F-4155-A24C-63A86D303A6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F5342303-F906-43AC-9C45-A9654848B9DB}"/>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41">
            <a:extLst xmlns:a="http://schemas.openxmlformats.org/drawingml/2006/main">
              <a:ext uri="{FF2B5EF4-FFF2-40B4-BE49-F238E27FC236}">
                <a16:creationId xmlns:a16="http://schemas.microsoft.com/office/drawing/2014/main" id="{EED37968-44AA-434E-AD54-D9FA1F1DD4CD}"/>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46</a:t>
            </a:r>
          </a:p>
        </p:txBody>
      </p:sp>
      <p:graphicFrame>
        <p:nvGraphicFramePr>
          <p:cNvPr id="6" name="">
            <a:extLst xmlns:a="http://schemas.openxmlformats.org/drawingml/2006/main">
              <a:ext uri="{FF2B5EF4-FFF2-40B4-BE49-F238E27FC236}">
                <a16:creationId xmlns:a16="http://schemas.microsoft.com/office/drawing/2014/main" id="{A9375B30-9A67-4622-9E36-7BD777689C8F}"/>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firstRow="0" bandRow="0"/>
              <a:tblGrid>
                <a:gridCol w="2381250"/>
                <a:gridCol w="4295775"/>
                <a:gridCol w="4295775"/>
              </a:tblGrid>
              <a:tr h="723900">
                <a:tc>
                  <a:txBody>
                    <a:bodyPr wrap="square" lIns="161925" tIns="85725" rIns="161925" bIns="85725">
                      <a:noAutofit/>
                    </a:bodyPr>
                    <a:lstStyle/>
                    <a:p>
                      <a:pPr algn="l"/>
                      <a:r>
                        <a:rPr sz="1650" b="1">
                          <a:solidFill>
                            <a:srgbClr val="FFFFFF"/>
                          </a:solidFill>
                          <a:latin typeface="Noto Sans JP"/>
                          <a:ea typeface="Noto Sans JP"/>
                          <a:cs typeface="Noto Sans JP"/>
                        </a:rPr>
                        <a:t>工程</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50" b="1">
                          <a:solidFill>
                            <a:srgbClr val="FFFFFF"/>
                          </a:solidFill>
                          <a:latin typeface="Noto Sans JP"/>
                          <a:ea typeface="Noto Sans JP"/>
                          <a:cs typeface="Noto Sans JP"/>
                        </a:rPr>
                        <a:t>メディくるが進めること</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square" lIns="161925" tIns="85725" rIns="161925" bIns="85725">
                      <a:noAutofit/>
                    </a:bodyPr>
                    <a:lstStyle/>
                    <a:p>
                      <a:pPr algn="ctr"/>
                      <a:r>
                        <a:rPr sz="1650" b="1">
                          <a:solidFill>
                            <a:srgbClr val="FFFFFF"/>
                          </a:solidFill>
                          <a:latin typeface="Noto Sans JP"/>
                          <a:ea typeface="Noto Sans JP"/>
                          <a:cs typeface="Noto Sans JP"/>
                        </a:rPr>
                        <a:t>御社にご協力いただくこと</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723900">
                <a:tc>
                  <a:txBody>
                    <a:bodyPr wrap="square" lIns="161925" tIns="85725" rIns="161925" bIns="85725">
                      <a:noAutofit/>
                    </a:bodyPr>
                    <a:lstStyle/>
                    <a:p>
                      <a:pPr algn="l"/>
                      <a:r>
                        <a:rPr sz="1650" b="1">
                          <a:solidFill>
                            <a:srgbClr val="172943"/>
                          </a:solidFill>
                          <a:latin typeface="Noto Sans JP"/>
                          <a:ea typeface="Noto Sans JP"/>
                          <a:cs typeface="Noto Sans JP"/>
                        </a:rPr>
                        <a:t>診断・合意</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課題・対象質問・記事テーマの整理</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公開できる情報と条件の確認</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23900">
                <a:tc>
                  <a:txBody>
                    <a:bodyPr wrap="square" lIns="161925" tIns="85725" rIns="161925" bIns="85725">
                      <a:noAutofit/>
                    </a:bodyPr>
                    <a:lstStyle/>
                    <a:p>
                      <a:pPr algn="l"/>
                      <a:r>
                        <a:rPr sz="1650" b="1">
                          <a:solidFill>
                            <a:srgbClr val="172943"/>
                          </a:solidFill>
                          <a:latin typeface="Noto Sans JP"/>
                          <a:ea typeface="Noto Sans JP"/>
                          <a:cs typeface="Noto Sans JP"/>
                        </a:rPr>
                        <a:t>取材・制作</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ヒアリング、根拠確認、記事制作</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素材共有・取材への参加</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723900">
                <a:tc>
                  <a:txBody>
                    <a:bodyPr wrap="square" lIns="161925" tIns="85725" rIns="161925" bIns="85725">
                      <a:noAutofit/>
                    </a:bodyPr>
                    <a:lstStyle/>
                    <a:p>
                      <a:pPr algn="l"/>
                      <a:r>
                        <a:rPr sz="1650" b="1">
                          <a:solidFill>
                            <a:srgbClr val="172943"/>
                          </a:solidFill>
                          <a:latin typeface="Noto Sans JP"/>
                          <a:ea typeface="Noto Sans JP"/>
                          <a:cs typeface="Noto Sans JP"/>
                        </a:rPr>
                        <a:t>確認・公開</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原稿と媒体条件の確認、掲載進行</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公開前の内容確認</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23900">
                <a:tc>
                  <a:txBody>
                    <a:bodyPr wrap="square" lIns="161925" tIns="85725" rIns="161925" bIns="85725">
                      <a:noAutofit/>
                    </a:bodyPr>
                    <a:lstStyle/>
                    <a:p>
                      <a:pPr algn="l"/>
                      <a:r>
                        <a:rPr sz="1650" b="1">
                          <a:solidFill>
                            <a:srgbClr val="172943"/>
                          </a:solidFill>
                          <a:latin typeface="Noto Sans JP"/>
                          <a:ea typeface="Noto Sans JP"/>
                          <a:cs typeface="Noto Sans JP"/>
                        </a:rPr>
                        <a:t>毎月の運用</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AI回答・引用の測定と改善提案</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square" lIns="161925" tIns="85725" rIns="161925" bIns="85725">
                      <a:noAutofit/>
                    </a:bodyPr>
                    <a:lstStyle/>
                    <a:p>
                      <a:pPr algn="ctr"/>
                      <a:r>
                        <a:rPr sz="1650" b="0">
                          <a:solidFill>
                            <a:srgbClr val="172943"/>
                          </a:solidFill>
                          <a:latin typeface="Noto Sans JP"/>
                          <a:ea typeface="Noto Sans JP"/>
                          <a:cs typeface="Noto Sans JP"/>
                        </a:rPr>
                        <a:t>報告確認・事業成果との照合</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bl>
          </a:graphicData>
        </a:graphic>
      </p:graphicFrame>
      <p:sp>
        <p:nvSpPr>
          <p:cNvPr id="7" name="制作前に契約・料金・制作日程を確認します。掲載後は、媒体名・掲載日・記事URLを共有します">
            <a:extLst xmlns:a="http://schemas.openxmlformats.org/drawingml/2006/main">
              <a:ext uri="{FF2B5EF4-FFF2-40B4-BE49-F238E27FC236}">
                <a16:creationId xmlns:a16="http://schemas.microsoft.com/office/drawing/2014/main" id="{D279260F-DD6E-4CAD-876E-9E3DC0CCEED7}"/>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制作前に契約・料金・制作日程を確認します。掲載後は、媒体名・掲載日・記事URLを共有します。</a:t>
            </a:r>
          </a:p>
        </p:txBody>
      </p:sp>
    </p:spTree>
    <p:extLst>
      <p:ext uri="{BB962C8B-B14F-4D97-AF65-F5344CB8AC3E}">
        <p14:creationId xmlns:p14="http://schemas.microsoft.com/office/powerpoint/2010/main" val="66310652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06  ご用意いただくもの">
            <a:extLst xmlns:a="http://schemas.openxmlformats.org/drawingml/2006/main">
              <a:ext uri="{FF2B5EF4-FFF2-40B4-BE49-F238E27FC236}">
                <a16:creationId xmlns:a16="http://schemas.microsoft.com/office/drawing/2014/main" id="{F8316F2E-263E-41D1-9CEC-58C0CDE9C096}"/>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06  ご用意いただくもの</a:t>
            </a:r>
          </a:p>
        </p:txBody>
      </p:sp>
      <p:sp>
        <p:nvSpPr>
          <p:cNvPr id="2" name="取材の準備は、お手元の会社資料から">
            <a:extLst xmlns:a="http://schemas.openxmlformats.org/drawingml/2006/main">
              <a:ext uri="{FF2B5EF4-FFF2-40B4-BE49-F238E27FC236}">
                <a16:creationId xmlns:a16="http://schemas.microsoft.com/office/drawing/2014/main" id="{B925227D-1155-4EB0-9670-ED1A9E1946E5}"/>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取材の準備は、お手元の会社資料から</a:t>
            </a:r>
          </a:p>
        </p:txBody>
      </p:sp>
      <p:sp>
        <p:nvSpPr>
          <p:cNvPr id="3" name="">
            <a:extLst xmlns:a="http://schemas.openxmlformats.org/drawingml/2006/main">
              <a:ext uri="{FF2B5EF4-FFF2-40B4-BE49-F238E27FC236}">
                <a16:creationId xmlns:a16="http://schemas.microsoft.com/office/drawing/2014/main" id="{322DC981-9616-460B-85BF-CBDAF6FAF275}"/>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0F9C15E6-D1C6-4DEF-ABFB-F5A5F477462D}"/>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42">
            <a:extLst xmlns:a="http://schemas.openxmlformats.org/drawingml/2006/main">
              <a:ext uri="{FF2B5EF4-FFF2-40B4-BE49-F238E27FC236}">
                <a16:creationId xmlns:a16="http://schemas.microsoft.com/office/drawing/2014/main" id="{5C8E0AC2-843A-44C6-B7D2-EF06FBF7C6E9}"/>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47</a:t>
            </a:r>
          </a:p>
        </p:txBody>
      </p:sp>
      <p:sp>
        <p:nvSpPr>
          <p:cNvPr id="6" name="会社・サービス">
            <a:extLst xmlns:a="http://schemas.openxmlformats.org/drawingml/2006/main">
              <a:ext uri="{FF2B5EF4-FFF2-40B4-BE49-F238E27FC236}">
                <a16:creationId xmlns:a16="http://schemas.microsoft.com/office/drawing/2014/main" id="{36FD2456-D573-4E24-822F-F2BA9BC92DF8}"/>
              </a:ext>
            </a:extLst>
          </p:cNvPr>
          <p:cNvSpPr>
            <a:spLocks xmlns:a="http://schemas.openxmlformats.org/drawingml/2006/main" noGrp="1"/>
          </p:cNvSpPr>
          <p:nvPr/>
        </p:nvSpPr>
        <p:spPr>
          <a:xfrm xmlns:a="http://schemas.openxmlformats.org/drawingml/2006/main">
            <a:off x="609600" y="2038350"/>
            <a:ext cx="647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会社・サービス</a:t>
            </a:r>
          </a:p>
        </p:txBody>
      </p:sp>
      <p:sp>
        <p:nvSpPr>
          <p:cNvPr id="7" name="正式名称、URL、紹介資料、診断したい言葉。">
            <a:extLst xmlns:a="http://schemas.openxmlformats.org/drawingml/2006/main">
              <a:ext uri="{FF2B5EF4-FFF2-40B4-BE49-F238E27FC236}">
                <a16:creationId xmlns:a16="http://schemas.microsoft.com/office/drawing/2014/main" id="{924EDE06-613E-4094-8D6B-32058A194B6E}"/>
              </a:ext>
            </a:extLst>
          </p:cNvPr>
          <p:cNvSpPr>
            <a:spLocks xmlns:a="http://schemas.openxmlformats.org/drawingml/2006/main" noGrp="1"/>
          </p:cNvSpPr>
          <p:nvPr/>
        </p:nvSpPr>
        <p:spPr>
          <a:xfrm xmlns:a="http://schemas.openxmlformats.org/drawingml/2006/main">
            <a:off x="609600" y="2495550"/>
            <a:ext cx="647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正式名称、URL、紹介資料、診断したい言葉。</a:t>
            </a:r>
          </a:p>
        </p:txBody>
      </p:sp>
      <p:sp>
        <p:nvSpPr>
          <p:cNvPr id="8" name="実績と根拠">
            <a:extLst xmlns:a="http://schemas.openxmlformats.org/drawingml/2006/main">
              <a:ext uri="{FF2B5EF4-FFF2-40B4-BE49-F238E27FC236}">
                <a16:creationId xmlns:a16="http://schemas.microsoft.com/office/drawing/2014/main" id="{237DF44E-A53A-49AF-9D55-6517484E1A6F}"/>
              </a:ext>
            </a:extLst>
          </p:cNvPr>
          <p:cNvSpPr>
            <a:spLocks xmlns:a="http://schemas.openxmlformats.org/drawingml/2006/main" noGrp="1"/>
          </p:cNvSpPr>
          <p:nvPr/>
        </p:nvSpPr>
        <p:spPr>
          <a:xfrm xmlns:a="http://schemas.openxmlformats.org/drawingml/2006/main">
            <a:off x="609600" y="2933700"/>
            <a:ext cx="647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実績と根拠</a:t>
            </a:r>
          </a:p>
        </p:txBody>
      </p:sp>
      <p:sp>
        <p:nvSpPr>
          <p:cNvPr id="9" name="公開できる事例、数字の対象・期間・出典。">
            <a:extLst xmlns:a="http://schemas.openxmlformats.org/drawingml/2006/main">
              <a:ext uri="{FF2B5EF4-FFF2-40B4-BE49-F238E27FC236}">
                <a16:creationId xmlns:a16="http://schemas.microsoft.com/office/drawing/2014/main" id="{0640921A-AF51-498A-A369-E05C7491DD62}"/>
              </a:ext>
            </a:extLst>
          </p:cNvPr>
          <p:cNvSpPr>
            <a:spLocks xmlns:a="http://schemas.openxmlformats.org/drawingml/2006/main" noGrp="1"/>
          </p:cNvSpPr>
          <p:nvPr/>
        </p:nvSpPr>
        <p:spPr>
          <a:xfrm xmlns:a="http://schemas.openxmlformats.org/drawingml/2006/main">
            <a:off x="609600" y="3390900"/>
            <a:ext cx="647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公開できる事例、数字の対象・期間・出典。</a:t>
            </a:r>
          </a:p>
        </p:txBody>
      </p:sp>
      <p:sp>
        <p:nvSpPr>
          <p:cNvPr id="10" name="写真と許諾">
            <a:extLst xmlns:a="http://schemas.openxmlformats.org/drawingml/2006/main">
              <a:ext uri="{FF2B5EF4-FFF2-40B4-BE49-F238E27FC236}">
                <a16:creationId xmlns:a16="http://schemas.microsoft.com/office/drawing/2014/main" id="{E738F6D0-D23A-4432-86B6-0520B68690D5}"/>
              </a:ext>
            </a:extLst>
          </p:cNvPr>
          <p:cNvSpPr>
            <a:spLocks xmlns:a="http://schemas.openxmlformats.org/drawingml/2006/main" noGrp="1"/>
          </p:cNvSpPr>
          <p:nvPr/>
        </p:nvSpPr>
        <p:spPr>
          <a:xfrm xmlns:a="http://schemas.openxmlformats.org/drawingml/2006/main">
            <a:off x="609600" y="3829050"/>
            <a:ext cx="647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写真と許諾</a:t>
            </a:r>
          </a:p>
        </p:txBody>
      </p:sp>
      <p:sp>
        <p:nvSpPr>
          <p:cNvPr id="11" name="会社・商品・人物の写真と、利用できる範囲。">
            <a:extLst xmlns:a="http://schemas.openxmlformats.org/drawingml/2006/main">
              <a:ext uri="{FF2B5EF4-FFF2-40B4-BE49-F238E27FC236}">
                <a16:creationId xmlns:a16="http://schemas.microsoft.com/office/drawing/2014/main" id="{968F148D-BF6C-40C3-A346-F2916901D97A}"/>
              </a:ext>
            </a:extLst>
          </p:cNvPr>
          <p:cNvSpPr>
            <a:spLocks xmlns:a="http://schemas.openxmlformats.org/drawingml/2006/main" noGrp="1"/>
          </p:cNvSpPr>
          <p:nvPr/>
        </p:nvSpPr>
        <p:spPr>
          <a:xfrm xmlns:a="http://schemas.openxmlformats.org/drawingml/2006/main">
            <a:off x="609600" y="4286250"/>
            <a:ext cx="647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会社・商品・人物の写真と、利用できる範囲。</a:t>
            </a:r>
          </a:p>
        </p:txBody>
      </p:sp>
      <p:sp>
        <p:nvSpPr>
          <p:cNvPr id="12" name="窓口と日程">
            <a:extLst xmlns:a="http://schemas.openxmlformats.org/drawingml/2006/main">
              <a:ext uri="{FF2B5EF4-FFF2-40B4-BE49-F238E27FC236}">
                <a16:creationId xmlns:a16="http://schemas.microsoft.com/office/drawing/2014/main" id="{973CA0D6-98F7-493B-8C07-C90E9A6BE240}"/>
              </a:ext>
            </a:extLst>
          </p:cNvPr>
          <p:cNvSpPr>
            <a:spLocks xmlns:a="http://schemas.openxmlformats.org/drawingml/2006/main" noGrp="1"/>
          </p:cNvSpPr>
          <p:nvPr/>
        </p:nvSpPr>
        <p:spPr>
          <a:xfrm xmlns:a="http://schemas.openxmlformats.org/drawingml/2006/main">
            <a:off x="609600" y="4724400"/>
            <a:ext cx="647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stStyle>
          <a:p xmlns:a="http://schemas.openxmlformats.org/drawingml/2006/main">
            <a:pPr algn="l">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窓口と日程</a:t>
            </a:r>
          </a:p>
        </p:txBody>
      </p:sp>
      <p:sp>
        <p:nvSpPr>
          <p:cNvPr id="13" name="取材参加者、原稿確認の担当者、希望時期。">
            <a:extLst xmlns:a="http://schemas.openxmlformats.org/drawingml/2006/main">
              <a:ext uri="{FF2B5EF4-FFF2-40B4-BE49-F238E27FC236}">
                <a16:creationId xmlns:a16="http://schemas.microsoft.com/office/drawing/2014/main" id="{8274D53B-CD2C-4EBF-8963-A0BA391CC55D}"/>
              </a:ext>
            </a:extLst>
          </p:cNvPr>
          <p:cNvSpPr>
            <a:spLocks xmlns:a="http://schemas.openxmlformats.org/drawingml/2006/main" noGrp="1"/>
          </p:cNvSpPr>
          <p:nvPr/>
        </p:nvSpPr>
        <p:spPr>
          <a:xfrm xmlns:a="http://schemas.openxmlformats.org/drawingml/2006/main">
            <a:off x="609600" y="5181600"/>
            <a:ext cx="647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取材参加者、原稿確認の担当者、希望時期。</a:t>
            </a:r>
          </a:p>
        </p:txBody>
      </p:sp>
      <p:pic>
        <p:nvPicPr>
          <p:cNvPr id="14" name="">
            <a:extLst xmlns:a="http://schemas.openxmlformats.org/drawingml/2006/main">
              <a:ext uri="{FF2B5EF4-FFF2-40B4-BE49-F238E27FC236}">
                <a16:creationId xmlns:a16="http://schemas.microsoft.com/office/drawing/2014/main" id="{E7DEDE77-A236-4168-9DBE-292D58B038C1}"/>
              </a:ext>
            </a:extLst>
          </p:cNvPr>
          <p:cNvPicPr>
            <a:picLocks xmlns:a="http://schemas.openxmlformats.org/drawingml/2006/main" noChangeAspect="1"/>
          </p:cNvPicPr>
          <p:nvPr/>
        </p:nvPicPr>
        <p:blipFill>
          <a:blip xmlns:r="http://schemas.openxmlformats.org/officeDocument/2006/relationships" xmlns:a="http://schemas.openxmlformats.org/drawingml/2006/main" r:embed="R62afffb84c0441b8"/>
          <a:stretch xmlns:a="http://schemas.openxmlformats.org/drawingml/2006/main"/>
        </p:blipFill>
        <p:spPr>
          <a:xfrm xmlns:a="http://schemas.openxmlformats.org/drawingml/2006/main">
            <a:off x="7505700" y="2695575"/>
            <a:ext cx="4076700" cy="2038350"/>
          </a:xfrm>
          <a:prstGeom xmlns:a="http://schemas.openxmlformats.org/drawingml/2006/main" prst="rect">
            <a:avLst/>
          </a:prstGeom>
        </p:spPr>
      </p:pic>
      <p:sp>
        <p:nvSpPr>
          <p:cNvPr id="15" name="公開済みの情報を出発点に、不足する材料を一緒に整理します。必要資料と提出時期は取材テーマに">
            <a:extLst xmlns:a="http://schemas.openxmlformats.org/drawingml/2006/main">
              <a:ext uri="{FF2B5EF4-FFF2-40B4-BE49-F238E27FC236}">
                <a16:creationId xmlns:a16="http://schemas.microsoft.com/office/drawing/2014/main" id="{5F567FCB-3F51-4C64-BED1-84EE73F0C622}"/>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公開済みの情報を出発点に、不足する材料を一緒に整理します。必要資料と提出時期は取材テーマに合わせます。</a:t>
            </a:r>
          </a:p>
        </p:txBody>
      </p:sp>
    </p:spTree>
    <p:extLst>
      <p:ext uri="{BB962C8B-B14F-4D97-AF65-F5344CB8AC3E}">
        <p14:creationId xmlns:p14="http://schemas.microsoft.com/office/powerpoint/2010/main" val="184871803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06  メディくるの体制">
            <a:extLst xmlns:a="http://schemas.openxmlformats.org/drawingml/2006/main">
              <a:ext uri="{FF2B5EF4-FFF2-40B4-BE49-F238E27FC236}">
                <a16:creationId xmlns:a16="http://schemas.microsoft.com/office/drawing/2014/main" id="{CD8972FD-B5A2-4F1D-A9FC-463D8BDA1020}"/>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06  メディくるの体制</a:t>
            </a:r>
          </a:p>
        </p:txBody>
      </p:sp>
      <p:sp>
        <p:nvSpPr>
          <p:cNvPr id="2" name="経営・事業の背景を理解し、伝える会社として">
            <a:extLst xmlns:a="http://schemas.openxmlformats.org/drawingml/2006/main">
              <a:ext uri="{FF2B5EF4-FFF2-40B4-BE49-F238E27FC236}">
                <a16:creationId xmlns:a16="http://schemas.microsoft.com/office/drawing/2014/main" id="{782E1399-C90B-47F6-B261-2C2E57804ABB}"/>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経営・事業の背景を理解し、伝える会社として</a:t>
            </a:r>
          </a:p>
        </p:txBody>
      </p:sp>
      <p:sp>
        <p:nvSpPr>
          <p:cNvPr id="3" name="">
            <a:extLst xmlns:a="http://schemas.openxmlformats.org/drawingml/2006/main">
              <a:ext uri="{FF2B5EF4-FFF2-40B4-BE49-F238E27FC236}">
                <a16:creationId xmlns:a16="http://schemas.microsoft.com/office/drawing/2014/main" id="{8F0E422C-75BA-4592-B628-EFAD5DCA22F6}"/>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A5A1E3B0-1678-4D28-9AD4-61CEC49BE81E}"/>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43">
            <a:extLst xmlns:a="http://schemas.openxmlformats.org/drawingml/2006/main">
              <a:ext uri="{FF2B5EF4-FFF2-40B4-BE49-F238E27FC236}">
                <a16:creationId xmlns:a16="http://schemas.microsoft.com/office/drawing/2014/main" id="{F25FCEFE-45E7-43EF-A8D6-9E935E878EEB}"/>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48</a:t>
            </a:r>
          </a:p>
        </p:txBody>
      </p:sp>
      <p:pic>
        <p:nvPicPr>
          <p:cNvPr id="6" name="">
            <a:extLst xmlns:a="http://schemas.openxmlformats.org/drawingml/2006/main">
              <a:ext uri="{FF2B5EF4-FFF2-40B4-BE49-F238E27FC236}">
                <a16:creationId xmlns:a16="http://schemas.microsoft.com/office/drawing/2014/main" id="{050DABCD-504E-4EEA-B85B-6EA9D1670481}"/>
              </a:ext>
            </a:extLst>
          </p:cNvPr>
          <p:cNvPicPr>
            <a:picLocks xmlns:a="http://schemas.openxmlformats.org/drawingml/2006/main" noChangeAspect="1"/>
          </p:cNvPicPr>
          <p:nvPr/>
        </p:nvPicPr>
        <p:blipFill>
          <a:blip xmlns:r="http://schemas.openxmlformats.org/officeDocument/2006/relationships" xmlns:a="http://schemas.openxmlformats.org/drawingml/2006/main" r:embed="Re939485821a64134"/>
          <a:stretch xmlns:a="http://schemas.openxmlformats.org/drawingml/2006/main"/>
        </p:blipFill>
        <p:spPr>
          <a:xfrm xmlns:a="http://schemas.openxmlformats.org/drawingml/2006/main">
            <a:off x="609600" y="2165350"/>
            <a:ext cx="3276600" cy="2184400"/>
          </a:xfrm>
          <a:prstGeom xmlns:a="http://schemas.openxmlformats.org/drawingml/2006/main" prst="rect">
            <a:avLst/>
          </a:prstGeom>
        </p:spPr>
      </p:pic>
      <p:sp>
        <p:nvSpPr>
          <p:cNvPr id="7" name="代表取締役">
            <a:extLst xmlns:a="http://schemas.openxmlformats.org/drawingml/2006/main">
              <a:ext uri="{FF2B5EF4-FFF2-40B4-BE49-F238E27FC236}">
                <a16:creationId xmlns:a16="http://schemas.microsoft.com/office/drawing/2014/main" id="{F683EDAC-7C82-4335-8F93-A166891470B1}"/>
              </a:ext>
            </a:extLst>
          </p:cNvPr>
          <p:cNvSpPr>
            <a:spLocks xmlns:a="http://schemas.openxmlformats.org/drawingml/2006/main" noGrp="1"/>
          </p:cNvSpPr>
          <p:nvPr/>
        </p:nvSpPr>
        <p:spPr>
          <a:xfrm xmlns:a="http://schemas.openxmlformats.org/drawingml/2006/main">
            <a:off x="609600" y="4752975"/>
            <a:ext cx="327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A78025"/>
                </a:solidFill>
                <a:latin typeface="Noto Sans JP"/>
                <a:ea typeface="Noto Sans JP"/>
                <a:cs typeface="Noto Sans JP"/>
              </a:defRPr>
            </a:defPPr>
          </a:lstStyle>
          <a:p xmlns:a="http://schemas.openxmlformats.org/drawingml/2006/main">
            <a:pPr algn="ctr">
              <a:defRPr sz="1575" b="1">
                <a:solidFill>
                  <a:srgbClr val="A78025"/>
                </a:solidFill>
                <a:latin typeface="Noto Sans JP"/>
                <a:ea typeface="Noto Sans JP"/>
                <a:cs typeface="Noto Sans JP"/>
              </a:defRPr>
            </a:pPr>
            <a:r>
              <a:rPr sz="1575" b="1">
                <a:solidFill>
                  <a:srgbClr val="A78025"/>
                </a:solidFill>
                <a:latin typeface="Noto Sans JP"/>
                <a:ea typeface="Noto Sans JP"/>
                <a:cs typeface="Noto Sans JP"/>
              </a:rPr>
              <a:t>代表取締役</a:t>
            </a:r>
          </a:p>
        </p:txBody>
      </p:sp>
      <p:sp>
        <p:nvSpPr>
          <p:cNvPr id="8" name="漆沢 祐樹">
            <a:extLst xmlns:a="http://schemas.openxmlformats.org/drawingml/2006/main">
              <a:ext uri="{FF2B5EF4-FFF2-40B4-BE49-F238E27FC236}">
                <a16:creationId xmlns:a16="http://schemas.microsoft.com/office/drawing/2014/main" id="{7C2EFA0B-5106-4950-B101-BA8B976A2B5E}"/>
              </a:ext>
            </a:extLst>
          </p:cNvPr>
          <p:cNvSpPr>
            <a:spLocks xmlns:a="http://schemas.openxmlformats.org/drawingml/2006/main" noGrp="1"/>
          </p:cNvSpPr>
          <p:nvPr/>
        </p:nvSpPr>
        <p:spPr>
          <a:xfrm xmlns:a="http://schemas.openxmlformats.org/drawingml/2006/main">
            <a:off x="609600" y="5238750"/>
            <a:ext cx="327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2E65"/>
                </a:solidFill>
                <a:latin typeface="Noto Sans JP"/>
                <a:ea typeface="Noto Sans JP"/>
                <a:cs typeface="Noto Sans JP"/>
              </a:defRPr>
            </a:defPPr>
          </a:lstStyle>
          <a:p xmlns:a="http://schemas.openxmlformats.org/drawingml/2006/main">
            <a:pPr algn="ctr">
              <a:defRPr sz="2325" b="1">
                <a:solidFill>
                  <a:srgbClr val="182E65"/>
                </a:solidFill>
                <a:latin typeface="Noto Sans JP"/>
                <a:ea typeface="Noto Sans JP"/>
                <a:cs typeface="Noto Sans JP"/>
              </a:defRPr>
            </a:pPr>
            <a:r>
              <a:rPr sz="2325" b="1">
                <a:solidFill>
                  <a:srgbClr val="182E65"/>
                </a:solidFill>
                <a:latin typeface="Noto Sans JP"/>
                <a:ea typeface="Noto Sans JP"/>
                <a:cs typeface="Noto Sans JP"/>
              </a:rPr>
              <a:t>漆沢 祐樹</a:t>
            </a:r>
          </a:p>
        </p:txBody>
      </p:sp>
      <p:pic>
        <p:nvPicPr>
          <p:cNvPr id="9" name="">
            <a:extLst xmlns:a="http://schemas.openxmlformats.org/drawingml/2006/main">
              <a:ext uri="{FF2B5EF4-FFF2-40B4-BE49-F238E27FC236}">
                <a16:creationId xmlns:a16="http://schemas.microsoft.com/office/drawing/2014/main" id="{03064AE4-67FE-4129-ACC3-11C9AC390364}"/>
              </a:ext>
            </a:extLst>
          </p:cNvPr>
          <p:cNvPicPr>
            <a:picLocks xmlns:a="http://schemas.openxmlformats.org/drawingml/2006/main" noChangeAspect="1"/>
          </p:cNvPicPr>
          <p:nvPr/>
        </p:nvPicPr>
        <p:blipFill>
          <a:blip xmlns:r="http://schemas.openxmlformats.org/officeDocument/2006/relationships" xmlns:a="http://schemas.openxmlformats.org/drawingml/2006/main" r:embed="R3ad864761741462d"/>
          <a:stretch xmlns:a="http://schemas.openxmlformats.org/drawingml/2006/main"/>
        </p:blipFill>
        <p:spPr>
          <a:xfrm xmlns:a="http://schemas.openxmlformats.org/drawingml/2006/main">
            <a:off x="5173632" y="1990725"/>
            <a:ext cx="1692336" cy="2533650"/>
          </a:xfrm>
          <a:prstGeom xmlns:a="http://schemas.openxmlformats.org/drawingml/2006/main" prst="rect">
            <a:avLst/>
          </a:prstGeom>
        </p:spPr>
      </p:pic>
      <p:sp>
        <p:nvSpPr>
          <p:cNvPr id="10" name="取締役">
            <a:extLst xmlns:a="http://schemas.openxmlformats.org/drawingml/2006/main">
              <a:ext uri="{FF2B5EF4-FFF2-40B4-BE49-F238E27FC236}">
                <a16:creationId xmlns:a16="http://schemas.microsoft.com/office/drawing/2014/main" id="{2DA3CAA4-31C1-461A-8F57-E289A24C960D}"/>
              </a:ext>
            </a:extLst>
          </p:cNvPr>
          <p:cNvSpPr>
            <a:spLocks xmlns:a="http://schemas.openxmlformats.org/drawingml/2006/main" noGrp="1"/>
          </p:cNvSpPr>
          <p:nvPr/>
        </p:nvSpPr>
        <p:spPr>
          <a:xfrm xmlns:a="http://schemas.openxmlformats.org/drawingml/2006/main">
            <a:off x="4381500" y="4752975"/>
            <a:ext cx="327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A78025"/>
                </a:solidFill>
                <a:latin typeface="Noto Sans JP"/>
                <a:ea typeface="Noto Sans JP"/>
                <a:cs typeface="Noto Sans JP"/>
              </a:defRPr>
            </a:defPPr>
          </a:lstStyle>
          <a:p xmlns:a="http://schemas.openxmlformats.org/drawingml/2006/main">
            <a:pPr algn="ctr">
              <a:defRPr sz="1575" b="1">
                <a:solidFill>
                  <a:srgbClr val="A78025"/>
                </a:solidFill>
                <a:latin typeface="Noto Sans JP"/>
                <a:ea typeface="Noto Sans JP"/>
                <a:cs typeface="Noto Sans JP"/>
              </a:defRPr>
            </a:pPr>
            <a:r>
              <a:rPr sz="1575" b="1">
                <a:solidFill>
                  <a:srgbClr val="A78025"/>
                </a:solidFill>
                <a:latin typeface="Noto Sans JP"/>
                <a:ea typeface="Noto Sans JP"/>
                <a:cs typeface="Noto Sans JP"/>
              </a:rPr>
              <a:t>取締役</a:t>
            </a:r>
          </a:p>
        </p:txBody>
      </p:sp>
      <p:sp>
        <p:nvSpPr>
          <p:cNvPr id="11" name="竹之内 教博">
            <a:extLst xmlns:a="http://schemas.openxmlformats.org/drawingml/2006/main">
              <a:ext uri="{FF2B5EF4-FFF2-40B4-BE49-F238E27FC236}">
                <a16:creationId xmlns:a16="http://schemas.microsoft.com/office/drawing/2014/main" id="{22E90D85-B6BA-4390-A15F-C3BEC51EA7A6}"/>
              </a:ext>
            </a:extLst>
          </p:cNvPr>
          <p:cNvSpPr>
            <a:spLocks xmlns:a="http://schemas.openxmlformats.org/drawingml/2006/main" noGrp="1"/>
          </p:cNvSpPr>
          <p:nvPr/>
        </p:nvSpPr>
        <p:spPr>
          <a:xfrm xmlns:a="http://schemas.openxmlformats.org/drawingml/2006/main">
            <a:off x="4381500" y="5238750"/>
            <a:ext cx="327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2E65"/>
                </a:solidFill>
                <a:latin typeface="Noto Sans JP"/>
                <a:ea typeface="Noto Sans JP"/>
                <a:cs typeface="Noto Sans JP"/>
              </a:defRPr>
            </a:defPPr>
          </a:lstStyle>
          <a:p xmlns:a="http://schemas.openxmlformats.org/drawingml/2006/main">
            <a:pPr algn="ctr">
              <a:defRPr sz="2325" b="1">
                <a:solidFill>
                  <a:srgbClr val="182E65"/>
                </a:solidFill>
                <a:latin typeface="Noto Sans JP"/>
                <a:ea typeface="Noto Sans JP"/>
                <a:cs typeface="Noto Sans JP"/>
              </a:defRPr>
            </a:pPr>
            <a:r>
              <a:rPr sz="2325" b="1">
                <a:solidFill>
                  <a:srgbClr val="182E65"/>
                </a:solidFill>
                <a:latin typeface="Noto Sans JP"/>
                <a:ea typeface="Noto Sans JP"/>
                <a:cs typeface="Noto Sans JP"/>
              </a:rPr>
              <a:t>竹之内 教博</a:t>
            </a:r>
          </a:p>
        </p:txBody>
      </p:sp>
      <p:pic>
        <p:nvPicPr>
          <p:cNvPr id="12" name="">
            <a:extLst xmlns:a="http://schemas.openxmlformats.org/drawingml/2006/main">
              <a:ext uri="{FF2B5EF4-FFF2-40B4-BE49-F238E27FC236}">
                <a16:creationId xmlns:a16="http://schemas.microsoft.com/office/drawing/2014/main" id="{ABE570AB-7EBD-4C9A-A7D8-5C69AE73295F}"/>
              </a:ext>
            </a:extLst>
          </p:cNvPr>
          <p:cNvPicPr>
            <a:picLocks xmlns:a="http://schemas.openxmlformats.org/drawingml/2006/main" noChangeAspect="1"/>
          </p:cNvPicPr>
          <p:nvPr/>
        </p:nvPicPr>
        <p:blipFill>
          <a:blip xmlns:r="http://schemas.openxmlformats.org/officeDocument/2006/relationships" xmlns:a="http://schemas.openxmlformats.org/drawingml/2006/main" r:embed="R44c4922bb92046cb"/>
          <a:stretch xmlns:a="http://schemas.openxmlformats.org/drawingml/2006/main"/>
        </p:blipFill>
        <p:spPr>
          <a:xfrm xmlns:a="http://schemas.openxmlformats.org/drawingml/2006/main">
            <a:off x="8153400" y="2165350"/>
            <a:ext cx="3276600" cy="2184400"/>
          </a:xfrm>
          <a:prstGeom xmlns:a="http://schemas.openxmlformats.org/drawingml/2006/main" prst="rect">
            <a:avLst/>
          </a:prstGeom>
        </p:spPr>
      </p:pic>
      <p:sp>
        <p:nvSpPr>
          <p:cNvPr id="13" name="取締役">
            <a:extLst xmlns:a="http://schemas.openxmlformats.org/drawingml/2006/main">
              <a:ext uri="{FF2B5EF4-FFF2-40B4-BE49-F238E27FC236}">
                <a16:creationId xmlns:a16="http://schemas.microsoft.com/office/drawing/2014/main" id="{5860A3CB-808F-4794-9C9C-4E6E348F6FC7}"/>
              </a:ext>
            </a:extLst>
          </p:cNvPr>
          <p:cNvSpPr>
            <a:spLocks xmlns:a="http://schemas.openxmlformats.org/drawingml/2006/main" noGrp="1"/>
          </p:cNvSpPr>
          <p:nvPr/>
        </p:nvSpPr>
        <p:spPr>
          <a:xfrm xmlns:a="http://schemas.openxmlformats.org/drawingml/2006/main">
            <a:off x="8153400" y="4752975"/>
            <a:ext cx="327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1">
                <a:solidFill>
                  <a:srgbClr val="A78025"/>
                </a:solidFill>
                <a:latin typeface="Noto Sans JP"/>
                <a:ea typeface="Noto Sans JP"/>
                <a:cs typeface="Noto Sans JP"/>
              </a:defRPr>
            </a:defPPr>
          </a:lstStyle>
          <a:p xmlns:a="http://schemas.openxmlformats.org/drawingml/2006/main">
            <a:pPr algn="ctr">
              <a:defRPr sz="1575" b="1">
                <a:solidFill>
                  <a:srgbClr val="A78025"/>
                </a:solidFill>
                <a:latin typeface="Noto Sans JP"/>
                <a:ea typeface="Noto Sans JP"/>
                <a:cs typeface="Noto Sans JP"/>
              </a:defRPr>
            </a:pPr>
            <a:r>
              <a:rPr sz="1575" b="1">
                <a:solidFill>
                  <a:srgbClr val="A78025"/>
                </a:solidFill>
                <a:latin typeface="Noto Sans JP"/>
                <a:ea typeface="Noto Sans JP"/>
                <a:cs typeface="Noto Sans JP"/>
              </a:rPr>
              <a:t>取締役</a:t>
            </a:r>
          </a:p>
        </p:txBody>
      </p:sp>
      <p:sp>
        <p:nvSpPr>
          <p:cNvPr id="14" name="安藤 功一郎">
            <a:extLst xmlns:a="http://schemas.openxmlformats.org/drawingml/2006/main">
              <a:ext uri="{FF2B5EF4-FFF2-40B4-BE49-F238E27FC236}">
                <a16:creationId xmlns:a16="http://schemas.microsoft.com/office/drawing/2014/main" id="{EC54858D-16DE-4091-ACCC-035CC69704C9}"/>
              </a:ext>
            </a:extLst>
          </p:cNvPr>
          <p:cNvSpPr>
            <a:spLocks xmlns:a="http://schemas.openxmlformats.org/drawingml/2006/main" noGrp="1"/>
          </p:cNvSpPr>
          <p:nvPr/>
        </p:nvSpPr>
        <p:spPr>
          <a:xfrm xmlns:a="http://schemas.openxmlformats.org/drawingml/2006/main">
            <a:off x="8153400" y="5238750"/>
            <a:ext cx="327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2E65"/>
                </a:solidFill>
                <a:latin typeface="Noto Sans JP"/>
                <a:ea typeface="Noto Sans JP"/>
                <a:cs typeface="Noto Sans JP"/>
              </a:defRPr>
            </a:defPPr>
          </a:lstStyle>
          <a:p xmlns:a="http://schemas.openxmlformats.org/drawingml/2006/main">
            <a:pPr algn="ctr">
              <a:defRPr sz="2325" b="1">
                <a:solidFill>
                  <a:srgbClr val="182E65"/>
                </a:solidFill>
                <a:latin typeface="Noto Sans JP"/>
                <a:ea typeface="Noto Sans JP"/>
                <a:cs typeface="Noto Sans JP"/>
              </a:defRPr>
            </a:pPr>
            <a:r>
              <a:rPr sz="2325" b="1">
                <a:solidFill>
                  <a:srgbClr val="182E65"/>
                </a:solidFill>
                <a:latin typeface="Noto Sans JP"/>
                <a:ea typeface="Noto Sans JP"/>
                <a:cs typeface="Noto Sans JP"/>
              </a:rPr>
              <a:t>安藤 功一郎</a:t>
            </a:r>
          </a:p>
        </p:txBody>
      </p:sp>
    </p:spTree>
    <p:extLst>
      <p:ext uri="{BB962C8B-B14F-4D97-AF65-F5344CB8AC3E}">
        <p14:creationId xmlns:p14="http://schemas.microsoft.com/office/powerpoint/2010/main" val="77045728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06  診断から、御社の提案へ">
            <a:extLst xmlns:a="http://schemas.openxmlformats.org/drawingml/2006/main">
              <a:ext uri="{FF2B5EF4-FFF2-40B4-BE49-F238E27FC236}">
                <a16:creationId xmlns:a16="http://schemas.microsoft.com/office/drawing/2014/main" id="{8C08ECC9-D7D0-436C-AE42-76E273813F3E}"/>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buNone/>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06  診断と無料解説</a:t>
            </a:r>
          </a:p>
        </p:txBody>
      </p:sp>
      <p:sp>
        <p:nvSpPr>
          <p:cNvPr id="2" name="御社の課題・取材テーマ・プランを一つにそろえる">
            <a:extLst xmlns:a="http://schemas.openxmlformats.org/drawingml/2006/main">
              <a:ext uri="{FF2B5EF4-FFF2-40B4-BE49-F238E27FC236}">
                <a16:creationId xmlns:a16="http://schemas.microsoft.com/office/drawing/2014/main" id="{901301F3-282E-4E6B-BD55-3101DF4BB25A}"/>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vl1pPr algn="l">
              <a:defRPr sz="3150" b="1">
                <a:solidFill>
                  <a:srgbClr val="182E65"/>
                </a:solidFill>
                <a:latin typeface="Noto Sans JP"/>
                <a:ea typeface="Noto Sans JP"/>
                <a:cs typeface="Noto Sans JP"/>
              </a:defRPr>
            </a:lvl1pPr>
            <a:lvl2pPr algn="l">
              <a:defRPr sz="3150" b="1">
                <a:solidFill>
                  <a:srgbClr val="182E65"/>
                </a:solidFill>
                <a:latin typeface="Noto Sans JP"/>
                <a:ea typeface="Noto Sans JP"/>
                <a:cs typeface="Noto Sans JP"/>
              </a:defRPr>
            </a:lvl2pPr>
            <a:lvl3pPr algn="l">
              <a:defRPr sz="3150" b="1">
                <a:solidFill>
                  <a:srgbClr val="182E65"/>
                </a:solidFill>
                <a:latin typeface="Noto Sans JP"/>
                <a:ea typeface="Noto Sans JP"/>
                <a:cs typeface="Noto Sans JP"/>
              </a:defRPr>
            </a:lvl3pPr>
            <a:lvl4pPr algn="l">
              <a:defRPr sz="3150" b="1">
                <a:solidFill>
                  <a:srgbClr val="182E65"/>
                </a:solidFill>
                <a:latin typeface="Noto Sans JP"/>
                <a:ea typeface="Noto Sans JP"/>
                <a:cs typeface="Noto Sans JP"/>
              </a:defRPr>
            </a:lvl4pPr>
            <a:lvl5pPr algn="l">
              <a:defRPr sz="3150" b="1">
                <a:solidFill>
                  <a:srgbClr val="182E65"/>
                </a:solidFill>
                <a:latin typeface="Noto Sans JP"/>
                <a:ea typeface="Noto Sans JP"/>
                <a:cs typeface="Noto Sans JP"/>
              </a:defRPr>
            </a:lvl5pPr>
            <a:lvl6pPr algn="l">
              <a:defRPr sz="3150" b="1">
                <a:solidFill>
                  <a:srgbClr val="182E65"/>
                </a:solidFill>
                <a:latin typeface="Noto Sans JP"/>
                <a:ea typeface="Noto Sans JP"/>
                <a:cs typeface="Noto Sans JP"/>
              </a:defRPr>
            </a:lvl6pPr>
            <a:lvl7pPr algn="l">
              <a:defRPr sz="3150" b="1">
                <a:solidFill>
                  <a:srgbClr val="182E65"/>
                </a:solidFill>
                <a:latin typeface="Noto Sans JP"/>
                <a:ea typeface="Noto Sans JP"/>
                <a:cs typeface="Noto Sans JP"/>
              </a:defRPr>
            </a:lvl7pPr>
            <a:lvl8pPr algn="l">
              <a:defRPr sz="3150" b="1">
                <a:solidFill>
                  <a:srgbClr val="182E65"/>
                </a:solidFill>
                <a:latin typeface="Noto Sans JP"/>
                <a:ea typeface="Noto Sans JP"/>
                <a:cs typeface="Noto Sans JP"/>
              </a:defRPr>
            </a:lvl8pPr>
            <a:lvl9pPr algn="l">
              <a:defRPr sz="3150" b="1">
                <a:solidFill>
                  <a:srgbClr val="182E65"/>
                </a:solidFill>
                <a:latin typeface="Noto Sans JP"/>
                <a:ea typeface="Noto Sans JP"/>
                <a:cs typeface="Noto Sans JP"/>
              </a:defRPr>
            </a:lvl9pPr>
          </a:lstStyle>
          <a:p xmlns:a="http://schemas.openxmlformats.org/drawingml/2006/main">
            <a:pPr algn="l">
              <a:buNone/>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AI検索スコア診断から、御社の改善へ</a:t>
            </a:r>
          </a:p>
        </p:txBody>
      </p:sp>
      <p:sp>
        <p:nvSpPr>
          <p:cNvPr id="3" name="">
            <a:extLst xmlns:a="http://schemas.openxmlformats.org/drawingml/2006/main">
              <a:ext uri="{FF2B5EF4-FFF2-40B4-BE49-F238E27FC236}">
                <a16:creationId xmlns:a16="http://schemas.microsoft.com/office/drawing/2014/main" id="{B215D102-DE63-484A-8CE3-B86EDA1A56B0}"/>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メディくる  /  AI検索ブランディング サービスご案内">
            <a:extLst xmlns:a="http://schemas.openxmlformats.org/drawingml/2006/main">
              <a:ext uri="{FF2B5EF4-FFF2-40B4-BE49-F238E27FC236}">
                <a16:creationId xmlns:a16="http://schemas.microsoft.com/office/drawing/2014/main" id="{93084A43-473C-4106-8F9E-E2D94E0D38E4}"/>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buNone/>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44">
            <a:extLst xmlns:a="http://schemas.openxmlformats.org/drawingml/2006/main">
              <a:ext uri="{FF2B5EF4-FFF2-40B4-BE49-F238E27FC236}">
                <a16:creationId xmlns:a16="http://schemas.microsoft.com/office/drawing/2014/main" id="{4BDA0F2F-143D-4109-858B-496026F1D6E9}"/>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buNone/>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49</a:t>
            </a:r>
          </a:p>
        </p:txBody>
      </p:sp>
      <p:sp>
        <p:nvSpPr>
          <p:cNvPr id="6" name="01">
            <a:extLst xmlns:a="http://schemas.openxmlformats.org/drawingml/2006/main">
              <a:ext uri="{FF2B5EF4-FFF2-40B4-BE49-F238E27FC236}">
                <a16:creationId xmlns:a16="http://schemas.microsoft.com/office/drawing/2014/main" id="{C136751D-AE4A-4EF6-8245-F8930BC8C220}"/>
              </a:ext>
            </a:extLst>
          </p:cNvPr>
          <p:cNvSpPr>
            <a:spLocks xmlns:a="http://schemas.openxmlformats.org/drawingml/2006/main" noGrp="1"/>
          </p:cNvSpPr>
          <p:nvPr/>
        </p:nvSpPr>
        <p:spPr>
          <a:xfrm xmlns:a="http://schemas.openxmlformats.org/drawingml/2006/main">
            <a:off x="609600" y="200977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vl1pPr algn="l">
              <a:defRPr sz="1950" b="1">
                <a:solidFill>
                  <a:srgbClr val="A78025"/>
                </a:solidFill>
                <a:latin typeface="Noto Sans JP"/>
                <a:ea typeface="Noto Sans JP"/>
                <a:cs typeface="Noto Sans JP"/>
              </a:defRPr>
            </a:lvl1pPr>
            <a:lvl2pPr algn="l">
              <a:defRPr sz="1950" b="1">
                <a:solidFill>
                  <a:srgbClr val="A78025"/>
                </a:solidFill>
                <a:latin typeface="Noto Sans JP"/>
                <a:ea typeface="Noto Sans JP"/>
                <a:cs typeface="Noto Sans JP"/>
              </a:defRPr>
            </a:lvl2pPr>
            <a:lvl3pPr algn="l">
              <a:defRPr sz="1950" b="1">
                <a:solidFill>
                  <a:srgbClr val="A78025"/>
                </a:solidFill>
                <a:latin typeface="Noto Sans JP"/>
                <a:ea typeface="Noto Sans JP"/>
                <a:cs typeface="Noto Sans JP"/>
              </a:defRPr>
            </a:lvl3pPr>
            <a:lvl4pPr algn="l">
              <a:defRPr sz="1950" b="1">
                <a:solidFill>
                  <a:srgbClr val="A78025"/>
                </a:solidFill>
                <a:latin typeface="Noto Sans JP"/>
                <a:ea typeface="Noto Sans JP"/>
                <a:cs typeface="Noto Sans JP"/>
              </a:defRPr>
            </a:lvl4pPr>
            <a:lvl5pPr algn="l">
              <a:defRPr sz="1950" b="1">
                <a:solidFill>
                  <a:srgbClr val="A78025"/>
                </a:solidFill>
                <a:latin typeface="Noto Sans JP"/>
                <a:ea typeface="Noto Sans JP"/>
                <a:cs typeface="Noto Sans JP"/>
              </a:defRPr>
            </a:lvl5pPr>
            <a:lvl6pPr algn="l">
              <a:defRPr sz="1950" b="1">
                <a:solidFill>
                  <a:srgbClr val="A78025"/>
                </a:solidFill>
                <a:latin typeface="Noto Sans JP"/>
                <a:ea typeface="Noto Sans JP"/>
                <a:cs typeface="Noto Sans JP"/>
              </a:defRPr>
            </a:lvl6pPr>
            <a:lvl7pPr algn="l">
              <a:defRPr sz="1950" b="1">
                <a:solidFill>
                  <a:srgbClr val="A78025"/>
                </a:solidFill>
                <a:latin typeface="Noto Sans JP"/>
                <a:ea typeface="Noto Sans JP"/>
                <a:cs typeface="Noto Sans JP"/>
              </a:defRPr>
            </a:lvl7pPr>
            <a:lvl8pPr algn="l">
              <a:defRPr sz="1950" b="1">
                <a:solidFill>
                  <a:srgbClr val="A78025"/>
                </a:solidFill>
                <a:latin typeface="Noto Sans JP"/>
                <a:ea typeface="Noto Sans JP"/>
                <a:cs typeface="Noto Sans JP"/>
              </a:defRPr>
            </a:lvl8pPr>
            <a:lvl9pPr algn="l">
              <a:defRPr sz="1950" b="1">
                <a:solidFill>
                  <a:srgbClr val="A78025"/>
                </a:solidFill>
                <a:latin typeface="Noto Sans JP"/>
                <a:ea typeface="Noto Sans JP"/>
                <a:cs typeface="Noto Sans JP"/>
              </a:defRPr>
            </a:lvl9pPr>
          </a:lstStyle>
          <a:p xmlns:a="http://schemas.openxmlformats.org/drawingml/2006/main">
            <a:pPr algn="l">
              <a:buNone/>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01</a:t>
            </a:r>
          </a:p>
        </p:txBody>
      </p:sp>
      <p:sp>
        <p:nvSpPr>
          <p:cNvPr id="7" name="優先する課題と、記事で伝える強み">
            <a:extLst xmlns:a="http://schemas.openxmlformats.org/drawingml/2006/main">
              <a:ext uri="{FF2B5EF4-FFF2-40B4-BE49-F238E27FC236}">
                <a16:creationId xmlns:a16="http://schemas.microsoft.com/office/drawing/2014/main" id="{8E418D35-4B36-44D2-A193-CEEC1F02AFDB}"/>
              </a:ext>
            </a:extLst>
          </p:cNvPr>
          <p:cNvSpPr>
            <a:spLocks xmlns:a="http://schemas.openxmlformats.org/drawingml/2006/main" noGrp="1"/>
          </p:cNvSpPr>
          <p:nvPr/>
        </p:nvSpPr>
        <p:spPr>
          <a:xfrm xmlns:a="http://schemas.openxmlformats.org/drawingml/2006/main">
            <a:off x="1314450" y="2009775"/>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vl1pPr algn="l">
              <a:defRPr sz="2175" b="1">
                <a:solidFill>
                  <a:srgbClr val="182E65"/>
                </a:solidFill>
                <a:latin typeface="Noto Sans JP"/>
                <a:ea typeface="Noto Sans JP"/>
                <a:cs typeface="Noto Sans JP"/>
              </a:defRPr>
            </a:lvl1pPr>
            <a:lvl2pPr algn="l">
              <a:defRPr sz="2175" b="1">
                <a:solidFill>
                  <a:srgbClr val="182E65"/>
                </a:solidFill>
                <a:latin typeface="Noto Sans JP"/>
                <a:ea typeface="Noto Sans JP"/>
                <a:cs typeface="Noto Sans JP"/>
              </a:defRPr>
            </a:lvl2pPr>
            <a:lvl3pPr algn="l">
              <a:defRPr sz="2175" b="1">
                <a:solidFill>
                  <a:srgbClr val="182E65"/>
                </a:solidFill>
                <a:latin typeface="Noto Sans JP"/>
                <a:ea typeface="Noto Sans JP"/>
                <a:cs typeface="Noto Sans JP"/>
              </a:defRPr>
            </a:lvl3pPr>
            <a:lvl4pPr algn="l">
              <a:defRPr sz="2175" b="1">
                <a:solidFill>
                  <a:srgbClr val="182E65"/>
                </a:solidFill>
                <a:latin typeface="Noto Sans JP"/>
                <a:ea typeface="Noto Sans JP"/>
                <a:cs typeface="Noto Sans JP"/>
              </a:defRPr>
            </a:lvl4pPr>
            <a:lvl5pPr algn="l">
              <a:defRPr sz="2175" b="1">
                <a:solidFill>
                  <a:srgbClr val="182E65"/>
                </a:solidFill>
                <a:latin typeface="Noto Sans JP"/>
                <a:ea typeface="Noto Sans JP"/>
                <a:cs typeface="Noto Sans JP"/>
              </a:defRPr>
            </a:lvl5pPr>
            <a:lvl6pPr algn="l">
              <a:defRPr sz="2175" b="1">
                <a:solidFill>
                  <a:srgbClr val="182E65"/>
                </a:solidFill>
                <a:latin typeface="Noto Sans JP"/>
                <a:ea typeface="Noto Sans JP"/>
                <a:cs typeface="Noto Sans JP"/>
              </a:defRPr>
            </a:lvl6pPr>
            <a:lvl7pPr algn="l">
              <a:defRPr sz="2175" b="1">
                <a:solidFill>
                  <a:srgbClr val="182E65"/>
                </a:solidFill>
                <a:latin typeface="Noto Sans JP"/>
                <a:ea typeface="Noto Sans JP"/>
                <a:cs typeface="Noto Sans JP"/>
              </a:defRPr>
            </a:lvl7pPr>
            <a:lvl8pPr algn="l">
              <a:defRPr sz="2175" b="1">
                <a:solidFill>
                  <a:srgbClr val="182E65"/>
                </a:solidFill>
                <a:latin typeface="Noto Sans JP"/>
                <a:ea typeface="Noto Sans JP"/>
                <a:cs typeface="Noto Sans JP"/>
              </a:defRPr>
            </a:lvl8pPr>
            <a:lvl9pPr algn="l">
              <a:defRPr sz="2175" b="1">
                <a:solidFill>
                  <a:srgbClr val="182E65"/>
                </a:solidFill>
                <a:latin typeface="Noto Sans JP"/>
                <a:ea typeface="Noto Sans JP"/>
                <a:cs typeface="Noto Sans JP"/>
              </a:defRPr>
            </a:lvl9pPr>
          </a:lstStyle>
          <a:p xmlns:a="http://schemas.openxmlformats.org/drawingml/2006/main">
            <a:pPr algn="l">
              <a:buNone/>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LINE登録後すぐに、スコア診断</a:t>
            </a:r>
          </a:p>
        </p:txBody>
      </p:sp>
      <p:sp>
        <p:nvSpPr>
          <p:cNvPr id="8" name="診断結果を見ながら、商品・実績・専門性・想いを整理。">
            <a:extLst xmlns:a="http://schemas.openxmlformats.org/drawingml/2006/main">
              <a:ext uri="{FF2B5EF4-FFF2-40B4-BE49-F238E27FC236}">
                <a16:creationId xmlns:a16="http://schemas.microsoft.com/office/drawing/2014/main" id="{5D2DDB41-2930-4B29-B4F6-7C7D3122B0CC}"/>
              </a:ext>
            </a:extLst>
          </p:cNvPr>
          <p:cNvSpPr>
            <a:spLocks xmlns:a="http://schemas.openxmlformats.org/drawingml/2006/main" noGrp="1"/>
          </p:cNvSpPr>
          <p:nvPr/>
        </p:nvSpPr>
        <p:spPr>
          <a:xfrm xmlns:a="http://schemas.openxmlformats.org/drawingml/2006/main">
            <a:off x="1314450" y="2514600"/>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AIが御社をどう紹介しているか、スコアと改善点を確認。</a:t>
            </a:r>
          </a:p>
        </p:txBody>
      </p:sp>
      <p:sp>
        <p:nvSpPr>
          <p:cNvPr id="9" name="02">
            <a:extLst xmlns:a="http://schemas.openxmlformats.org/drawingml/2006/main">
              <a:ext uri="{FF2B5EF4-FFF2-40B4-BE49-F238E27FC236}">
                <a16:creationId xmlns:a16="http://schemas.microsoft.com/office/drawing/2014/main" id="{E5E39902-AC4E-4400-9D44-A31E2689C9E7}"/>
              </a:ext>
            </a:extLst>
          </p:cNvPr>
          <p:cNvSpPr>
            <a:spLocks xmlns:a="http://schemas.openxmlformats.org/drawingml/2006/main" noGrp="1"/>
          </p:cNvSpPr>
          <p:nvPr/>
        </p:nvSpPr>
        <p:spPr>
          <a:xfrm xmlns:a="http://schemas.openxmlformats.org/drawingml/2006/main">
            <a:off x="609600" y="3238500"/>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vl1pPr algn="l">
              <a:defRPr sz="1950" b="1">
                <a:solidFill>
                  <a:srgbClr val="A78025"/>
                </a:solidFill>
                <a:latin typeface="Noto Sans JP"/>
                <a:ea typeface="Noto Sans JP"/>
                <a:cs typeface="Noto Sans JP"/>
              </a:defRPr>
            </a:lvl1pPr>
            <a:lvl2pPr algn="l">
              <a:defRPr sz="1950" b="1">
                <a:solidFill>
                  <a:srgbClr val="A78025"/>
                </a:solidFill>
                <a:latin typeface="Noto Sans JP"/>
                <a:ea typeface="Noto Sans JP"/>
                <a:cs typeface="Noto Sans JP"/>
              </a:defRPr>
            </a:lvl2pPr>
            <a:lvl3pPr algn="l">
              <a:defRPr sz="1950" b="1">
                <a:solidFill>
                  <a:srgbClr val="A78025"/>
                </a:solidFill>
                <a:latin typeface="Noto Sans JP"/>
                <a:ea typeface="Noto Sans JP"/>
                <a:cs typeface="Noto Sans JP"/>
              </a:defRPr>
            </a:lvl3pPr>
            <a:lvl4pPr algn="l">
              <a:defRPr sz="1950" b="1">
                <a:solidFill>
                  <a:srgbClr val="A78025"/>
                </a:solidFill>
                <a:latin typeface="Noto Sans JP"/>
                <a:ea typeface="Noto Sans JP"/>
                <a:cs typeface="Noto Sans JP"/>
              </a:defRPr>
            </a:lvl4pPr>
            <a:lvl5pPr algn="l">
              <a:defRPr sz="1950" b="1">
                <a:solidFill>
                  <a:srgbClr val="A78025"/>
                </a:solidFill>
                <a:latin typeface="Noto Sans JP"/>
                <a:ea typeface="Noto Sans JP"/>
                <a:cs typeface="Noto Sans JP"/>
              </a:defRPr>
            </a:lvl5pPr>
            <a:lvl6pPr algn="l">
              <a:defRPr sz="1950" b="1">
                <a:solidFill>
                  <a:srgbClr val="A78025"/>
                </a:solidFill>
                <a:latin typeface="Noto Sans JP"/>
                <a:ea typeface="Noto Sans JP"/>
                <a:cs typeface="Noto Sans JP"/>
              </a:defRPr>
            </a:lvl6pPr>
            <a:lvl7pPr algn="l">
              <a:defRPr sz="1950" b="1">
                <a:solidFill>
                  <a:srgbClr val="A78025"/>
                </a:solidFill>
                <a:latin typeface="Noto Sans JP"/>
                <a:ea typeface="Noto Sans JP"/>
                <a:cs typeface="Noto Sans JP"/>
              </a:defRPr>
            </a:lvl7pPr>
            <a:lvl8pPr algn="l">
              <a:defRPr sz="1950" b="1">
                <a:solidFill>
                  <a:srgbClr val="A78025"/>
                </a:solidFill>
                <a:latin typeface="Noto Sans JP"/>
                <a:ea typeface="Noto Sans JP"/>
                <a:cs typeface="Noto Sans JP"/>
              </a:defRPr>
            </a:lvl8pPr>
            <a:lvl9pPr algn="l">
              <a:defRPr sz="1950" b="1">
                <a:solidFill>
                  <a:srgbClr val="A78025"/>
                </a:solidFill>
                <a:latin typeface="Noto Sans JP"/>
                <a:ea typeface="Noto Sans JP"/>
                <a:cs typeface="Noto Sans JP"/>
              </a:defRPr>
            </a:lvl9pPr>
          </a:lstStyle>
          <a:p xmlns:a="http://schemas.openxmlformats.org/drawingml/2006/main">
            <a:pPr algn="l">
              <a:buNone/>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02</a:t>
            </a:r>
          </a:p>
        </p:txBody>
      </p:sp>
      <p:sp>
        <p:nvSpPr>
          <p:cNvPr id="10" name="指名を土台に、どこまで広げるか">
            <a:extLst xmlns:a="http://schemas.openxmlformats.org/drawingml/2006/main">
              <a:ext uri="{FF2B5EF4-FFF2-40B4-BE49-F238E27FC236}">
                <a16:creationId xmlns:a16="http://schemas.microsoft.com/office/drawing/2014/main" id="{FE1ED744-5A73-4EDA-9C82-4BBC03DD19CC}"/>
              </a:ext>
            </a:extLst>
          </p:cNvPr>
          <p:cNvSpPr>
            <a:spLocks xmlns:a="http://schemas.openxmlformats.org/drawingml/2006/main" noGrp="1"/>
          </p:cNvSpPr>
          <p:nvPr/>
        </p:nvSpPr>
        <p:spPr>
          <a:xfrm xmlns:a="http://schemas.openxmlformats.org/drawingml/2006/main">
            <a:off x="1314450" y="3238500"/>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vl1pPr algn="l">
              <a:defRPr sz="2175" b="1">
                <a:solidFill>
                  <a:srgbClr val="182E65"/>
                </a:solidFill>
                <a:latin typeface="Noto Sans JP"/>
                <a:ea typeface="Noto Sans JP"/>
                <a:cs typeface="Noto Sans JP"/>
              </a:defRPr>
            </a:lvl1pPr>
            <a:lvl2pPr algn="l">
              <a:defRPr sz="2175" b="1">
                <a:solidFill>
                  <a:srgbClr val="182E65"/>
                </a:solidFill>
                <a:latin typeface="Noto Sans JP"/>
                <a:ea typeface="Noto Sans JP"/>
                <a:cs typeface="Noto Sans JP"/>
              </a:defRPr>
            </a:lvl2pPr>
            <a:lvl3pPr algn="l">
              <a:defRPr sz="2175" b="1">
                <a:solidFill>
                  <a:srgbClr val="182E65"/>
                </a:solidFill>
                <a:latin typeface="Noto Sans JP"/>
                <a:ea typeface="Noto Sans JP"/>
                <a:cs typeface="Noto Sans JP"/>
              </a:defRPr>
            </a:lvl3pPr>
            <a:lvl4pPr algn="l">
              <a:defRPr sz="2175" b="1">
                <a:solidFill>
                  <a:srgbClr val="182E65"/>
                </a:solidFill>
                <a:latin typeface="Noto Sans JP"/>
                <a:ea typeface="Noto Sans JP"/>
                <a:cs typeface="Noto Sans JP"/>
              </a:defRPr>
            </a:lvl4pPr>
            <a:lvl5pPr algn="l">
              <a:defRPr sz="2175" b="1">
                <a:solidFill>
                  <a:srgbClr val="182E65"/>
                </a:solidFill>
                <a:latin typeface="Noto Sans JP"/>
                <a:ea typeface="Noto Sans JP"/>
                <a:cs typeface="Noto Sans JP"/>
              </a:defRPr>
            </a:lvl5pPr>
            <a:lvl6pPr algn="l">
              <a:defRPr sz="2175" b="1">
                <a:solidFill>
                  <a:srgbClr val="182E65"/>
                </a:solidFill>
                <a:latin typeface="Noto Sans JP"/>
                <a:ea typeface="Noto Sans JP"/>
                <a:cs typeface="Noto Sans JP"/>
              </a:defRPr>
            </a:lvl6pPr>
            <a:lvl7pPr algn="l">
              <a:defRPr sz="2175" b="1">
                <a:solidFill>
                  <a:srgbClr val="182E65"/>
                </a:solidFill>
                <a:latin typeface="Noto Sans JP"/>
                <a:ea typeface="Noto Sans JP"/>
                <a:cs typeface="Noto Sans JP"/>
              </a:defRPr>
            </a:lvl7pPr>
            <a:lvl8pPr algn="l">
              <a:defRPr sz="2175" b="1">
                <a:solidFill>
                  <a:srgbClr val="182E65"/>
                </a:solidFill>
                <a:latin typeface="Noto Sans JP"/>
                <a:ea typeface="Noto Sans JP"/>
                <a:cs typeface="Noto Sans JP"/>
              </a:defRPr>
            </a:lvl8pPr>
            <a:lvl9pPr algn="l">
              <a:defRPr sz="2175" b="1">
                <a:solidFill>
                  <a:srgbClr val="182E65"/>
                </a:solidFill>
                <a:latin typeface="Noto Sans JP"/>
                <a:ea typeface="Noto Sans JP"/>
                <a:cs typeface="Noto Sans JP"/>
              </a:defRPr>
            </a:lvl9pPr>
          </a:lstStyle>
          <a:p xmlns:a="http://schemas.openxmlformats.org/drawingml/2006/main">
            <a:pPr algn="l">
              <a:buNone/>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診断結果の無料解説を予約</a:t>
            </a:r>
          </a:p>
        </p:txBody>
      </p:sp>
      <p:sp>
        <p:nvSpPr>
          <p:cNvPr id="11" name="5万円の指名、10万円の指名＋一般、20万円の両方＋ニュース。">
            <a:extLst xmlns:a="http://schemas.openxmlformats.org/drawingml/2006/main">
              <a:ext uri="{FF2B5EF4-FFF2-40B4-BE49-F238E27FC236}">
                <a16:creationId xmlns:a16="http://schemas.microsoft.com/office/drawing/2014/main" id="{B76FB774-B405-4D63-8C9E-8FD160198A40}"/>
              </a:ext>
            </a:extLst>
          </p:cNvPr>
          <p:cNvSpPr>
            <a:spLocks xmlns:a="http://schemas.openxmlformats.org/drawingml/2006/main" noGrp="1"/>
          </p:cNvSpPr>
          <p:nvPr/>
        </p:nvSpPr>
        <p:spPr>
          <a:xfrm xmlns:a="http://schemas.openxmlformats.org/drawingml/2006/main">
            <a:off x="1314450" y="3743325"/>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保存したスコアを見ながら、結果の理由と改善策を解説。</a:t>
            </a:r>
          </a:p>
        </p:txBody>
      </p:sp>
      <p:sp>
        <p:nvSpPr>
          <p:cNvPr id="12" name="03">
            <a:extLst xmlns:a="http://schemas.openxmlformats.org/drawingml/2006/main">
              <a:ext uri="{FF2B5EF4-FFF2-40B4-BE49-F238E27FC236}">
                <a16:creationId xmlns:a16="http://schemas.microsoft.com/office/drawing/2014/main" id="{6616783E-E2E0-4D43-BABC-882B8FF1B2F2}"/>
              </a:ext>
            </a:extLst>
          </p:cNvPr>
          <p:cNvSpPr>
            <a:spLocks xmlns:a="http://schemas.openxmlformats.org/drawingml/2006/main" noGrp="1"/>
          </p:cNvSpPr>
          <p:nvPr/>
        </p:nvSpPr>
        <p:spPr>
          <a:xfrm xmlns:a="http://schemas.openxmlformats.org/drawingml/2006/main">
            <a:off x="609600" y="4467225"/>
            <a:ext cx="590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b="1">
                <a:solidFill>
                  <a:srgbClr val="A78025"/>
                </a:solidFill>
                <a:latin typeface="Noto Sans JP"/>
                <a:ea typeface="Noto Sans JP"/>
                <a:cs typeface="Noto Sans JP"/>
              </a:defRPr>
            </a:defPPr>
            <a:lvl1pPr algn="l">
              <a:defRPr sz="1950" b="1">
                <a:solidFill>
                  <a:srgbClr val="A78025"/>
                </a:solidFill>
                <a:latin typeface="Noto Sans JP"/>
                <a:ea typeface="Noto Sans JP"/>
                <a:cs typeface="Noto Sans JP"/>
              </a:defRPr>
            </a:lvl1pPr>
            <a:lvl2pPr algn="l">
              <a:defRPr sz="1950" b="1">
                <a:solidFill>
                  <a:srgbClr val="A78025"/>
                </a:solidFill>
                <a:latin typeface="Noto Sans JP"/>
                <a:ea typeface="Noto Sans JP"/>
                <a:cs typeface="Noto Sans JP"/>
              </a:defRPr>
            </a:lvl2pPr>
            <a:lvl3pPr algn="l">
              <a:defRPr sz="1950" b="1">
                <a:solidFill>
                  <a:srgbClr val="A78025"/>
                </a:solidFill>
                <a:latin typeface="Noto Sans JP"/>
                <a:ea typeface="Noto Sans JP"/>
                <a:cs typeface="Noto Sans JP"/>
              </a:defRPr>
            </a:lvl3pPr>
            <a:lvl4pPr algn="l">
              <a:defRPr sz="1950" b="1">
                <a:solidFill>
                  <a:srgbClr val="A78025"/>
                </a:solidFill>
                <a:latin typeface="Noto Sans JP"/>
                <a:ea typeface="Noto Sans JP"/>
                <a:cs typeface="Noto Sans JP"/>
              </a:defRPr>
            </a:lvl4pPr>
            <a:lvl5pPr algn="l">
              <a:defRPr sz="1950" b="1">
                <a:solidFill>
                  <a:srgbClr val="A78025"/>
                </a:solidFill>
                <a:latin typeface="Noto Sans JP"/>
                <a:ea typeface="Noto Sans JP"/>
                <a:cs typeface="Noto Sans JP"/>
              </a:defRPr>
            </a:lvl5pPr>
            <a:lvl6pPr algn="l">
              <a:defRPr sz="1950" b="1">
                <a:solidFill>
                  <a:srgbClr val="A78025"/>
                </a:solidFill>
                <a:latin typeface="Noto Sans JP"/>
                <a:ea typeface="Noto Sans JP"/>
                <a:cs typeface="Noto Sans JP"/>
              </a:defRPr>
            </a:lvl6pPr>
            <a:lvl7pPr algn="l">
              <a:defRPr sz="1950" b="1">
                <a:solidFill>
                  <a:srgbClr val="A78025"/>
                </a:solidFill>
                <a:latin typeface="Noto Sans JP"/>
                <a:ea typeface="Noto Sans JP"/>
                <a:cs typeface="Noto Sans JP"/>
              </a:defRPr>
            </a:lvl7pPr>
            <a:lvl8pPr algn="l">
              <a:defRPr sz="1950" b="1">
                <a:solidFill>
                  <a:srgbClr val="A78025"/>
                </a:solidFill>
                <a:latin typeface="Noto Sans JP"/>
                <a:ea typeface="Noto Sans JP"/>
                <a:cs typeface="Noto Sans JP"/>
              </a:defRPr>
            </a:lvl8pPr>
            <a:lvl9pPr algn="l">
              <a:defRPr sz="1950" b="1">
                <a:solidFill>
                  <a:srgbClr val="A78025"/>
                </a:solidFill>
                <a:latin typeface="Noto Sans JP"/>
                <a:ea typeface="Noto Sans JP"/>
                <a:cs typeface="Noto Sans JP"/>
              </a:defRPr>
            </a:lvl9pPr>
          </a:lstStyle>
          <a:p xmlns:a="http://schemas.openxmlformats.org/drawingml/2006/main">
            <a:pPr algn="l">
              <a:buNone/>
              <a:defRPr sz="1950" b="1">
                <a:solidFill>
                  <a:srgbClr val="A78025"/>
                </a:solidFill>
                <a:latin typeface="Noto Sans JP"/>
                <a:ea typeface="Noto Sans JP"/>
                <a:cs typeface="Noto Sans JP"/>
              </a:defRPr>
            </a:pPr>
            <a:r>
              <a:rPr sz="1950" b="1">
                <a:solidFill>
                  <a:srgbClr val="A78025"/>
                </a:solidFill>
                <a:latin typeface="Noto Sans JP"/>
                <a:ea typeface="Noto Sans JP"/>
                <a:cs typeface="Noto Sans JP"/>
              </a:rPr>
              <a:t>03</a:t>
            </a:r>
          </a:p>
        </p:txBody>
      </p:sp>
      <p:sp>
        <p:nvSpPr>
          <p:cNvPr id="13" name="最初の活用先と、次の進め方">
            <a:extLst xmlns:a="http://schemas.openxmlformats.org/drawingml/2006/main">
              <a:ext uri="{FF2B5EF4-FFF2-40B4-BE49-F238E27FC236}">
                <a16:creationId xmlns:a16="http://schemas.microsoft.com/office/drawing/2014/main" id="{7CE6E51B-E9CF-4C1C-968B-DF69BE1E639C}"/>
              </a:ext>
            </a:extLst>
          </p:cNvPr>
          <p:cNvSpPr>
            <a:spLocks xmlns:a="http://schemas.openxmlformats.org/drawingml/2006/main" noGrp="1"/>
          </p:cNvSpPr>
          <p:nvPr/>
        </p:nvSpPr>
        <p:spPr>
          <a:xfrm xmlns:a="http://schemas.openxmlformats.org/drawingml/2006/main">
            <a:off x="1314450" y="4467225"/>
            <a:ext cx="1026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2E65"/>
                </a:solidFill>
                <a:latin typeface="Noto Sans JP"/>
                <a:ea typeface="Noto Sans JP"/>
                <a:cs typeface="Noto Sans JP"/>
              </a:defRPr>
            </a:defPPr>
            <a:lvl1pPr algn="l">
              <a:defRPr sz="2175" b="1">
                <a:solidFill>
                  <a:srgbClr val="182E65"/>
                </a:solidFill>
                <a:latin typeface="Noto Sans JP"/>
                <a:ea typeface="Noto Sans JP"/>
                <a:cs typeface="Noto Sans JP"/>
              </a:defRPr>
            </a:lvl1pPr>
            <a:lvl2pPr algn="l">
              <a:defRPr sz="2175" b="1">
                <a:solidFill>
                  <a:srgbClr val="182E65"/>
                </a:solidFill>
                <a:latin typeface="Noto Sans JP"/>
                <a:ea typeface="Noto Sans JP"/>
                <a:cs typeface="Noto Sans JP"/>
              </a:defRPr>
            </a:lvl2pPr>
            <a:lvl3pPr algn="l">
              <a:defRPr sz="2175" b="1">
                <a:solidFill>
                  <a:srgbClr val="182E65"/>
                </a:solidFill>
                <a:latin typeface="Noto Sans JP"/>
                <a:ea typeface="Noto Sans JP"/>
                <a:cs typeface="Noto Sans JP"/>
              </a:defRPr>
            </a:lvl3pPr>
            <a:lvl4pPr algn="l">
              <a:defRPr sz="2175" b="1">
                <a:solidFill>
                  <a:srgbClr val="182E65"/>
                </a:solidFill>
                <a:latin typeface="Noto Sans JP"/>
                <a:ea typeface="Noto Sans JP"/>
                <a:cs typeface="Noto Sans JP"/>
              </a:defRPr>
            </a:lvl4pPr>
            <a:lvl5pPr algn="l">
              <a:defRPr sz="2175" b="1">
                <a:solidFill>
                  <a:srgbClr val="182E65"/>
                </a:solidFill>
                <a:latin typeface="Noto Sans JP"/>
                <a:ea typeface="Noto Sans JP"/>
                <a:cs typeface="Noto Sans JP"/>
              </a:defRPr>
            </a:lvl5pPr>
            <a:lvl6pPr algn="l">
              <a:defRPr sz="2175" b="1">
                <a:solidFill>
                  <a:srgbClr val="182E65"/>
                </a:solidFill>
                <a:latin typeface="Noto Sans JP"/>
                <a:ea typeface="Noto Sans JP"/>
                <a:cs typeface="Noto Sans JP"/>
              </a:defRPr>
            </a:lvl6pPr>
            <a:lvl7pPr algn="l">
              <a:defRPr sz="2175" b="1">
                <a:solidFill>
                  <a:srgbClr val="182E65"/>
                </a:solidFill>
                <a:latin typeface="Noto Sans JP"/>
                <a:ea typeface="Noto Sans JP"/>
                <a:cs typeface="Noto Sans JP"/>
              </a:defRPr>
            </a:lvl7pPr>
            <a:lvl8pPr algn="l">
              <a:defRPr sz="2175" b="1">
                <a:solidFill>
                  <a:srgbClr val="182E65"/>
                </a:solidFill>
                <a:latin typeface="Noto Sans JP"/>
                <a:ea typeface="Noto Sans JP"/>
                <a:cs typeface="Noto Sans JP"/>
              </a:defRPr>
            </a:lvl8pPr>
            <a:lvl9pPr algn="l">
              <a:defRPr sz="2175" b="1">
                <a:solidFill>
                  <a:srgbClr val="182E65"/>
                </a:solidFill>
                <a:latin typeface="Noto Sans JP"/>
                <a:ea typeface="Noto Sans JP"/>
                <a:cs typeface="Noto Sans JP"/>
              </a:defRPr>
            </a:lvl9pPr>
          </a:lstStyle>
          <a:p xmlns:a="http://schemas.openxmlformats.org/drawingml/2006/main">
            <a:pPr algn="l">
              <a:buNone/>
              <a:defRPr sz="2175" b="1">
                <a:solidFill>
                  <a:srgbClr val="182E65"/>
                </a:solidFill>
                <a:latin typeface="Noto Sans JP"/>
                <a:ea typeface="Noto Sans JP"/>
                <a:cs typeface="Noto Sans JP"/>
              </a:defRPr>
            </a:pPr>
            <a:r>
              <a:rPr sz="2175" b="1">
                <a:solidFill>
                  <a:srgbClr val="182E65"/>
                </a:solidFill>
                <a:latin typeface="Noto Sans JP"/>
                <a:ea typeface="Noto Sans JP"/>
                <a:cs typeface="Noto Sans JP"/>
              </a:rPr>
              <a:t>面談後に、御社専用の5ページレポート</a:t>
            </a:r>
          </a:p>
        </p:txBody>
      </p:sp>
      <p:sp>
        <p:nvSpPr>
          <p:cNvPr id="14" name="LP・営業・採用の活用先と、担当者・必要情報・期日を決める。">
            <a:extLst xmlns:a="http://schemas.openxmlformats.org/drawingml/2006/main">
              <a:ext uri="{FF2B5EF4-FFF2-40B4-BE49-F238E27FC236}">
                <a16:creationId xmlns:a16="http://schemas.microsoft.com/office/drawing/2014/main" id="{F197BE82-5917-4BD1-B102-63967CF17657}"/>
              </a:ext>
            </a:extLst>
          </p:cNvPr>
          <p:cNvSpPr>
            <a:spLocks xmlns:a="http://schemas.openxmlformats.org/drawingml/2006/main" noGrp="1"/>
          </p:cNvSpPr>
          <p:nvPr/>
        </p:nvSpPr>
        <p:spPr>
          <a:xfrm xmlns:a="http://schemas.openxmlformats.org/drawingml/2006/main">
            <a:off x="1314450" y="4972050"/>
            <a:ext cx="10267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buNone/>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AI回答・引用元・改善の優先順位をまとめてお渡しします。</a:t>
            </a:r>
          </a:p>
        </p:txBody>
      </p:sp>
      <p:sp>
        <p:nvSpPr>
          <p:cNvPr id="15" name="無料診断窓口：https://medikuru.com/&#10;無料相談ご参加特典として、AI検索">
            <a:extLst xmlns:a="http://schemas.openxmlformats.org/drawingml/2006/main">
              <a:ext uri="{FF2B5EF4-FFF2-40B4-BE49-F238E27FC236}">
                <a16:creationId xmlns:a16="http://schemas.microsoft.com/office/drawing/2014/main" id="{EE349D6A-0E58-4581-9DA0-F026B523C594}"/>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vl1pPr algn="l">
              <a:defRPr sz="1163" b="0">
                <a:solidFill>
                  <a:srgbClr val="526078"/>
                </a:solidFill>
                <a:latin typeface="Noto Sans JP"/>
                <a:ea typeface="Noto Sans JP"/>
                <a:cs typeface="Noto Sans JP"/>
              </a:defRPr>
            </a:lvl1pPr>
            <a:lvl2pPr algn="l">
              <a:defRPr sz="1163" b="0">
                <a:solidFill>
                  <a:srgbClr val="526078"/>
                </a:solidFill>
                <a:latin typeface="Noto Sans JP"/>
                <a:ea typeface="Noto Sans JP"/>
                <a:cs typeface="Noto Sans JP"/>
              </a:defRPr>
            </a:lvl2pPr>
            <a:lvl3pPr algn="l">
              <a:defRPr sz="1163" b="0">
                <a:solidFill>
                  <a:srgbClr val="526078"/>
                </a:solidFill>
                <a:latin typeface="Noto Sans JP"/>
                <a:ea typeface="Noto Sans JP"/>
                <a:cs typeface="Noto Sans JP"/>
              </a:defRPr>
            </a:lvl3pPr>
            <a:lvl4pPr algn="l">
              <a:defRPr sz="1163" b="0">
                <a:solidFill>
                  <a:srgbClr val="526078"/>
                </a:solidFill>
                <a:latin typeface="Noto Sans JP"/>
                <a:ea typeface="Noto Sans JP"/>
                <a:cs typeface="Noto Sans JP"/>
              </a:defRPr>
            </a:lvl4pPr>
            <a:lvl5pPr algn="l">
              <a:defRPr sz="1163" b="0">
                <a:solidFill>
                  <a:srgbClr val="526078"/>
                </a:solidFill>
                <a:latin typeface="Noto Sans JP"/>
                <a:ea typeface="Noto Sans JP"/>
                <a:cs typeface="Noto Sans JP"/>
              </a:defRPr>
            </a:lvl5pPr>
            <a:lvl6pPr algn="l">
              <a:defRPr sz="1163" b="0">
                <a:solidFill>
                  <a:srgbClr val="526078"/>
                </a:solidFill>
                <a:latin typeface="Noto Sans JP"/>
                <a:ea typeface="Noto Sans JP"/>
                <a:cs typeface="Noto Sans JP"/>
              </a:defRPr>
            </a:lvl6pPr>
            <a:lvl7pPr algn="l">
              <a:defRPr sz="1163" b="0">
                <a:solidFill>
                  <a:srgbClr val="526078"/>
                </a:solidFill>
                <a:latin typeface="Noto Sans JP"/>
                <a:ea typeface="Noto Sans JP"/>
                <a:cs typeface="Noto Sans JP"/>
              </a:defRPr>
            </a:lvl7pPr>
            <a:lvl8pPr algn="l">
              <a:defRPr sz="1163" b="0">
                <a:solidFill>
                  <a:srgbClr val="526078"/>
                </a:solidFill>
                <a:latin typeface="Noto Sans JP"/>
                <a:ea typeface="Noto Sans JP"/>
                <a:cs typeface="Noto Sans JP"/>
              </a:defRPr>
            </a:lvl8pPr>
            <a:lvl9pPr algn="l">
              <a:defRPr sz="1163" b="0">
                <a:solidFill>
                  <a:srgbClr val="526078"/>
                </a:solidFill>
                <a:latin typeface="Noto Sans JP"/>
                <a:ea typeface="Noto Sans JP"/>
                <a:cs typeface="Noto Sans JP"/>
              </a:defRPr>
            </a:lvl9pPr>
          </a:lstStyle>
          <a:p xmlns:a="http://schemas.openxmlformats.org/drawingml/2006/main">
            <a:pPr algn="l">
              <a:buNone/>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無料スコア診断の入口：https://medikuru.com/</a:t>
            </a:r>
          </a:p>
          <a:p xmlns:a="http://schemas.openxmlformats.org/drawingml/2006/main">
            <a:pPr algn="l">
              <a:buNone/>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LINE登録で1回無料。保存した診断結果は、何度でも見返せます。</a:t>
            </a:r>
          </a:p>
        </p:txBody>
      </p:sp>
    </p:spTree>
    <p:extLst>
      <p:ext uri="{BB962C8B-B14F-4D97-AF65-F5344CB8AC3E}">
        <p14:creationId xmlns:p14="http://schemas.microsoft.com/office/powerpoint/2010/main" val="93469719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05  他社サービスとの比較">
            <a:extLst xmlns:a="http://schemas.openxmlformats.org/drawingml/2006/main">
              <a:ext uri="{FF2B5EF4-FFF2-40B4-BE49-F238E27FC236}">
                <a16:creationId xmlns:a16="http://schemas.microsoft.com/office/drawing/2014/main" id="{D95F6E99-B08A-4A21-A227-F9724CD7D579}"/>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05  他社サービスとの比較</a:t>
            </a:r>
          </a:p>
        </p:txBody>
      </p:sp>
      <p:sp>
        <p:nvSpPr>
          <p:cNvPr id="2" name="月額料金と主な支援内容">
            <a:extLst xmlns:a="http://schemas.openxmlformats.org/drawingml/2006/main">
              <a:ext uri="{FF2B5EF4-FFF2-40B4-BE49-F238E27FC236}">
                <a16:creationId xmlns:a16="http://schemas.microsoft.com/office/drawing/2014/main" id="{D707D9F8-A0D6-4838-A682-6AB5B3C5F43C}"/>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vl1pPr algn="l">
              <a:defRPr sz="3150" b="1">
                <a:solidFill>
                  <a:srgbClr val="182E65"/>
                </a:solidFill>
                <a:latin typeface="Noto Sans JP"/>
                <a:ea typeface="Noto Sans JP"/>
                <a:cs typeface="Noto Sans JP"/>
              </a:defRPr>
            </a:lvl1pPr>
            <a:lvl2pPr algn="l">
              <a:defRPr sz="3150" b="1">
                <a:solidFill>
                  <a:srgbClr val="182E65"/>
                </a:solidFill>
                <a:latin typeface="Noto Sans JP"/>
                <a:ea typeface="Noto Sans JP"/>
                <a:cs typeface="Noto Sans JP"/>
              </a:defRPr>
            </a:lvl2pPr>
            <a:lvl3pPr algn="l">
              <a:defRPr sz="3150" b="1">
                <a:solidFill>
                  <a:srgbClr val="182E65"/>
                </a:solidFill>
                <a:latin typeface="Noto Sans JP"/>
                <a:ea typeface="Noto Sans JP"/>
                <a:cs typeface="Noto Sans JP"/>
              </a:defRPr>
            </a:lvl3pPr>
            <a:lvl4pPr algn="l">
              <a:defRPr sz="3150" b="1">
                <a:solidFill>
                  <a:srgbClr val="182E65"/>
                </a:solidFill>
                <a:latin typeface="Noto Sans JP"/>
                <a:ea typeface="Noto Sans JP"/>
                <a:cs typeface="Noto Sans JP"/>
              </a:defRPr>
            </a:lvl4pPr>
            <a:lvl5pPr algn="l">
              <a:defRPr sz="3150" b="1">
                <a:solidFill>
                  <a:srgbClr val="182E65"/>
                </a:solidFill>
                <a:latin typeface="Noto Sans JP"/>
                <a:ea typeface="Noto Sans JP"/>
                <a:cs typeface="Noto Sans JP"/>
              </a:defRPr>
            </a:lvl5pPr>
            <a:lvl6pPr algn="l">
              <a:defRPr sz="3150" b="1">
                <a:solidFill>
                  <a:srgbClr val="182E65"/>
                </a:solidFill>
                <a:latin typeface="Noto Sans JP"/>
                <a:ea typeface="Noto Sans JP"/>
                <a:cs typeface="Noto Sans JP"/>
              </a:defRPr>
            </a:lvl6pPr>
            <a:lvl7pPr algn="l">
              <a:defRPr sz="3150" b="1">
                <a:solidFill>
                  <a:srgbClr val="182E65"/>
                </a:solidFill>
                <a:latin typeface="Noto Sans JP"/>
                <a:ea typeface="Noto Sans JP"/>
                <a:cs typeface="Noto Sans JP"/>
              </a:defRPr>
            </a:lvl7pPr>
            <a:lvl8pPr algn="l">
              <a:defRPr sz="3150" b="1">
                <a:solidFill>
                  <a:srgbClr val="182E65"/>
                </a:solidFill>
                <a:latin typeface="Noto Sans JP"/>
                <a:ea typeface="Noto Sans JP"/>
                <a:cs typeface="Noto Sans JP"/>
              </a:defRPr>
            </a:lvl8pPr>
            <a:lvl9pPr algn="l">
              <a:defRPr sz="3150" b="1">
                <a:solidFill>
                  <a:srgbClr val="182E65"/>
                </a:solidFill>
                <a:latin typeface="Noto Sans JP"/>
                <a:ea typeface="Noto Sans JP"/>
                <a:cs typeface="Noto Sans JP"/>
              </a:defRPr>
            </a:lvl9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月額料金と主な支援内容</a:t>
            </a:r>
          </a:p>
        </p:txBody>
      </p:sp>
      <p:sp>
        <p:nvSpPr>
          <p:cNvPr id="3" name="2026年10月17日確認。料金と、含まれる支援を比較します。">
            <a:extLst xmlns:a="http://schemas.openxmlformats.org/drawingml/2006/main">
              <a:ext uri="{FF2B5EF4-FFF2-40B4-BE49-F238E27FC236}">
                <a16:creationId xmlns:a16="http://schemas.microsoft.com/office/drawing/2014/main" id="{80BAA4D2-59C0-4158-8880-9F642269F246}"/>
              </a:ext>
            </a:extLst>
          </p:cNvPr>
          <p:cNvSpPr>
            <a:spLocks xmlns:a="http://schemas.openxmlformats.org/drawingml/2006/main" noGrp="1"/>
          </p:cNvSpPr>
          <p:nvPr/>
        </p:nvSpPr>
        <p:spPr>
          <a:xfrm xmlns:a="http://schemas.openxmlformats.org/drawingml/2006/main">
            <a:off x="609600" y="13620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526078"/>
                </a:solidFill>
                <a:latin typeface="Noto Sans JP"/>
                <a:ea typeface="Noto Sans JP"/>
                <a:cs typeface="Noto Sans JP"/>
              </a:defRPr>
            </a:defPPr>
            <a:lvl1pPr algn="l">
              <a:defRPr sz="1500" b="0">
                <a:solidFill>
                  <a:srgbClr val="526078"/>
                </a:solidFill>
                <a:latin typeface="Noto Sans JP"/>
                <a:ea typeface="Noto Sans JP"/>
                <a:cs typeface="Noto Sans JP"/>
              </a:defRPr>
            </a:lvl1pPr>
            <a:lvl2pPr algn="l">
              <a:defRPr sz="1500" b="0">
                <a:solidFill>
                  <a:srgbClr val="526078"/>
                </a:solidFill>
                <a:latin typeface="Noto Sans JP"/>
                <a:ea typeface="Noto Sans JP"/>
                <a:cs typeface="Noto Sans JP"/>
              </a:defRPr>
            </a:lvl2pPr>
            <a:lvl3pPr algn="l">
              <a:defRPr sz="1500" b="0">
                <a:solidFill>
                  <a:srgbClr val="526078"/>
                </a:solidFill>
                <a:latin typeface="Noto Sans JP"/>
                <a:ea typeface="Noto Sans JP"/>
                <a:cs typeface="Noto Sans JP"/>
              </a:defRPr>
            </a:lvl3pPr>
            <a:lvl4pPr algn="l">
              <a:defRPr sz="1500" b="0">
                <a:solidFill>
                  <a:srgbClr val="526078"/>
                </a:solidFill>
                <a:latin typeface="Noto Sans JP"/>
                <a:ea typeface="Noto Sans JP"/>
                <a:cs typeface="Noto Sans JP"/>
              </a:defRPr>
            </a:lvl4pPr>
            <a:lvl5pPr algn="l">
              <a:defRPr sz="1500" b="0">
                <a:solidFill>
                  <a:srgbClr val="526078"/>
                </a:solidFill>
                <a:latin typeface="Noto Sans JP"/>
                <a:ea typeface="Noto Sans JP"/>
                <a:cs typeface="Noto Sans JP"/>
              </a:defRPr>
            </a:lvl5pPr>
            <a:lvl6pPr algn="l">
              <a:defRPr sz="1500" b="0">
                <a:solidFill>
                  <a:srgbClr val="526078"/>
                </a:solidFill>
                <a:latin typeface="Noto Sans JP"/>
                <a:ea typeface="Noto Sans JP"/>
                <a:cs typeface="Noto Sans JP"/>
              </a:defRPr>
            </a:lvl6pPr>
            <a:lvl7pPr algn="l">
              <a:defRPr sz="1500" b="0">
                <a:solidFill>
                  <a:srgbClr val="526078"/>
                </a:solidFill>
                <a:latin typeface="Noto Sans JP"/>
                <a:ea typeface="Noto Sans JP"/>
                <a:cs typeface="Noto Sans JP"/>
              </a:defRPr>
            </a:lvl7pPr>
            <a:lvl8pPr algn="l">
              <a:defRPr sz="1500" b="0">
                <a:solidFill>
                  <a:srgbClr val="526078"/>
                </a:solidFill>
                <a:latin typeface="Noto Sans JP"/>
                <a:ea typeface="Noto Sans JP"/>
                <a:cs typeface="Noto Sans JP"/>
              </a:defRPr>
            </a:lvl8pPr>
            <a:lvl9pPr algn="l">
              <a:defRPr sz="1500" b="0">
                <a:solidFill>
                  <a:srgbClr val="526078"/>
                </a:solidFill>
                <a:latin typeface="Noto Sans JP"/>
                <a:ea typeface="Noto Sans JP"/>
                <a:cs typeface="Noto Sans JP"/>
              </a:defRPr>
            </a:lvl9pPr>
          </a:lstStyle>
          <a:p xmlns:a="http://schemas.openxmlformats.org/drawingml/2006/main">
            <a:pPr algn="l">
              <a:defRPr sz="1500" b="0">
                <a:solidFill>
                  <a:srgbClr val="526078"/>
                </a:solidFill>
                <a:latin typeface="Noto Sans JP"/>
                <a:ea typeface="Noto Sans JP"/>
                <a:cs typeface="Noto Sans JP"/>
              </a:defRPr>
            </a:pPr>
            <a:r>
              <a:rPr sz="1500" b="0">
                <a:solidFill>
                  <a:srgbClr val="526078"/>
                </a:solidFill>
                <a:latin typeface="Noto Sans JP"/>
                <a:ea typeface="Noto Sans JP"/>
                <a:cs typeface="Noto Sans JP"/>
              </a:rPr>
              <a:t>2026年10月17日確認。料金と、含まれる支援を比較します。</a:t>
            </a:r>
          </a:p>
        </p:txBody>
      </p:sp>
      <p:graphicFrame>
        <p:nvGraphicFramePr>
          <p:cNvPr id="4" name="">
            <a:extLst xmlns:a="http://schemas.openxmlformats.org/drawingml/2006/main">
              <a:ext uri="{FF2B5EF4-FFF2-40B4-BE49-F238E27FC236}">
                <a16:creationId xmlns:a16="http://schemas.microsoft.com/office/drawing/2014/main" id="{50EF25CA-7389-4E3F-8322-75D5CCC574C5}"/>
              </a:ext>
            </a:extLst>
          </p:cNvPr>
          <p:cNvGraphicFramePr/>
          <p:nvPr/>
        </p:nvGraphicFramePr>
        <p:xfrm>
          <a:off xmlns:a="http://schemas.openxmlformats.org/drawingml/2006/main" x="609600" y="1714500"/>
          <a:ext xmlns:a="http://schemas.openxmlformats.org/drawingml/2006/main" cx="10972800" cy="3771900"/>
        </p:xfrm>
        <a:graphic xmlns:a="http://schemas.openxmlformats.org/drawingml/2006/main">
          <a:graphicData uri="http://schemas.openxmlformats.org/drawingml/2006/table">
            <a:tbl>
              <a:tblPr firstRow="0" bandRow="0"/>
              <a:tblGrid>
                <a:gridCol w="3105150"/>
                <a:gridCol w="2667000"/>
                <a:gridCol w="5200650"/>
              </a:tblGrid>
              <a:tr h="419100">
                <a:tc>
                  <a:txBody>
                    <a:bodyPr wrap="none" lIns="171450" tIns="57150" rIns="171450" bIns="57150">
                      <a:noAutofit/>
                    </a:bodyPr>
                    <a:lstStyle/>
                    <a:p>
                      <a:pPr algn="l"/>
                      <a:r>
                        <a:rPr sz="1575" b="1">
                          <a:solidFill>
                            <a:srgbClr val="FFFFFF"/>
                          </a:solidFill>
                          <a:latin typeface="Noto Sans JP"/>
                          <a:ea typeface="Noto Sans JP"/>
                          <a:cs typeface="Noto Sans JP"/>
                        </a:rPr>
                        <a:t>サービス／提供形態</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none" lIns="171450" tIns="57150" rIns="171450" bIns="57150">
                      <a:noAutofit/>
                    </a:bodyPr>
                    <a:lstStyle/>
                    <a:p>
                      <a:pPr algn="ctr"/>
                      <a:r>
                        <a:rPr sz="1575" b="1">
                          <a:solidFill>
                            <a:srgbClr val="FFFFFF"/>
                          </a:solidFill>
                          <a:latin typeface="Noto Sans JP"/>
                          <a:ea typeface="Noto Sans JP"/>
                          <a:cs typeface="Noto Sans JP"/>
                        </a:rPr>
                        <a:t>月額料金</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none" lIns="171450" tIns="57150" rIns="171450" bIns="57150">
                      <a:noAutofit/>
                    </a:bodyPr>
                    <a:lstStyle/>
                    <a:p>
                      <a:pPr algn="ctr"/>
                      <a:r>
                        <a:rPr sz="1575" b="1">
                          <a:solidFill>
                            <a:srgbClr val="FFFFFF"/>
                          </a:solidFill>
                          <a:latin typeface="Noto Sans JP"/>
                          <a:ea typeface="Noto Sans JP"/>
                          <a:cs typeface="Noto Sans JP"/>
                        </a:rPr>
                        <a:t>主な支援内容</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838200">
                <a:tc>
                  <a:txBody>
                    <a:bodyPr wrap="none" lIns="171450" tIns="57150" rIns="171450" bIns="57150">
                      <a:noAutofit/>
                    </a:bodyPr>
                    <a:lstStyle/>
                    <a:p>
                      <a:pPr algn="l"/>
                      <a:r>
                        <a:rPr sz="1650" b="1">
                          <a:solidFill>
                            <a:srgbClr val="172943"/>
                          </a:solidFill>
                          <a:latin typeface="Noto Sans JP"/>
                          <a:ea typeface="Noto Sans JP"/>
                          <a:cs typeface="Noto Sans JP"/>
                        </a:rPr>
                        <a:t>LLMOチェキ</a:t>
                      </a:r>
                    </a:p>
                    <a:p>
                      <a:pPr algn="l"/>
                      <a:r>
                        <a:rPr sz="1650" b="1">
                          <a:solidFill>
                            <a:srgbClr val="172943"/>
                          </a:solidFill>
                          <a:latin typeface="Noto Sans JP"/>
                          <a:ea typeface="Noto Sans JP"/>
                          <a:cs typeface="Noto Sans JP"/>
                        </a:rPr>
                        <a:t>グロース（ツール）</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none" lIns="171450" tIns="57150" rIns="171450" bIns="57150">
                      <a:noAutofit/>
                    </a:bodyPr>
                    <a:lstStyle/>
                    <a:p>
                      <a:pPr algn="ctr">
                        <a:spcBef>
                          <a:spcPts val="0"/>
                        </a:spcBef>
                        <a:spcAft>
                          <a:spcPts val="0"/>
                        </a:spcAft>
                      </a:pPr>
                      <a:r>
                        <a:rPr sz="3000" b="1">
                          <a:solidFill>
                            <a:srgbClr val="182E65"/>
                          </a:solidFill>
                          <a:latin typeface="Noto Sans JP"/>
                          <a:ea typeface="Noto Sans JP"/>
                          <a:cs typeface="Noto Sans JP"/>
                        </a:rPr>
                        <a:t>5万円</a:t>
                      </a:r>
                    </a:p>
                    <a:p>
                      <a:pPr algn="ctr">
                        <a:spcBef>
                          <a:spcPts val="0"/>
                        </a:spcBef>
                        <a:spcAft>
                          <a:spcPts val="0"/>
                        </a:spcAft>
                      </a:pPr>
                      <a:r>
                        <a:rPr sz="1275" b="0">
                          <a:solidFill>
                            <a:srgbClr val="526078"/>
                          </a:solidFill>
                          <a:latin typeface="Noto Sans JP"/>
                          <a:ea typeface="Noto Sans JP"/>
                          <a:cs typeface="Noto Sans JP"/>
                        </a:rPr>
                        <a:t>税別／税込55,000円</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none" lIns="171450" tIns="57150" rIns="171450" bIns="57150">
                      <a:noAutofit/>
                    </a:bodyPr>
                    <a:lstStyle/>
                    <a:p>
                      <a:pPr algn="ctr"/>
                      <a:r>
                        <a:rPr sz="1650" b="0">
                          <a:solidFill>
                            <a:srgbClr val="172943"/>
                          </a:solidFill>
                          <a:latin typeface="Noto Sans JP"/>
                          <a:ea typeface="Noto Sans JP"/>
                          <a:cs typeface="Noto Sans JP"/>
                        </a:rPr>
                        <a:t>AI記事の生成と</a:t>
                      </a:r>
                    </a:p>
                    <a:p>
                      <a:pPr algn="ctr"/>
                      <a:r>
                        <a:rPr sz="1650" b="0">
                          <a:solidFill>
                            <a:srgbClr val="172943"/>
                          </a:solidFill>
                          <a:latin typeface="Noto Sans JP"/>
                          <a:ea typeface="Noto Sans JP"/>
                          <a:cs typeface="Noto Sans JP"/>
                        </a:rPr>
                        <a:t>AI検索での表示を計測</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838200">
                <a:tc>
                  <a:txBody>
                    <a:bodyPr wrap="none" lIns="171450" tIns="57150" rIns="171450" bIns="57150">
                      <a:noAutofit/>
                    </a:bodyPr>
                    <a:lstStyle/>
                    <a:p>
                      <a:pPr algn="l"/>
                      <a:r>
                        <a:rPr sz="1650" b="1">
                          <a:solidFill>
                            <a:srgbClr val="172943"/>
                          </a:solidFill>
                          <a:latin typeface="Noto Sans JP"/>
                          <a:ea typeface="Noto Sans JP"/>
                          <a:cs typeface="Noto Sans JP"/>
                        </a:rPr>
                        <a:t>CINC AIsearchmap</a:t>
                      </a:r>
                    </a:p>
                    <a:p>
                      <a:pPr algn="l"/>
                      <a:r>
                        <a:rPr sz="1650" b="1">
                          <a:solidFill>
                            <a:srgbClr val="172943"/>
                          </a:solidFill>
                          <a:latin typeface="Noto Sans JP"/>
                          <a:ea typeface="Noto Sans JP"/>
                          <a:cs typeface="Noto Sans JP"/>
                        </a:rPr>
                        <a:t>BPO（実行代行）</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none" lIns="171450" tIns="57150" rIns="171450" bIns="57150">
                      <a:noAutofit/>
                    </a:bodyPr>
                    <a:lstStyle/>
                    <a:p>
                      <a:pPr algn="ctr">
                        <a:spcBef>
                          <a:spcPts val="0"/>
                        </a:spcBef>
                        <a:spcAft>
                          <a:spcPts val="0"/>
                        </a:spcAft>
                      </a:pPr>
                      <a:r>
                        <a:rPr sz="3000" b="1">
                          <a:solidFill>
                            <a:srgbClr val="182E65"/>
                          </a:solidFill>
                          <a:latin typeface="Noto Sans JP"/>
                          <a:ea typeface="Noto Sans JP"/>
                          <a:cs typeface="Noto Sans JP"/>
                        </a:rPr>
                        <a:t>19.8万円</a:t>
                      </a:r>
                    </a:p>
                    <a:p>
                      <a:pPr algn="ctr">
                        <a:spcBef>
                          <a:spcPts val="0"/>
                        </a:spcBef>
                        <a:spcAft>
                          <a:spcPts val="0"/>
                        </a:spcAft>
                      </a:pPr>
                      <a:r>
                        <a:rPr sz="1275" b="0">
                          <a:solidFill>
                            <a:srgbClr val="526078"/>
                          </a:solidFill>
                          <a:latin typeface="Noto Sans JP"/>
                          <a:ea typeface="Noto Sans JP"/>
                          <a:cs typeface="Noto Sans JP"/>
                        </a:rPr>
                        <a:t>税別／税込217,800円</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none" lIns="171450" tIns="57150" rIns="171450" bIns="57150">
                      <a:noAutofit/>
                    </a:bodyPr>
                    <a:lstStyle/>
                    <a:p>
                      <a:pPr algn="ctr"/>
                      <a:r>
                        <a:rPr sz="1650" b="0">
                          <a:solidFill>
                            <a:srgbClr val="172943"/>
                          </a:solidFill>
                          <a:latin typeface="Noto Sans JP"/>
                          <a:ea typeface="Noto Sans JP"/>
                          <a:cs typeface="Noto Sans JP"/>
                        </a:rPr>
                        <a:t>記事制作・サイト改修を</a:t>
                      </a:r>
                    </a:p>
                    <a:p>
                      <a:pPr algn="ctr"/>
                      <a:r>
                        <a:rPr sz="1650" b="0">
                          <a:solidFill>
                            <a:srgbClr val="172943"/>
                          </a:solidFill>
                          <a:latin typeface="Noto Sans JP"/>
                          <a:ea typeface="Noto Sans JP"/>
                          <a:cs typeface="Noto Sans JP"/>
                        </a:rPr>
                        <a:t>専門チームが実行</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838200">
                <a:tc>
                  <a:txBody>
                    <a:bodyPr wrap="none" lIns="171450" tIns="57150" rIns="171450" bIns="57150">
                      <a:noAutofit/>
                    </a:bodyPr>
                    <a:lstStyle/>
                    <a:p>
                      <a:pPr algn="l"/>
                      <a:r>
                        <a:rPr sz="1650" b="1">
                          <a:solidFill>
                            <a:srgbClr val="172943"/>
                          </a:solidFill>
                          <a:latin typeface="Noto Sans JP"/>
                          <a:ea typeface="Noto Sans JP"/>
                          <a:cs typeface="Noto Sans JP"/>
                        </a:rPr>
                        <a:t>ナイル</a:t>
                      </a:r>
                    </a:p>
                    <a:p>
                      <a:pPr algn="l"/>
                      <a:r>
                        <a:rPr sz="1650" b="1">
                          <a:solidFill>
                            <a:srgbClr val="172943"/>
                          </a:solidFill>
                          <a:latin typeface="Noto Sans JP"/>
                          <a:ea typeface="Noto Sans JP"/>
                          <a:cs typeface="Noto Sans JP"/>
                        </a:rPr>
                        <a:t>LLMOコンサル</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none" lIns="171450" tIns="57150" rIns="171450" bIns="57150">
                      <a:noAutofit/>
                    </a:bodyPr>
                    <a:lstStyle/>
                    <a:p>
                      <a:pPr algn="ctr">
                        <a:spcBef>
                          <a:spcPts val="0"/>
                        </a:spcBef>
                        <a:spcAft>
                          <a:spcPts val="0"/>
                        </a:spcAft>
                      </a:pPr>
                      <a:r>
                        <a:rPr sz="3000" b="1">
                          <a:solidFill>
                            <a:srgbClr val="182E65"/>
                          </a:solidFill>
                          <a:latin typeface="Noto Sans JP"/>
                          <a:ea typeface="Noto Sans JP"/>
                          <a:cs typeface="Noto Sans JP"/>
                        </a:rPr>
                        <a:t>30万円〜</a:t>
                      </a:r>
                    </a:p>
                    <a:p>
                      <a:pPr algn="ctr">
                        <a:spcBef>
                          <a:spcPts val="0"/>
                        </a:spcBef>
                        <a:spcAft>
                          <a:spcPts val="0"/>
                        </a:spcAft>
                      </a:pPr>
                      <a:r>
                        <a:rPr sz="1275" b="0">
                          <a:solidFill>
                            <a:srgbClr val="526078"/>
                          </a:solidFill>
                          <a:latin typeface="Noto Sans JP"/>
                          <a:ea typeface="Noto Sans JP"/>
                          <a:cs typeface="Noto Sans JP"/>
                        </a:rPr>
                        <a:t>税区分は未確認</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none" lIns="171450" tIns="57150" rIns="171450" bIns="57150">
                      <a:noAutofit/>
                    </a:bodyPr>
                    <a:lstStyle/>
                    <a:p>
                      <a:pPr algn="ctr"/>
                      <a:r>
                        <a:rPr sz="1650" b="0">
                          <a:solidFill>
                            <a:srgbClr val="172943"/>
                          </a:solidFill>
                          <a:latin typeface="Noto Sans JP"/>
                          <a:ea typeface="Noto Sans JP"/>
                          <a:cs typeface="Noto Sans JP"/>
                        </a:rPr>
                        <a:t>現状調査・戦略設計・改善提案</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838200">
                <a:tc>
                  <a:txBody>
                    <a:bodyPr wrap="none" lIns="171450" tIns="57150" rIns="171450" bIns="57150">
                      <a:noAutofit/>
                    </a:bodyPr>
                    <a:lstStyle/>
                    <a:p>
                      <a:pPr algn="l"/>
                      <a:r>
                        <a:rPr sz="1650" b="1">
                          <a:solidFill>
                            <a:srgbClr val="172943"/>
                          </a:solidFill>
                          <a:latin typeface="Noto Sans JP"/>
                          <a:ea typeface="Noto Sans JP"/>
                          <a:cs typeface="Noto Sans JP"/>
                        </a:rPr>
                        <a:t>メディくる</a:t>
                      </a:r>
                    </a:p>
                    <a:p>
                      <a:pPr algn="l"/>
                      <a:r>
                        <a:rPr sz="1650" b="1">
                          <a:solidFill>
                            <a:srgbClr val="A78025"/>
                          </a:solidFill>
                          <a:latin typeface="Noto Sans JP"/>
                          <a:ea typeface="Noto Sans JP"/>
                          <a:cs typeface="Noto Sans JP"/>
                        </a:rPr>
                        <a:t>基本・おすすめプラン</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9E9"/>
                    </a:solidFill>
                  </a:tcPr>
                </a:tc>
                <a:tc>
                  <a:txBody>
                    <a:bodyPr wrap="none" lIns="171450" tIns="57150" rIns="171450" bIns="57150">
                      <a:noAutofit/>
                    </a:bodyPr>
                    <a:lstStyle/>
                    <a:p>
                      <a:pPr algn="ctr">
                        <a:spcBef>
                          <a:spcPts val="0"/>
                        </a:spcBef>
                        <a:spcAft>
                          <a:spcPts val="0"/>
                        </a:spcAft>
                      </a:pPr>
                      <a:r>
                        <a:rPr sz="3300" b="1">
                          <a:solidFill>
                            <a:srgbClr val="A78025"/>
                          </a:solidFill>
                          <a:latin typeface="Noto Sans JP"/>
                          <a:ea typeface="Noto Sans JP"/>
                          <a:cs typeface="Noto Sans JP"/>
                        </a:rPr>
                        <a:t>10万円</a:t>
                      </a:r>
                    </a:p>
                    <a:p>
                      <a:pPr algn="ctr">
                        <a:spcBef>
                          <a:spcPts val="0"/>
                        </a:spcBef>
                        <a:spcAft>
                          <a:spcPts val="0"/>
                        </a:spcAft>
                      </a:pPr>
                      <a:r>
                        <a:rPr sz="1275" b="0">
                          <a:solidFill>
                            <a:srgbClr val="526078"/>
                          </a:solidFill>
                          <a:latin typeface="Noto Sans JP"/>
                          <a:ea typeface="Noto Sans JP"/>
                          <a:cs typeface="Noto Sans JP"/>
                        </a:rPr>
                        <a:t>税別／税込110,000円</a:t>
                      </a:r>
                    </a:p>
                  </a:txBody>
                  <a:tcPr marL="91440" marR="91440" marT="45720" marB="45720" anchor="ctr">
                    <a:lnR w="9525">
                      <a:solidFill>
                        <a:srgbClr val="D8DDE5"/>
                      </a:solidFill>
                      <a:prstDash val="solid"/>
                    </a:lnR>
                    <a:lnB w="9525">
                      <a:solidFill>
                        <a:srgbClr val="D8DDE5"/>
                      </a:solidFill>
                      <a:prstDash val="solid"/>
                    </a:lnB>
                    <a:solidFill>
                      <a:srgbClr val="FFF9E9"/>
                    </a:solidFill>
                  </a:tcPr>
                </a:tc>
                <a:tc>
                  <a:txBody>
                    <a:bodyPr wrap="none" lIns="171450" tIns="57150" rIns="171450" bIns="57150">
                      <a:noAutofit/>
                    </a:bodyPr>
                    <a:lstStyle/>
                    <a:p>
                      <a:pPr algn="ctr"/>
                      <a:r>
                        <a:rPr sz="1650" b="0">
                          <a:solidFill>
                            <a:srgbClr val="172943"/>
                          </a:solidFill>
                          <a:latin typeface="Noto Sans JP"/>
                          <a:ea typeface="Noto Sans JP"/>
                          <a:cs typeface="Noto Sans JP"/>
                        </a:rPr>
                        <a:t>大手ニュースの正式取材記事を土台に、</a:t>
                      </a:r>
                    </a:p>
                    <a:p>
                      <a:pPr algn="ctr"/>
                      <a:r>
                        <a:rPr sz="1650" b="0">
                          <a:solidFill>
                            <a:srgbClr val="172943"/>
                          </a:solidFill>
                          <a:latin typeface="Noto Sans JP"/>
                          <a:ea typeface="Noto Sans JP"/>
                          <a:cs typeface="Noto Sans JP"/>
                        </a:rPr>
                        <a:t>指名＋一般検索のAI引用対策を運用</a:t>
                      </a:r>
                    </a:p>
                  </a:txBody>
                  <a:tcPr marL="91440" marR="91440" marT="45720" marB="45720" anchor="ctr">
                    <a:lnR w="9525">
                      <a:solidFill>
                        <a:srgbClr val="D8DDE5"/>
                      </a:solidFill>
                      <a:prstDash val="solid"/>
                    </a:lnR>
                    <a:lnB w="9525">
                      <a:solidFill>
                        <a:srgbClr val="D8DDE5"/>
                      </a:solidFill>
                      <a:prstDash val="solid"/>
                    </a:lnB>
                    <a:solidFill>
                      <a:srgbClr val="FFF9E9"/>
                    </a:solidFill>
                  </a:tcPr>
                </a:tc>
              </a:tr>
            </a:tbl>
          </a:graphicData>
        </a:graphic>
      </p:graphicFrame>
      <p:sp>
        <p:nvSpPr>
          <p:cNvPr id="5" name="メディくる基本プラン：初期0円（キャンペーン）／最低6か月・6か月ごと自動更新">
            <a:extLst xmlns:a="http://schemas.openxmlformats.org/drawingml/2006/main">
              <a:ext uri="{FF2B5EF4-FFF2-40B4-BE49-F238E27FC236}">
                <a16:creationId xmlns:a16="http://schemas.microsoft.com/office/drawing/2014/main" id="{AFEE3D69-863A-44EE-A48C-74A61B6882EA}"/>
              </a:ext>
            </a:extLst>
          </p:cNvPr>
          <p:cNvSpPr>
            <a:spLocks xmlns:a="http://schemas.openxmlformats.org/drawingml/2006/main" noGrp="1"/>
          </p:cNvSpPr>
          <p:nvPr/>
        </p:nvSpPr>
        <p:spPr>
          <a:xfrm xmlns:a="http://schemas.openxmlformats.org/drawingml/2006/main">
            <a:off x="609600" y="5619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526078"/>
                </a:solidFill>
                <a:latin typeface="Noto Sans JP"/>
                <a:ea typeface="Noto Sans JP"/>
                <a:cs typeface="Noto Sans JP"/>
              </a:defRPr>
            </a:defPPr>
            <a:lvl1pPr algn="l">
              <a:defRPr sz="1275" b="0">
                <a:solidFill>
                  <a:srgbClr val="526078"/>
                </a:solidFill>
                <a:latin typeface="Noto Sans JP"/>
                <a:ea typeface="Noto Sans JP"/>
                <a:cs typeface="Noto Sans JP"/>
              </a:defRPr>
            </a:lvl1pPr>
            <a:lvl2pPr algn="l">
              <a:defRPr sz="1275" b="0">
                <a:solidFill>
                  <a:srgbClr val="526078"/>
                </a:solidFill>
                <a:latin typeface="Noto Sans JP"/>
                <a:ea typeface="Noto Sans JP"/>
                <a:cs typeface="Noto Sans JP"/>
              </a:defRPr>
            </a:lvl2pPr>
            <a:lvl3pPr algn="l">
              <a:defRPr sz="1275" b="0">
                <a:solidFill>
                  <a:srgbClr val="526078"/>
                </a:solidFill>
                <a:latin typeface="Noto Sans JP"/>
                <a:ea typeface="Noto Sans JP"/>
                <a:cs typeface="Noto Sans JP"/>
              </a:defRPr>
            </a:lvl3pPr>
            <a:lvl4pPr algn="l">
              <a:defRPr sz="1275" b="0">
                <a:solidFill>
                  <a:srgbClr val="526078"/>
                </a:solidFill>
                <a:latin typeface="Noto Sans JP"/>
                <a:ea typeface="Noto Sans JP"/>
                <a:cs typeface="Noto Sans JP"/>
              </a:defRPr>
            </a:lvl4pPr>
            <a:lvl5pPr algn="l">
              <a:defRPr sz="1275" b="0">
                <a:solidFill>
                  <a:srgbClr val="526078"/>
                </a:solidFill>
                <a:latin typeface="Noto Sans JP"/>
                <a:ea typeface="Noto Sans JP"/>
                <a:cs typeface="Noto Sans JP"/>
              </a:defRPr>
            </a:lvl5pPr>
            <a:lvl6pPr algn="l">
              <a:defRPr sz="1275" b="0">
                <a:solidFill>
                  <a:srgbClr val="526078"/>
                </a:solidFill>
                <a:latin typeface="Noto Sans JP"/>
                <a:ea typeface="Noto Sans JP"/>
                <a:cs typeface="Noto Sans JP"/>
              </a:defRPr>
            </a:lvl6pPr>
            <a:lvl7pPr algn="l">
              <a:defRPr sz="1275" b="0">
                <a:solidFill>
                  <a:srgbClr val="526078"/>
                </a:solidFill>
                <a:latin typeface="Noto Sans JP"/>
                <a:ea typeface="Noto Sans JP"/>
                <a:cs typeface="Noto Sans JP"/>
              </a:defRPr>
            </a:lvl7pPr>
            <a:lvl8pPr algn="l">
              <a:defRPr sz="1275" b="0">
                <a:solidFill>
                  <a:srgbClr val="526078"/>
                </a:solidFill>
                <a:latin typeface="Noto Sans JP"/>
                <a:ea typeface="Noto Sans JP"/>
                <a:cs typeface="Noto Sans JP"/>
              </a:defRPr>
            </a:lvl8pPr>
            <a:lvl9pPr algn="l">
              <a:defRPr sz="1275" b="0">
                <a:solidFill>
                  <a:srgbClr val="526078"/>
                </a:solidFill>
                <a:latin typeface="Noto Sans JP"/>
                <a:ea typeface="Noto Sans JP"/>
                <a:cs typeface="Noto Sans JP"/>
              </a:defRPr>
            </a:lvl9pPr>
          </a:lstStyle>
          <a:p xmlns:a="http://schemas.openxmlformats.org/drawingml/2006/main">
            <a:pPr algn="l">
              <a:defRPr sz="1275" b="0">
                <a:solidFill>
                  <a:srgbClr val="526078"/>
                </a:solidFill>
                <a:latin typeface="Noto Sans JP"/>
                <a:ea typeface="Noto Sans JP"/>
                <a:cs typeface="Noto Sans JP"/>
              </a:defRPr>
            </a:pPr>
            <a:r>
              <a:rPr sz="1275" b="0">
                <a:solidFill>
                  <a:srgbClr val="526078"/>
                </a:solidFill>
                <a:latin typeface="Noto Sans JP"/>
                <a:ea typeface="Noto Sans JP"/>
                <a:cs typeface="Noto Sans JP"/>
              </a:rPr>
              <a:t>メディくる基本プラン：初期0円（キャンペーン）／最低6か月・6か月ごと自動更新</a:t>
            </a:r>
          </a:p>
        </p:txBody>
      </p:sp>
      <p:sp>
        <p:nvSpPr>
          <p:cNvPr id="6" name="支援範囲は各社で異なります。詳細は次頁と各社公式へ。">
            <a:extLst xmlns:a="http://schemas.openxmlformats.org/drawingml/2006/main">
              <a:ext uri="{FF2B5EF4-FFF2-40B4-BE49-F238E27FC236}">
                <a16:creationId xmlns:a16="http://schemas.microsoft.com/office/drawing/2014/main" id="{47F51131-E2CD-49D7-810A-48E0E337DD52}"/>
              </a:ext>
            </a:extLst>
          </p:cNvPr>
          <p:cNvSpPr>
            <a:spLocks xmlns:a="http://schemas.openxmlformats.org/drawingml/2006/main" noGrp="1"/>
          </p:cNvSpPr>
          <p:nvPr/>
        </p:nvSpPr>
        <p:spPr>
          <a:xfrm xmlns:a="http://schemas.openxmlformats.org/drawingml/2006/main">
            <a:off x="609600" y="58864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rPr>
              <a:t>支援範囲は各社で異なります。詳細は次頁と各社公式へ。</a:t>
            </a:r>
          </a:p>
        </p:txBody>
      </p:sp>
      <p:sp>
        <p:nvSpPr>
          <p:cNvPr id="7" name="LLMOチェキ公式">
            <a:extLst xmlns:a="http://schemas.openxmlformats.org/drawingml/2006/main">
              <a:ext uri="{FF2B5EF4-FFF2-40B4-BE49-F238E27FC236}">
                <a16:creationId xmlns:a16="http://schemas.microsoft.com/office/drawing/2014/main" id="{93BFED08-6820-47B6-80DC-181B9AB5626A}"/>
              </a:ext>
            </a:extLst>
          </p:cNvPr>
          <p:cNvSpPr>
            <a:spLocks xmlns:a="http://schemas.openxmlformats.org/drawingml/2006/main" noGrp="1"/>
          </p:cNvSpPr>
          <p:nvPr/>
        </p:nvSpPr>
        <p:spPr>
          <a:xfrm xmlns:a="http://schemas.openxmlformats.org/drawingml/2006/main">
            <a:off x="6667500" y="5886450"/>
            <a:ext cx="1666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hlinkClick xmlns:r="http://schemas.openxmlformats.org/officeDocument/2006/relationships" r:id="R48b85810115f485d"/>
              </a:rPr>
              <a:t>LLMOチェキ公式</a:t>
            </a:r>
          </a:p>
        </p:txBody>
      </p:sp>
      <p:sp>
        <p:nvSpPr>
          <p:cNvPr id="8" name="CINC公式">
            <a:extLst xmlns:a="http://schemas.openxmlformats.org/drawingml/2006/main">
              <a:ext uri="{FF2B5EF4-FFF2-40B4-BE49-F238E27FC236}">
                <a16:creationId xmlns:a16="http://schemas.microsoft.com/office/drawing/2014/main" id="{DB2A41C0-DC9E-400F-9FDC-02108C002105}"/>
              </a:ext>
            </a:extLst>
          </p:cNvPr>
          <p:cNvSpPr>
            <a:spLocks xmlns:a="http://schemas.openxmlformats.org/drawingml/2006/main" noGrp="1"/>
          </p:cNvSpPr>
          <p:nvPr/>
        </p:nvSpPr>
        <p:spPr>
          <a:xfrm xmlns:a="http://schemas.openxmlformats.org/drawingml/2006/main">
            <a:off x="8429625" y="58864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hlinkClick xmlns:r="http://schemas.openxmlformats.org/officeDocument/2006/relationships" r:id="R05197c5cdbf44878"/>
              </a:rPr>
              <a:t>CINC公式</a:t>
            </a:r>
          </a:p>
        </p:txBody>
      </p:sp>
      <p:sp>
        <p:nvSpPr>
          <p:cNvPr id="9" name="ナイル公式">
            <a:extLst xmlns:a="http://schemas.openxmlformats.org/drawingml/2006/main">
              <a:ext uri="{FF2B5EF4-FFF2-40B4-BE49-F238E27FC236}">
                <a16:creationId xmlns:a16="http://schemas.microsoft.com/office/drawing/2014/main" id="{6A6731FC-8FFE-4086-B9D6-B69D4505A501}"/>
              </a:ext>
            </a:extLst>
          </p:cNvPr>
          <p:cNvSpPr>
            <a:spLocks xmlns:a="http://schemas.openxmlformats.org/drawingml/2006/main" noGrp="1"/>
          </p:cNvSpPr>
          <p:nvPr/>
        </p:nvSpPr>
        <p:spPr>
          <a:xfrm xmlns:a="http://schemas.openxmlformats.org/drawingml/2006/main">
            <a:off x="10287000" y="5886450"/>
            <a:ext cx="1295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hlinkClick xmlns:r="http://schemas.openxmlformats.org/officeDocument/2006/relationships" r:id="Rddd6aac9dc65455f"/>
              </a:rPr>
              <a:t>ナイル公式</a:t>
            </a:r>
          </a:p>
        </p:txBody>
      </p:sp>
      <p:sp>
        <p:nvSpPr>
          <p:cNvPr id="10" name="">
            <a:extLst xmlns:a="http://schemas.openxmlformats.org/drawingml/2006/main">
              <a:ext uri="{FF2B5EF4-FFF2-40B4-BE49-F238E27FC236}">
                <a16:creationId xmlns:a16="http://schemas.microsoft.com/office/drawing/2014/main" id="{5999F658-BB19-44DB-A00D-BA1592ECB1DA}"/>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11" name="メディくる  /  AI検索ブランディング サービスご案内">
            <a:extLst xmlns:a="http://schemas.openxmlformats.org/drawingml/2006/main">
              <a:ext uri="{FF2B5EF4-FFF2-40B4-BE49-F238E27FC236}">
                <a16:creationId xmlns:a16="http://schemas.microsoft.com/office/drawing/2014/main" id="{5150FEB8-A1F2-4271-BC5E-55BDE8CC6B69}"/>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12" name="38">
            <a:extLst xmlns:a="http://schemas.openxmlformats.org/drawingml/2006/main">
              <a:ext uri="{FF2B5EF4-FFF2-40B4-BE49-F238E27FC236}">
                <a16:creationId xmlns:a16="http://schemas.microsoft.com/office/drawing/2014/main" id="{F2D30DA0-9BC5-4CBC-A5F5-D33411E041C3}"/>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43</a:t>
            </a:r>
          </a:p>
        </p:txBody>
      </p:sp>
    </p:spTree>
    <p:extLst>
      <p:ext uri="{BB962C8B-B14F-4D97-AF65-F5344CB8AC3E}">
        <p14:creationId xmlns:p14="http://schemas.microsoft.com/office/powerpoint/2010/main" val="123959917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5  他社サービスとの比較">
            <a:extLst xmlns:a="http://schemas.openxmlformats.org/drawingml/2006/main">
              <a:ext uri="{FF2B5EF4-FFF2-40B4-BE49-F238E27FC236}">
                <a16:creationId xmlns:a16="http://schemas.microsoft.com/office/drawing/2014/main" id="{56AF336F-7D6F-4A8C-8DDD-261D700B8AFA}"/>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05  他社サービスとの比較</a:t>
            </a:r>
          </a:p>
        </p:txBody>
      </p:sp>
      <p:sp>
        <p:nvSpPr>
          <p:cNvPr id="2" name="対象となる検索と、実施する作業の比較">
            <a:extLst xmlns:a="http://schemas.openxmlformats.org/drawingml/2006/main">
              <a:ext uri="{FF2B5EF4-FFF2-40B4-BE49-F238E27FC236}">
                <a16:creationId xmlns:a16="http://schemas.microsoft.com/office/drawing/2014/main" id="{29A392AB-F106-4054-8F97-BF667F171AD7}"/>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vl1pPr algn="l">
              <a:defRPr sz="3150" b="1">
                <a:solidFill>
                  <a:srgbClr val="182E65"/>
                </a:solidFill>
                <a:latin typeface="Noto Sans JP"/>
                <a:ea typeface="Noto Sans JP"/>
                <a:cs typeface="Noto Sans JP"/>
              </a:defRPr>
            </a:lvl1pPr>
            <a:lvl2pPr algn="l">
              <a:defRPr sz="3150" b="1">
                <a:solidFill>
                  <a:srgbClr val="182E65"/>
                </a:solidFill>
                <a:latin typeface="Noto Sans JP"/>
                <a:ea typeface="Noto Sans JP"/>
                <a:cs typeface="Noto Sans JP"/>
              </a:defRPr>
            </a:lvl2pPr>
            <a:lvl3pPr algn="l">
              <a:defRPr sz="3150" b="1">
                <a:solidFill>
                  <a:srgbClr val="182E65"/>
                </a:solidFill>
                <a:latin typeface="Noto Sans JP"/>
                <a:ea typeface="Noto Sans JP"/>
                <a:cs typeface="Noto Sans JP"/>
              </a:defRPr>
            </a:lvl3pPr>
            <a:lvl4pPr algn="l">
              <a:defRPr sz="3150" b="1">
                <a:solidFill>
                  <a:srgbClr val="182E65"/>
                </a:solidFill>
                <a:latin typeface="Noto Sans JP"/>
                <a:ea typeface="Noto Sans JP"/>
                <a:cs typeface="Noto Sans JP"/>
              </a:defRPr>
            </a:lvl4pPr>
            <a:lvl5pPr algn="l">
              <a:defRPr sz="3150" b="1">
                <a:solidFill>
                  <a:srgbClr val="182E65"/>
                </a:solidFill>
                <a:latin typeface="Noto Sans JP"/>
                <a:ea typeface="Noto Sans JP"/>
                <a:cs typeface="Noto Sans JP"/>
              </a:defRPr>
            </a:lvl5pPr>
            <a:lvl6pPr algn="l">
              <a:defRPr sz="3150" b="1">
                <a:solidFill>
                  <a:srgbClr val="182E65"/>
                </a:solidFill>
                <a:latin typeface="Noto Sans JP"/>
                <a:ea typeface="Noto Sans JP"/>
                <a:cs typeface="Noto Sans JP"/>
              </a:defRPr>
            </a:lvl6pPr>
            <a:lvl7pPr algn="l">
              <a:defRPr sz="3150" b="1">
                <a:solidFill>
                  <a:srgbClr val="182E65"/>
                </a:solidFill>
                <a:latin typeface="Noto Sans JP"/>
                <a:ea typeface="Noto Sans JP"/>
                <a:cs typeface="Noto Sans JP"/>
              </a:defRPr>
            </a:lvl7pPr>
            <a:lvl8pPr algn="l">
              <a:defRPr sz="3150" b="1">
                <a:solidFill>
                  <a:srgbClr val="182E65"/>
                </a:solidFill>
                <a:latin typeface="Noto Sans JP"/>
                <a:ea typeface="Noto Sans JP"/>
                <a:cs typeface="Noto Sans JP"/>
              </a:defRPr>
            </a:lvl8pPr>
            <a:lvl9pPr algn="l">
              <a:defRPr sz="3150" b="1">
                <a:solidFill>
                  <a:srgbClr val="182E65"/>
                </a:solidFill>
                <a:latin typeface="Noto Sans JP"/>
                <a:ea typeface="Noto Sans JP"/>
                <a:cs typeface="Noto Sans JP"/>
              </a:defRPr>
            </a:lvl9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対象となる検索と、実施する作業の比較</a:t>
            </a:r>
          </a:p>
        </p:txBody>
      </p:sp>
      <p:sp>
        <p:nvSpPr>
          <p:cNvPr id="3" name="指名検索・一般検索の範囲と、記事制作・施策実行まで含むかを確認します。">
            <a:extLst xmlns:a="http://schemas.openxmlformats.org/drawingml/2006/main">
              <a:ext uri="{FF2B5EF4-FFF2-40B4-BE49-F238E27FC236}">
                <a16:creationId xmlns:a16="http://schemas.microsoft.com/office/drawing/2014/main" id="{81D330BB-8491-44C8-8C30-0AF5C1A9D538}"/>
              </a:ext>
            </a:extLst>
          </p:cNvPr>
          <p:cNvSpPr>
            <a:spLocks xmlns:a="http://schemas.openxmlformats.org/drawingml/2006/main" noGrp="1"/>
          </p:cNvSpPr>
          <p:nvPr/>
        </p:nvSpPr>
        <p:spPr>
          <a:xfrm xmlns:a="http://schemas.openxmlformats.org/drawingml/2006/main">
            <a:off x="609600" y="13620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526078"/>
                </a:solidFill>
                <a:latin typeface="Noto Sans JP"/>
                <a:ea typeface="Noto Sans JP"/>
                <a:cs typeface="Noto Sans JP"/>
              </a:defRPr>
            </a:defPPr>
            <a:lvl1pPr algn="l">
              <a:defRPr sz="1500" b="0">
                <a:solidFill>
                  <a:srgbClr val="526078"/>
                </a:solidFill>
                <a:latin typeface="Noto Sans JP"/>
                <a:ea typeface="Noto Sans JP"/>
                <a:cs typeface="Noto Sans JP"/>
              </a:defRPr>
            </a:lvl1pPr>
            <a:lvl2pPr algn="l">
              <a:defRPr sz="1500" b="0">
                <a:solidFill>
                  <a:srgbClr val="526078"/>
                </a:solidFill>
                <a:latin typeface="Noto Sans JP"/>
                <a:ea typeface="Noto Sans JP"/>
                <a:cs typeface="Noto Sans JP"/>
              </a:defRPr>
            </a:lvl2pPr>
            <a:lvl3pPr algn="l">
              <a:defRPr sz="1500" b="0">
                <a:solidFill>
                  <a:srgbClr val="526078"/>
                </a:solidFill>
                <a:latin typeface="Noto Sans JP"/>
                <a:ea typeface="Noto Sans JP"/>
                <a:cs typeface="Noto Sans JP"/>
              </a:defRPr>
            </a:lvl3pPr>
            <a:lvl4pPr algn="l">
              <a:defRPr sz="1500" b="0">
                <a:solidFill>
                  <a:srgbClr val="526078"/>
                </a:solidFill>
                <a:latin typeface="Noto Sans JP"/>
                <a:ea typeface="Noto Sans JP"/>
                <a:cs typeface="Noto Sans JP"/>
              </a:defRPr>
            </a:lvl4pPr>
            <a:lvl5pPr algn="l">
              <a:defRPr sz="1500" b="0">
                <a:solidFill>
                  <a:srgbClr val="526078"/>
                </a:solidFill>
                <a:latin typeface="Noto Sans JP"/>
                <a:ea typeface="Noto Sans JP"/>
                <a:cs typeface="Noto Sans JP"/>
              </a:defRPr>
            </a:lvl5pPr>
            <a:lvl6pPr algn="l">
              <a:defRPr sz="1500" b="0">
                <a:solidFill>
                  <a:srgbClr val="526078"/>
                </a:solidFill>
                <a:latin typeface="Noto Sans JP"/>
                <a:ea typeface="Noto Sans JP"/>
                <a:cs typeface="Noto Sans JP"/>
              </a:defRPr>
            </a:lvl6pPr>
            <a:lvl7pPr algn="l">
              <a:defRPr sz="1500" b="0">
                <a:solidFill>
                  <a:srgbClr val="526078"/>
                </a:solidFill>
                <a:latin typeface="Noto Sans JP"/>
                <a:ea typeface="Noto Sans JP"/>
                <a:cs typeface="Noto Sans JP"/>
              </a:defRPr>
            </a:lvl7pPr>
            <a:lvl8pPr algn="l">
              <a:defRPr sz="1500" b="0">
                <a:solidFill>
                  <a:srgbClr val="526078"/>
                </a:solidFill>
                <a:latin typeface="Noto Sans JP"/>
                <a:ea typeface="Noto Sans JP"/>
                <a:cs typeface="Noto Sans JP"/>
              </a:defRPr>
            </a:lvl8pPr>
            <a:lvl9pPr algn="l">
              <a:defRPr sz="1500" b="0">
                <a:solidFill>
                  <a:srgbClr val="526078"/>
                </a:solidFill>
                <a:latin typeface="Noto Sans JP"/>
                <a:ea typeface="Noto Sans JP"/>
                <a:cs typeface="Noto Sans JP"/>
              </a:defRPr>
            </a:lvl9pPr>
          </a:lstStyle>
          <a:p xmlns:a="http://schemas.openxmlformats.org/drawingml/2006/main">
            <a:pPr algn="l">
              <a:defRPr sz="1500" b="0">
                <a:solidFill>
                  <a:srgbClr val="526078"/>
                </a:solidFill>
                <a:latin typeface="Noto Sans JP"/>
                <a:ea typeface="Noto Sans JP"/>
                <a:cs typeface="Noto Sans JP"/>
              </a:defRPr>
            </a:pPr>
            <a:r>
              <a:rPr sz="1500" b="0">
                <a:solidFill>
                  <a:srgbClr val="526078"/>
                </a:solidFill>
                <a:latin typeface="Noto Sans JP"/>
                <a:ea typeface="Noto Sans JP"/>
                <a:cs typeface="Noto Sans JP"/>
              </a:rPr>
              <a:t>指名検索・一般検索の範囲と、記事制作・施策実行まで含むかを確認します。</a:t>
            </a:r>
          </a:p>
        </p:txBody>
      </p:sp>
      <p:sp>
        <p:nvSpPr>
          <p:cNvPr id="4" name="">
            <a:extLst xmlns:a="http://schemas.openxmlformats.org/drawingml/2006/main">
              <a:ext uri="{FF2B5EF4-FFF2-40B4-BE49-F238E27FC236}">
                <a16:creationId xmlns:a16="http://schemas.microsoft.com/office/drawing/2014/main" id="{64DA722F-0D68-473D-B845-096FA0A0A992}"/>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5" name="メディくる  /  AI検索ブランディング サービスご案内">
            <a:extLst xmlns:a="http://schemas.openxmlformats.org/drawingml/2006/main">
              <a:ext uri="{FF2B5EF4-FFF2-40B4-BE49-F238E27FC236}">
                <a16:creationId xmlns:a16="http://schemas.microsoft.com/office/drawing/2014/main" id="{D36880DA-2DB9-40BC-ADFA-74F14DCE79C5}"/>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6" name="39">
            <a:extLst xmlns:a="http://schemas.openxmlformats.org/drawingml/2006/main">
              <a:ext uri="{FF2B5EF4-FFF2-40B4-BE49-F238E27FC236}">
                <a16:creationId xmlns:a16="http://schemas.microsoft.com/office/drawing/2014/main" id="{6D6956B1-2F71-4A94-8EE5-42D3C7D7F10F}"/>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44</a:t>
            </a:r>
          </a:p>
        </p:txBody>
      </p:sp>
      <p:graphicFrame>
        <p:nvGraphicFramePr>
          <p:cNvPr id="7" name="">
            <a:extLst xmlns:a="http://schemas.openxmlformats.org/drawingml/2006/main">
              <a:ext uri="{FF2B5EF4-FFF2-40B4-BE49-F238E27FC236}">
                <a16:creationId xmlns:a16="http://schemas.microsoft.com/office/drawing/2014/main" id="{0748B2F1-3A3F-46E8-95CA-1BC77A82B040}"/>
              </a:ext>
            </a:extLst>
          </p:cNvPr>
          <p:cNvGraphicFramePr/>
          <p:nvPr/>
        </p:nvGraphicFramePr>
        <p:xfrm>
          <a:off xmlns:a="http://schemas.openxmlformats.org/drawingml/2006/main" x="609600" y="1771650"/>
          <a:ext xmlns:a="http://schemas.openxmlformats.org/drawingml/2006/main" cx="10972800" cy="3505200"/>
        </p:xfrm>
        <a:graphic xmlns:a="http://schemas.openxmlformats.org/drawingml/2006/main">
          <a:graphicData uri="http://schemas.openxmlformats.org/drawingml/2006/table">
            <a:tbl>
              <a:tblPr firstRow="0" bandRow="0"/>
              <a:tblGrid>
                <a:gridCol w="2362200"/>
                <a:gridCol w="2495550"/>
                <a:gridCol w="6115050"/>
              </a:tblGrid>
              <a:tr h="457200">
                <a:tc>
                  <a:txBody>
                    <a:bodyPr wrap="none" lIns="142875" tIns="66675" rIns="142875" bIns="66675">
                      <a:noAutofit/>
                    </a:bodyPr>
                    <a:lstStyle/>
                    <a:p>
                      <a:pPr algn="l"/>
                      <a:r>
                        <a:rPr sz="1538" b="1">
                          <a:solidFill>
                            <a:srgbClr val="FFFFFF"/>
                          </a:solidFill>
                          <a:latin typeface="Noto Sans JP"/>
                          <a:ea typeface="Noto Sans JP"/>
                          <a:cs typeface="Noto Sans JP"/>
                        </a:rPr>
                        <a:t>サービス</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none" lIns="142875" tIns="66675" rIns="142875" bIns="66675">
                      <a:noAutofit/>
                    </a:bodyPr>
                    <a:lstStyle/>
                    <a:p>
                      <a:pPr algn="ctr"/>
                      <a:r>
                        <a:rPr sz="1538" b="1">
                          <a:solidFill>
                            <a:srgbClr val="FFFFFF"/>
                          </a:solidFill>
                          <a:latin typeface="Noto Sans JP"/>
                          <a:ea typeface="Noto Sans JP"/>
                          <a:cs typeface="Noto Sans JP"/>
                        </a:rPr>
                        <a:t>対象となる検索</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none" lIns="142875" tIns="66675" rIns="142875" bIns="66675">
                      <a:noAutofit/>
                    </a:bodyPr>
                    <a:lstStyle/>
                    <a:p>
                      <a:pPr algn="ctr"/>
                      <a:r>
                        <a:rPr sz="1538" b="1">
                          <a:solidFill>
                            <a:srgbClr val="FFFFFF"/>
                          </a:solidFill>
                          <a:latin typeface="Noto Sans JP"/>
                          <a:ea typeface="Noto Sans JP"/>
                          <a:cs typeface="Noto Sans JP"/>
                        </a:rPr>
                        <a:t>公開されている主な提供範囲</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762000">
                <a:tc>
                  <a:txBody>
                    <a:bodyPr wrap="none" lIns="142875" tIns="66675" rIns="142875" bIns="66675">
                      <a:noAutofit/>
                    </a:bodyPr>
                    <a:lstStyle/>
                    <a:p>
                      <a:pPr algn="l"/>
                      <a:r>
                        <a:rPr sz="1538" b="1">
                          <a:solidFill>
                            <a:srgbClr val="172943"/>
                          </a:solidFill>
                          <a:latin typeface="Noto Sans JP"/>
                          <a:ea typeface="Noto Sans JP"/>
                          <a:cs typeface="Noto Sans JP"/>
                        </a:rPr>
                        <a:t>LLMOチェキ</a:t>
                      </a:r>
                    </a:p>
                    <a:p>
                      <a:pPr algn="l"/>
                      <a:r>
                        <a:rPr sz="1538" b="1">
                          <a:solidFill>
                            <a:srgbClr val="172943"/>
                          </a:solidFill>
                          <a:latin typeface="Noto Sans JP"/>
                          <a:ea typeface="Noto Sans JP"/>
                          <a:cs typeface="Noto Sans JP"/>
                        </a:rPr>
                        <a:t>グロース</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登録する問いで設計</a:t>
                      </a:r>
                    </a:p>
                    <a:p>
                      <a:pPr algn="ctr"/>
                      <a:r>
                        <a:rPr sz="1538" b="0">
                          <a:solidFill>
                            <a:srgbClr val="172943"/>
                          </a:solidFill>
                          <a:latin typeface="Noto Sans JP"/>
                          <a:ea typeface="Noto Sans JP"/>
                          <a:cs typeface="Noto Sans JP"/>
                        </a:rPr>
                        <a:t>指名トラッキング機能</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AI記事を月10本生成するツールと、AI表示の計測。</a:t>
                      </a:r>
                    </a:p>
                    <a:p>
                      <a:pPr algn="ctr"/>
                      <a:r>
                        <a:rPr sz="1538" b="0">
                          <a:solidFill>
                            <a:srgbClr val="172943"/>
                          </a:solidFill>
                          <a:latin typeface="Noto Sans JP"/>
                          <a:ea typeface="Noto Sans JP"/>
                          <a:cs typeface="Noto Sans JP"/>
                        </a:rPr>
                        <a:t>専任コンサルは別商品。</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62000">
                <a:tc>
                  <a:txBody>
                    <a:bodyPr wrap="none" lIns="142875" tIns="66675" rIns="142875" bIns="66675">
                      <a:noAutofit/>
                    </a:bodyPr>
                    <a:lstStyle/>
                    <a:p>
                      <a:pPr algn="l"/>
                      <a:r>
                        <a:rPr sz="1538" b="1">
                          <a:solidFill>
                            <a:srgbClr val="172943"/>
                          </a:solidFill>
                          <a:latin typeface="Noto Sans JP"/>
                          <a:ea typeface="Noto Sans JP"/>
                          <a:cs typeface="Noto Sans JP"/>
                        </a:rPr>
                        <a:t>CINC AIsearchmap</a:t>
                      </a:r>
                    </a:p>
                    <a:p>
                      <a:pPr algn="l"/>
                      <a:r>
                        <a:rPr sz="1538" b="1">
                          <a:solidFill>
                            <a:srgbClr val="172943"/>
                          </a:solidFill>
                          <a:latin typeface="Noto Sans JP"/>
                          <a:ea typeface="Noto Sans JP"/>
                          <a:cs typeface="Noto Sans JP"/>
                        </a:rPr>
                        <a:t>BPO</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自社・競合の問いを設計</a:t>
                      </a:r>
                    </a:p>
                    <a:p>
                      <a:pPr algn="ctr"/>
                      <a:r>
                        <a:rPr sz="1538" b="0">
                          <a:solidFill>
                            <a:srgbClr val="172943"/>
                          </a:solidFill>
                          <a:latin typeface="Noto Sans JP"/>
                          <a:ea typeface="Noto Sans JP"/>
                          <a:cs typeface="Noto Sans JP"/>
                        </a:rPr>
                        <a:t>指名／一般の区分未公表</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none" lIns="142875" tIns="66675" rIns="142875" bIns="66675">
                      <a:noAutofit/>
                    </a:bodyPr>
                    <a:lstStyle/>
                    <a:p>
                      <a:pPr algn="ctr"/>
                      <a:r>
                        <a:rPr sz="1463" b="0">
                          <a:solidFill>
                            <a:srgbClr val="172943"/>
                          </a:solidFill>
                          <a:latin typeface="Noto Sans JP"/>
                          <a:ea typeface="Noto Sans JP"/>
                          <a:cs typeface="Noto Sans JP"/>
                        </a:rPr>
                        <a:t>PM管理で制作・改修、第三者媒体への掲載・情報修正依頼を実行。</a:t>
                      </a:r>
                    </a:p>
                    <a:p>
                      <a:pPr algn="ctr"/>
                      <a:r>
                        <a:rPr sz="1463" b="0">
                          <a:solidFill>
                            <a:srgbClr val="172943"/>
                          </a:solidFill>
                          <a:latin typeface="Noto Sans JP"/>
                          <a:ea typeface="Noto Sans JP"/>
                          <a:cs typeface="Noto Sans JP"/>
                        </a:rPr>
                        <a:t>PR・note原稿を含むBPO。</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762000">
                <a:tc>
                  <a:txBody>
                    <a:bodyPr wrap="none" lIns="142875" tIns="66675" rIns="142875" bIns="66675">
                      <a:noAutofit/>
                    </a:bodyPr>
                    <a:lstStyle/>
                    <a:p>
                      <a:pPr algn="l"/>
                      <a:r>
                        <a:rPr sz="1538" b="1">
                          <a:solidFill>
                            <a:srgbClr val="172943"/>
                          </a:solidFill>
                          <a:latin typeface="Noto Sans JP"/>
                          <a:ea typeface="Noto Sans JP"/>
                          <a:cs typeface="Noto Sans JP"/>
                        </a:rPr>
                        <a:t>ナイル</a:t>
                      </a:r>
                    </a:p>
                    <a:p>
                      <a:pPr algn="l"/>
                      <a:r>
                        <a:rPr sz="1538" b="1">
                          <a:solidFill>
                            <a:srgbClr val="172943"/>
                          </a:solidFill>
                          <a:latin typeface="Noto Sans JP"/>
                          <a:ea typeface="Noto Sans JP"/>
                          <a:cs typeface="Noto Sans JP"/>
                        </a:rPr>
                        <a:t>LLMOコンサル</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ブランドの推薦・認知</a:t>
                      </a:r>
                    </a:p>
                    <a:p>
                      <a:pPr algn="ctr"/>
                      <a:r>
                        <a:rPr sz="1538" b="0">
                          <a:solidFill>
                            <a:srgbClr val="172943"/>
                          </a:solidFill>
                          <a:latin typeface="Noto Sans JP"/>
                          <a:ea typeface="Noto Sans JP"/>
                          <a:cs typeface="Noto Sans JP"/>
                        </a:rPr>
                        <a:t>指名／一般は個別に確認</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現状調査、戦略設計、改善の提案。</a:t>
                      </a:r>
                    </a:p>
                    <a:p>
                      <a:pPr algn="ctr"/>
                      <a:r>
                        <a:rPr sz="1538" b="0">
                          <a:solidFill>
                            <a:srgbClr val="172943"/>
                          </a:solidFill>
                          <a:latin typeface="Noto Sans JP"/>
                          <a:ea typeface="Noto Sans JP"/>
                          <a:cs typeface="Noto Sans JP"/>
                        </a:rPr>
                        <a:t>実装・制作の範囲は個別に確認。</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62000">
                <a:tc>
                  <a:txBody>
                    <a:bodyPr wrap="none" lIns="142875" tIns="66675" rIns="142875" bIns="66675">
                      <a:noAutofit/>
                    </a:bodyPr>
                    <a:lstStyle/>
                    <a:p>
                      <a:pPr algn="l"/>
                      <a:r>
                        <a:rPr sz="1538" b="1">
                          <a:solidFill>
                            <a:srgbClr val="172943"/>
                          </a:solidFill>
                          <a:latin typeface="Noto Sans JP"/>
                          <a:ea typeface="Noto Sans JP"/>
                          <a:cs typeface="Noto Sans JP"/>
                        </a:rPr>
                        <a:t>メディくる</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none" lIns="142875" tIns="66675" rIns="142875" bIns="66675">
                      <a:noAutofit/>
                    </a:bodyPr>
                    <a:lstStyle/>
                    <a:p>
                      <a:pPr algn="ctr"/>
                      <a:r>
                        <a:rPr sz="1425" b="0">
                          <a:solidFill>
                            <a:srgbClr val="172943"/>
                          </a:solidFill>
                          <a:latin typeface="Noto Sans JP"/>
                          <a:ea typeface="Noto Sans JP"/>
                          <a:cs typeface="Noto Sans JP"/>
                        </a:rPr>
                        <a:t>5万円：指名検索</a:t>
                      </a:r>
                    </a:p>
                    <a:p>
                      <a:pPr algn="ctr"/>
                      <a:r>
                        <a:rPr sz="1425" b="0">
                          <a:solidFill>
                            <a:srgbClr val="172943"/>
                          </a:solidFill>
                          <a:latin typeface="Noto Sans JP"/>
                          <a:ea typeface="Noto Sans JP"/>
                          <a:cs typeface="Noto Sans JP"/>
                        </a:rPr>
                        <a:t>10万円〜：指名＋一般検索</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10万円は指名＋一般検索。</a:t>
                      </a:r>
                    </a:p>
                    <a:p>
                      <a:pPr algn="ctr"/>
                      <a:r>
                        <a:rPr sz="1538" b="0">
                          <a:solidFill>
                            <a:srgbClr val="172943"/>
                          </a:solidFill>
                          <a:latin typeface="Noto Sans JP"/>
                          <a:ea typeface="Noto Sans JP"/>
                          <a:cs typeface="Noto Sans JP"/>
                        </a:rPr>
                        <a:t>20万円はその内容にニュース年2回を追加。</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bl>
          </a:graphicData>
        </a:graphic>
      </p:graphicFrame>
      <p:sp>
        <p:nvSpPr>
          <p:cNvPr id="8" name="掲載依頼・自社記事制作と、大手ニュースでの正式取材・掲載確約は別です。">
            <a:extLst xmlns:a="http://schemas.openxmlformats.org/drawingml/2006/main">
              <a:ext uri="{FF2B5EF4-FFF2-40B4-BE49-F238E27FC236}">
                <a16:creationId xmlns:a16="http://schemas.microsoft.com/office/drawing/2014/main" id="{BADB04F6-2B37-4116-B0CD-FC8C6ADFE609}"/>
              </a:ext>
            </a:extLst>
          </p:cNvPr>
          <p:cNvSpPr>
            <a:spLocks xmlns:a="http://schemas.openxmlformats.org/drawingml/2006/main" noGrp="1"/>
          </p:cNvSpPr>
          <p:nvPr/>
        </p:nvSpPr>
        <p:spPr>
          <a:xfrm xmlns:a="http://schemas.openxmlformats.org/drawingml/2006/main">
            <a:off x="609600" y="54673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38" b="0">
                <a:solidFill>
                  <a:srgbClr val="526078"/>
                </a:solidFill>
                <a:latin typeface="Noto Sans JP"/>
                <a:ea typeface="Noto Sans JP"/>
                <a:cs typeface="Noto Sans JP"/>
              </a:defRPr>
            </a:defPPr>
            <a:lvl1pPr algn="l">
              <a:defRPr sz="1238" b="0">
                <a:solidFill>
                  <a:srgbClr val="526078"/>
                </a:solidFill>
                <a:latin typeface="Noto Sans JP"/>
                <a:ea typeface="Noto Sans JP"/>
                <a:cs typeface="Noto Sans JP"/>
              </a:defRPr>
            </a:lvl1pPr>
            <a:lvl2pPr algn="l">
              <a:defRPr sz="1238" b="0">
                <a:solidFill>
                  <a:srgbClr val="526078"/>
                </a:solidFill>
                <a:latin typeface="Noto Sans JP"/>
                <a:ea typeface="Noto Sans JP"/>
                <a:cs typeface="Noto Sans JP"/>
              </a:defRPr>
            </a:lvl2pPr>
            <a:lvl3pPr algn="l">
              <a:defRPr sz="1238" b="0">
                <a:solidFill>
                  <a:srgbClr val="526078"/>
                </a:solidFill>
                <a:latin typeface="Noto Sans JP"/>
                <a:ea typeface="Noto Sans JP"/>
                <a:cs typeface="Noto Sans JP"/>
              </a:defRPr>
            </a:lvl3pPr>
            <a:lvl4pPr algn="l">
              <a:defRPr sz="1238" b="0">
                <a:solidFill>
                  <a:srgbClr val="526078"/>
                </a:solidFill>
                <a:latin typeface="Noto Sans JP"/>
                <a:ea typeface="Noto Sans JP"/>
                <a:cs typeface="Noto Sans JP"/>
              </a:defRPr>
            </a:lvl4pPr>
            <a:lvl5pPr algn="l">
              <a:defRPr sz="1238" b="0">
                <a:solidFill>
                  <a:srgbClr val="526078"/>
                </a:solidFill>
                <a:latin typeface="Noto Sans JP"/>
                <a:ea typeface="Noto Sans JP"/>
                <a:cs typeface="Noto Sans JP"/>
              </a:defRPr>
            </a:lvl5pPr>
            <a:lvl6pPr algn="l">
              <a:defRPr sz="1238" b="0">
                <a:solidFill>
                  <a:srgbClr val="526078"/>
                </a:solidFill>
                <a:latin typeface="Noto Sans JP"/>
                <a:ea typeface="Noto Sans JP"/>
                <a:cs typeface="Noto Sans JP"/>
              </a:defRPr>
            </a:lvl6pPr>
            <a:lvl7pPr algn="l">
              <a:defRPr sz="1238" b="0">
                <a:solidFill>
                  <a:srgbClr val="526078"/>
                </a:solidFill>
                <a:latin typeface="Noto Sans JP"/>
                <a:ea typeface="Noto Sans JP"/>
                <a:cs typeface="Noto Sans JP"/>
              </a:defRPr>
            </a:lvl7pPr>
            <a:lvl8pPr algn="l">
              <a:defRPr sz="1238" b="0">
                <a:solidFill>
                  <a:srgbClr val="526078"/>
                </a:solidFill>
                <a:latin typeface="Noto Sans JP"/>
                <a:ea typeface="Noto Sans JP"/>
                <a:cs typeface="Noto Sans JP"/>
              </a:defRPr>
            </a:lvl8pPr>
            <a:lvl9pPr algn="l">
              <a:defRPr sz="1238" b="0">
                <a:solidFill>
                  <a:srgbClr val="526078"/>
                </a:solidFill>
                <a:latin typeface="Noto Sans JP"/>
                <a:ea typeface="Noto Sans JP"/>
                <a:cs typeface="Noto Sans JP"/>
              </a:defRPr>
            </a:lvl9pPr>
          </a:lstStyle>
          <a:p xmlns:a="http://schemas.openxmlformats.org/drawingml/2006/main">
            <a:pPr algn="l">
              <a:defRPr sz="1238" b="0">
                <a:solidFill>
                  <a:srgbClr val="526078"/>
                </a:solidFill>
                <a:latin typeface="Noto Sans JP"/>
                <a:ea typeface="Noto Sans JP"/>
                <a:cs typeface="Noto Sans JP"/>
              </a:defRPr>
            </a:pPr>
            <a:r>
              <a:rPr sz="1238" b="0">
                <a:solidFill>
                  <a:srgbClr val="526078"/>
                </a:solidFill>
                <a:latin typeface="Noto Sans JP"/>
                <a:ea typeface="Noto Sans JP"/>
                <a:cs typeface="Noto Sans JP"/>
              </a:rPr>
              <a:t>掲載依頼・自社記事制作と、大手ニュースでの正式取材・掲載確約は別です。</a:t>
            </a:r>
          </a:p>
        </p:txBody>
      </p:sp>
      <p:sp>
        <p:nvSpPr>
          <p:cNvPr id="9" name="[1] LLMOチェキ  https://llmocheki.com/feature">
            <a:extLst xmlns:a="http://schemas.openxmlformats.org/drawingml/2006/main">
              <a:ext uri="{FF2B5EF4-FFF2-40B4-BE49-F238E27FC236}">
                <a16:creationId xmlns:a16="http://schemas.microsoft.com/office/drawing/2014/main" id="{88E71174-E256-4661-AEF1-2E45B5C18E99}"/>
              </a:ext>
            </a:extLst>
          </p:cNvPr>
          <p:cNvSpPr>
            <a:spLocks xmlns:a="http://schemas.openxmlformats.org/drawingml/2006/main" noGrp="1"/>
          </p:cNvSpPr>
          <p:nvPr/>
        </p:nvSpPr>
        <p:spPr>
          <a:xfrm xmlns:a="http://schemas.openxmlformats.org/drawingml/2006/main">
            <a:off x="609600" y="5695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hlinkClick xmlns:r="http://schemas.openxmlformats.org/officeDocument/2006/relationships" r:id="R83dd24784e864e49"/>
              </a:rPr>
              <a:t>[1] LLMOチェキ  https://llmocheki.com/features（記事本数：/pricing）</a:t>
            </a:r>
          </a:p>
        </p:txBody>
      </p:sp>
      <p:sp>
        <p:nvSpPr>
          <p:cNvPr id="10" name="[2] CINC AIsearchmap  https://aisearchmap.">
            <a:extLst xmlns:a="http://schemas.openxmlformats.org/drawingml/2006/main">
              <a:ext uri="{FF2B5EF4-FFF2-40B4-BE49-F238E27FC236}">
                <a16:creationId xmlns:a16="http://schemas.microsoft.com/office/drawing/2014/main" id="{3457DB89-A507-4F24-8CFA-9DF6F662AA30}"/>
              </a:ext>
            </a:extLst>
          </p:cNvPr>
          <p:cNvSpPr>
            <a:spLocks xmlns:a="http://schemas.openxmlformats.org/drawingml/2006/main" noGrp="1"/>
          </p:cNvSpPr>
          <p:nvPr/>
        </p:nvSpPr>
        <p:spPr>
          <a:xfrm xmlns:a="http://schemas.openxmlformats.org/drawingml/2006/main">
            <a:off x="609600" y="58674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hlinkClick xmlns:r="http://schemas.openxmlformats.org/officeDocument/2006/relationships" r:id="R93c5d5da7387408d"/>
              </a:rPr>
              <a:t>[2] CINC AIsearchmap  https://aisearchmap.jp/bpo/</a:t>
            </a:r>
          </a:p>
        </p:txBody>
      </p:sp>
      <p:sp>
        <p:nvSpPr>
          <p:cNvPr id="11" name="[3] ナイル  https://www.seohacks.net/service/">
            <a:extLst xmlns:a="http://schemas.openxmlformats.org/drawingml/2006/main">
              <a:ext uri="{FF2B5EF4-FFF2-40B4-BE49-F238E27FC236}">
                <a16:creationId xmlns:a16="http://schemas.microsoft.com/office/drawing/2014/main" id="{5D35AD3A-18EF-47CF-9BF5-5D3C08C29F9C}"/>
              </a:ext>
            </a:extLst>
          </p:cNvPr>
          <p:cNvSpPr>
            <a:spLocks xmlns:a="http://schemas.openxmlformats.org/drawingml/2006/main" noGrp="1"/>
          </p:cNvSpPr>
          <p:nvPr/>
        </p:nvSpPr>
        <p:spPr>
          <a:xfrm xmlns:a="http://schemas.openxmlformats.org/drawingml/2006/main">
            <a:off x="609600" y="6038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hlinkClick xmlns:r="http://schemas.openxmlformats.org/officeDocument/2006/relationships" r:id="Rdfe631feb20b46b3"/>
              </a:rPr>
              <a:t>[3] ナイル  https://www.seohacks.net/service/llmo-consulting/</a:t>
            </a:r>
          </a:p>
        </p:txBody>
      </p:sp>
    </p:spTree>
    <p:extLst>
      <p:ext uri="{BB962C8B-B14F-4D97-AF65-F5344CB8AC3E}">
        <p14:creationId xmlns:p14="http://schemas.microsoft.com/office/powerpoint/2010/main" val="35159802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05  他社サービスとの比較">
            <a:extLst xmlns:a="http://schemas.openxmlformats.org/drawingml/2006/main">
              <a:ext uri="{FF2B5EF4-FFF2-40B4-BE49-F238E27FC236}">
                <a16:creationId xmlns:a16="http://schemas.microsoft.com/office/drawing/2014/main" id="{A08A6B12-E380-46E2-BCB3-9783266C4718}"/>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05  他社サービスとの比較</a:t>
            </a:r>
          </a:p>
        </p:txBody>
      </p:sp>
      <p:sp>
        <p:nvSpPr>
          <p:cNvPr id="2" name="成果保証と計測内容の比較">
            <a:extLst xmlns:a="http://schemas.openxmlformats.org/drawingml/2006/main">
              <a:ext uri="{FF2B5EF4-FFF2-40B4-BE49-F238E27FC236}">
                <a16:creationId xmlns:a16="http://schemas.microsoft.com/office/drawing/2014/main" id="{64B2E200-7065-45FD-898D-9F3858551F99}"/>
              </a:ext>
            </a:extLst>
          </p:cNvPr>
          <p:cNvSpPr>
            <a:spLocks xmlns:a="http://schemas.openxmlformats.org/drawingml/2006/main" noGrp="1"/>
          </p:cNvSpPr>
          <p:nvPr/>
        </p:nvSpPr>
        <p:spPr>
          <a:xfrm xmlns:a="http://schemas.openxmlformats.org/drawingml/2006/main">
            <a:off x="609600" y="7810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1">
                <a:solidFill>
                  <a:srgbClr val="182E65"/>
                </a:solidFill>
                <a:latin typeface="Noto Sans JP"/>
                <a:ea typeface="Noto Sans JP"/>
                <a:cs typeface="Noto Sans JP"/>
              </a:defRPr>
            </a:defPPr>
            <a:lvl1pPr algn="l">
              <a:defRPr sz="3150" b="1">
                <a:solidFill>
                  <a:srgbClr val="182E65"/>
                </a:solidFill>
                <a:latin typeface="Noto Sans JP"/>
                <a:ea typeface="Noto Sans JP"/>
                <a:cs typeface="Noto Sans JP"/>
              </a:defRPr>
            </a:lvl1pPr>
            <a:lvl2pPr algn="l">
              <a:defRPr sz="3150" b="1">
                <a:solidFill>
                  <a:srgbClr val="182E65"/>
                </a:solidFill>
                <a:latin typeface="Noto Sans JP"/>
                <a:ea typeface="Noto Sans JP"/>
                <a:cs typeface="Noto Sans JP"/>
              </a:defRPr>
            </a:lvl2pPr>
            <a:lvl3pPr algn="l">
              <a:defRPr sz="3150" b="1">
                <a:solidFill>
                  <a:srgbClr val="182E65"/>
                </a:solidFill>
                <a:latin typeface="Noto Sans JP"/>
                <a:ea typeface="Noto Sans JP"/>
                <a:cs typeface="Noto Sans JP"/>
              </a:defRPr>
            </a:lvl3pPr>
            <a:lvl4pPr algn="l">
              <a:defRPr sz="3150" b="1">
                <a:solidFill>
                  <a:srgbClr val="182E65"/>
                </a:solidFill>
                <a:latin typeface="Noto Sans JP"/>
                <a:ea typeface="Noto Sans JP"/>
                <a:cs typeface="Noto Sans JP"/>
              </a:defRPr>
            </a:lvl4pPr>
            <a:lvl5pPr algn="l">
              <a:defRPr sz="3150" b="1">
                <a:solidFill>
                  <a:srgbClr val="182E65"/>
                </a:solidFill>
                <a:latin typeface="Noto Sans JP"/>
                <a:ea typeface="Noto Sans JP"/>
                <a:cs typeface="Noto Sans JP"/>
              </a:defRPr>
            </a:lvl5pPr>
            <a:lvl6pPr algn="l">
              <a:defRPr sz="3150" b="1">
                <a:solidFill>
                  <a:srgbClr val="182E65"/>
                </a:solidFill>
                <a:latin typeface="Noto Sans JP"/>
                <a:ea typeface="Noto Sans JP"/>
                <a:cs typeface="Noto Sans JP"/>
              </a:defRPr>
            </a:lvl6pPr>
            <a:lvl7pPr algn="l">
              <a:defRPr sz="3150" b="1">
                <a:solidFill>
                  <a:srgbClr val="182E65"/>
                </a:solidFill>
                <a:latin typeface="Noto Sans JP"/>
                <a:ea typeface="Noto Sans JP"/>
                <a:cs typeface="Noto Sans JP"/>
              </a:defRPr>
            </a:lvl7pPr>
            <a:lvl8pPr algn="l">
              <a:defRPr sz="3150" b="1">
                <a:solidFill>
                  <a:srgbClr val="182E65"/>
                </a:solidFill>
                <a:latin typeface="Noto Sans JP"/>
                <a:ea typeface="Noto Sans JP"/>
                <a:cs typeface="Noto Sans JP"/>
              </a:defRPr>
            </a:lvl8pPr>
            <a:lvl9pPr algn="l">
              <a:defRPr sz="3150" b="1">
                <a:solidFill>
                  <a:srgbClr val="182E65"/>
                </a:solidFill>
                <a:latin typeface="Noto Sans JP"/>
                <a:ea typeface="Noto Sans JP"/>
                <a:cs typeface="Noto Sans JP"/>
              </a:defRPr>
            </a:lvl9pPr>
          </a:lstStyle>
          <a:p xmlns:a="http://schemas.openxmlformats.org/drawingml/2006/main">
            <a:pPr algn="l">
              <a:defRPr sz="3150" b="1">
                <a:solidFill>
                  <a:srgbClr val="182E65"/>
                </a:solidFill>
                <a:latin typeface="Noto Sans JP"/>
                <a:ea typeface="Noto Sans JP"/>
                <a:cs typeface="Noto Sans JP"/>
              </a:defRPr>
            </a:pPr>
            <a:r>
              <a:rPr sz="3150" b="1">
                <a:solidFill>
                  <a:srgbClr val="182E65"/>
                </a:solidFill>
                <a:latin typeface="Noto Sans JP"/>
                <a:ea typeface="Noto Sans JP"/>
                <a:cs typeface="Noto Sans JP"/>
              </a:rPr>
              <a:t>成果保証と計測内容の比較</a:t>
            </a:r>
          </a:p>
        </p:txBody>
      </p:sp>
      <p:sp>
        <p:nvSpPr>
          <p:cNvPr id="3" name="目標値・掲載依頼・レポート提供を、成果保証や料金免除と分けて比較します。">
            <a:extLst xmlns:a="http://schemas.openxmlformats.org/drawingml/2006/main">
              <a:ext uri="{FF2B5EF4-FFF2-40B4-BE49-F238E27FC236}">
                <a16:creationId xmlns:a16="http://schemas.microsoft.com/office/drawing/2014/main" id="{E3D9DA6E-E2AD-49FA-8DF5-A3296DA5ACE6}"/>
              </a:ext>
            </a:extLst>
          </p:cNvPr>
          <p:cNvSpPr>
            <a:spLocks xmlns:a="http://schemas.openxmlformats.org/drawingml/2006/main" noGrp="1"/>
          </p:cNvSpPr>
          <p:nvPr/>
        </p:nvSpPr>
        <p:spPr>
          <a:xfrm xmlns:a="http://schemas.openxmlformats.org/drawingml/2006/main">
            <a:off x="609600" y="136207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526078"/>
                </a:solidFill>
                <a:latin typeface="Noto Sans JP"/>
                <a:ea typeface="Noto Sans JP"/>
                <a:cs typeface="Noto Sans JP"/>
              </a:defRPr>
            </a:defPPr>
            <a:lvl1pPr algn="l">
              <a:defRPr sz="1500" b="0">
                <a:solidFill>
                  <a:srgbClr val="526078"/>
                </a:solidFill>
                <a:latin typeface="Noto Sans JP"/>
                <a:ea typeface="Noto Sans JP"/>
                <a:cs typeface="Noto Sans JP"/>
              </a:defRPr>
            </a:lvl1pPr>
            <a:lvl2pPr algn="l">
              <a:defRPr sz="1500" b="0">
                <a:solidFill>
                  <a:srgbClr val="526078"/>
                </a:solidFill>
                <a:latin typeface="Noto Sans JP"/>
                <a:ea typeface="Noto Sans JP"/>
                <a:cs typeface="Noto Sans JP"/>
              </a:defRPr>
            </a:lvl2pPr>
            <a:lvl3pPr algn="l">
              <a:defRPr sz="1500" b="0">
                <a:solidFill>
                  <a:srgbClr val="526078"/>
                </a:solidFill>
                <a:latin typeface="Noto Sans JP"/>
                <a:ea typeface="Noto Sans JP"/>
                <a:cs typeface="Noto Sans JP"/>
              </a:defRPr>
            </a:lvl3pPr>
            <a:lvl4pPr algn="l">
              <a:defRPr sz="1500" b="0">
                <a:solidFill>
                  <a:srgbClr val="526078"/>
                </a:solidFill>
                <a:latin typeface="Noto Sans JP"/>
                <a:ea typeface="Noto Sans JP"/>
                <a:cs typeface="Noto Sans JP"/>
              </a:defRPr>
            </a:lvl4pPr>
            <a:lvl5pPr algn="l">
              <a:defRPr sz="1500" b="0">
                <a:solidFill>
                  <a:srgbClr val="526078"/>
                </a:solidFill>
                <a:latin typeface="Noto Sans JP"/>
                <a:ea typeface="Noto Sans JP"/>
                <a:cs typeface="Noto Sans JP"/>
              </a:defRPr>
            </a:lvl5pPr>
            <a:lvl6pPr algn="l">
              <a:defRPr sz="1500" b="0">
                <a:solidFill>
                  <a:srgbClr val="526078"/>
                </a:solidFill>
                <a:latin typeface="Noto Sans JP"/>
                <a:ea typeface="Noto Sans JP"/>
                <a:cs typeface="Noto Sans JP"/>
              </a:defRPr>
            </a:lvl6pPr>
            <a:lvl7pPr algn="l">
              <a:defRPr sz="1500" b="0">
                <a:solidFill>
                  <a:srgbClr val="526078"/>
                </a:solidFill>
                <a:latin typeface="Noto Sans JP"/>
                <a:ea typeface="Noto Sans JP"/>
                <a:cs typeface="Noto Sans JP"/>
              </a:defRPr>
            </a:lvl7pPr>
            <a:lvl8pPr algn="l">
              <a:defRPr sz="1500" b="0">
                <a:solidFill>
                  <a:srgbClr val="526078"/>
                </a:solidFill>
                <a:latin typeface="Noto Sans JP"/>
                <a:ea typeface="Noto Sans JP"/>
                <a:cs typeface="Noto Sans JP"/>
              </a:defRPr>
            </a:lvl8pPr>
            <a:lvl9pPr algn="l">
              <a:defRPr sz="1500" b="0">
                <a:solidFill>
                  <a:srgbClr val="526078"/>
                </a:solidFill>
                <a:latin typeface="Noto Sans JP"/>
                <a:ea typeface="Noto Sans JP"/>
                <a:cs typeface="Noto Sans JP"/>
              </a:defRPr>
            </a:lvl9pPr>
          </a:lstStyle>
          <a:p xmlns:a="http://schemas.openxmlformats.org/drawingml/2006/main">
            <a:pPr algn="l">
              <a:defRPr sz="1500" b="0">
                <a:solidFill>
                  <a:srgbClr val="526078"/>
                </a:solidFill>
                <a:latin typeface="Noto Sans JP"/>
                <a:ea typeface="Noto Sans JP"/>
                <a:cs typeface="Noto Sans JP"/>
              </a:defRPr>
            </a:pPr>
            <a:r>
              <a:rPr sz="1500" b="0">
                <a:solidFill>
                  <a:srgbClr val="526078"/>
                </a:solidFill>
                <a:latin typeface="Noto Sans JP"/>
                <a:ea typeface="Noto Sans JP"/>
                <a:cs typeface="Noto Sans JP"/>
              </a:rPr>
              <a:t>目標値・掲載依頼・レポート提供を、成果保証や料金免除と分けて比較します。</a:t>
            </a:r>
          </a:p>
        </p:txBody>
      </p:sp>
      <p:sp>
        <p:nvSpPr>
          <p:cNvPr id="4" name="">
            <a:extLst xmlns:a="http://schemas.openxmlformats.org/drawingml/2006/main">
              <a:ext uri="{FF2B5EF4-FFF2-40B4-BE49-F238E27FC236}">
                <a16:creationId xmlns:a16="http://schemas.microsoft.com/office/drawing/2014/main" id="{5BF22858-61D6-4C67-882B-554776180F65}"/>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5" name="メディくる  /  AI検索ブランディング サービスご案内">
            <a:extLst xmlns:a="http://schemas.openxmlformats.org/drawingml/2006/main">
              <a:ext uri="{FF2B5EF4-FFF2-40B4-BE49-F238E27FC236}">
                <a16:creationId xmlns:a16="http://schemas.microsoft.com/office/drawing/2014/main" id="{5FB52951-59C4-4D36-8C2F-162D0AE23324}"/>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6" name="40">
            <a:extLst xmlns:a="http://schemas.openxmlformats.org/drawingml/2006/main">
              <a:ext uri="{FF2B5EF4-FFF2-40B4-BE49-F238E27FC236}">
                <a16:creationId xmlns:a16="http://schemas.microsoft.com/office/drawing/2014/main" id="{8F5C3356-257F-4A42-BEE2-79A4646A0515}"/>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45</a:t>
            </a:r>
          </a:p>
        </p:txBody>
      </p:sp>
      <p:graphicFrame>
        <p:nvGraphicFramePr>
          <p:cNvPr id="7" name="">
            <a:extLst xmlns:a="http://schemas.openxmlformats.org/drawingml/2006/main">
              <a:ext uri="{FF2B5EF4-FFF2-40B4-BE49-F238E27FC236}">
                <a16:creationId xmlns:a16="http://schemas.microsoft.com/office/drawing/2014/main" id="{3952BB0E-D1D9-49A6-B638-6794B0ECF217}"/>
              </a:ext>
            </a:extLst>
          </p:cNvPr>
          <p:cNvGraphicFramePr/>
          <p:nvPr/>
        </p:nvGraphicFramePr>
        <p:xfrm>
          <a:off xmlns:a="http://schemas.openxmlformats.org/drawingml/2006/main" x="609600" y="1771650"/>
          <a:ext xmlns:a="http://schemas.openxmlformats.org/drawingml/2006/main" cx="10972800" cy="3505200"/>
        </p:xfrm>
        <a:graphic xmlns:a="http://schemas.openxmlformats.org/drawingml/2006/main">
          <a:graphicData uri="http://schemas.openxmlformats.org/drawingml/2006/table">
            <a:tbl>
              <a:tblPr firstRow="0" bandRow="0"/>
              <a:tblGrid>
                <a:gridCol w="2362200"/>
                <a:gridCol w="4171950"/>
                <a:gridCol w="4438650"/>
              </a:tblGrid>
              <a:tr h="457200">
                <a:tc>
                  <a:txBody>
                    <a:bodyPr wrap="none" lIns="142875" tIns="66675" rIns="142875" bIns="66675">
                      <a:noAutofit/>
                    </a:bodyPr>
                    <a:lstStyle/>
                    <a:p>
                      <a:pPr algn="l"/>
                      <a:r>
                        <a:rPr sz="1538" b="1">
                          <a:solidFill>
                            <a:srgbClr val="FFFFFF"/>
                          </a:solidFill>
                          <a:latin typeface="Noto Sans JP"/>
                          <a:ea typeface="Noto Sans JP"/>
                          <a:cs typeface="Noto Sans JP"/>
                        </a:rPr>
                        <a:t>サービス</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none" lIns="142875" tIns="66675" rIns="142875" bIns="66675">
                      <a:noAutofit/>
                    </a:bodyPr>
                    <a:lstStyle/>
                    <a:p>
                      <a:pPr algn="ctr"/>
                      <a:r>
                        <a:rPr sz="1538" b="1">
                          <a:solidFill>
                            <a:srgbClr val="FFFFFF"/>
                          </a:solidFill>
                          <a:latin typeface="Noto Sans JP"/>
                          <a:ea typeface="Noto Sans JP"/>
                          <a:cs typeface="Noto Sans JP"/>
                        </a:rPr>
                        <a:t>公開されている保証の範囲</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none" lIns="142875" tIns="66675" rIns="142875" bIns="66675">
                      <a:noAutofit/>
                    </a:bodyPr>
                    <a:lstStyle/>
                    <a:p>
                      <a:pPr algn="ctr"/>
                      <a:r>
                        <a:rPr sz="1538" b="1">
                          <a:solidFill>
                            <a:srgbClr val="FFFFFF"/>
                          </a:solidFill>
                          <a:latin typeface="Noto Sans JP"/>
                          <a:ea typeface="Noto Sans JP"/>
                          <a:cs typeface="Noto Sans JP"/>
                        </a:rPr>
                        <a:t>計測・報告の内容</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762000">
                <a:tc>
                  <a:txBody>
                    <a:bodyPr wrap="none" lIns="142875" tIns="66675" rIns="142875" bIns="66675">
                      <a:noAutofit/>
                    </a:bodyPr>
                    <a:lstStyle/>
                    <a:p>
                      <a:pPr algn="l"/>
                      <a:r>
                        <a:rPr sz="1538" b="1">
                          <a:solidFill>
                            <a:srgbClr val="172943"/>
                          </a:solidFill>
                          <a:latin typeface="Noto Sans JP"/>
                          <a:ea typeface="Noto Sans JP"/>
                          <a:cs typeface="Noto Sans JP"/>
                        </a:rPr>
                        <a:t>LLMOチェキ</a:t>
                      </a:r>
                    </a:p>
                    <a:p>
                      <a:pPr algn="l"/>
                      <a:r>
                        <a:rPr sz="1538" b="1">
                          <a:solidFill>
                            <a:srgbClr val="172943"/>
                          </a:solidFill>
                          <a:latin typeface="Noto Sans JP"/>
                          <a:ea typeface="Noto Sans JP"/>
                          <a:cs typeface="Noto Sans JP"/>
                        </a:rPr>
                        <a:t>グロース</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指標の向上は保証しない</a:t>
                      </a:r>
                    </a:p>
                    <a:p>
                      <a:pPr algn="ctr"/>
                      <a:r>
                        <a:rPr sz="1538" b="0">
                          <a:solidFill>
                            <a:srgbClr val="172943"/>
                          </a:solidFill>
                          <a:latin typeface="Noto Sans JP"/>
                          <a:ea typeface="Noto Sans JP"/>
                          <a:cs typeface="Noto Sans JP"/>
                        </a:rPr>
                        <a:t>利用規約に明記</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none" lIns="142875" tIns="66675" rIns="142875" bIns="66675">
                      <a:noAutofit/>
                    </a:bodyPr>
                    <a:lstStyle/>
                    <a:p>
                      <a:pPr algn="ctr"/>
                      <a:r>
                        <a:rPr sz="1463" b="0">
                          <a:solidFill>
                            <a:srgbClr val="172943"/>
                          </a:solidFill>
                          <a:latin typeface="Noto Sans JP"/>
                          <a:ea typeface="Noto Sans JP"/>
                          <a:cs typeface="Noto Sans JP"/>
                        </a:rPr>
                        <a:t>8AIを日次測定、約7,200回／月を公表</a:t>
                      </a:r>
                    </a:p>
                    <a:p>
                      <a:pPr algn="ctr"/>
                      <a:r>
                        <a:rPr sz="1463" b="0">
                          <a:solidFill>
                            <a:srgbClr val="172943"/>
                          </a:solidFill>
                          <a:latin typeface="Noto Sans JP"/>
                          <a:ea typeface="Noto Sans JP"/>
                          <a:cs typeface="Noto Sans JP"/>
                        </a:rPr>
                        <a:t>GA4のAI流入・CV機能</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62000">
                <a:tc>
                  <a:txBody>
                    <a:bodyPr wrap="none" lIns="142875" tIns="66675" rIns="142875" bIns="66675">
                      <a:noAutofit/>
                    </a:bodyPr>
                    <a:lstStyle/>
                    <a:p>
                      <a:pPr algn="l"/>
                      <a:r>
                        <a:rPr sz="1538" b="1">
                          <a:solidFill>
                            <a:srgbClr val="172943"/>
                          </a:solidFill>
                          <a:latin typeface="Noto Sans JP"/>
                          <a:ea typeface="Noto Sans JP"/>
                          <a:cs typeface="Noto Sans JP"/>
                        </a:rPr>
                        <a:t>CINC AIsearchmap</a:t>
                      </a:r>
                    </a:p>
                    <a:p>
                      <a:pPr algn="l"/>
                      <a:r>
                        <a:rPr sz="1538" b="1">
                          <a:solidFill>
                            <a:srgbClr val="172943"/>
                          </a:solidFill>
                          <a:latin typeface="Noto Sans JP"/>
                          <a:ea typeface="Noto Sans JP"/>
                          <a:cs typeface="Noto Sans JP"/>
                        </a:rPr>
                        <a:t>BPO</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数値成果保証の具体条件は</a:t>
                      </a:r>
                    </a:p>
                    <a:p>
                      <a:pPr algn="ctr"/>
                      <a:r>
                        <a:rPr sz="1538" b="0">
                          <a:solidFill>
                            <a:srgbClr val="172943"/>
                          </a:solidFill>
                          <a:latin typeface="Noto Sans JP"/>
                          <a:ea typeface="Noto Sans JP"/>
                          <a:cs typeface="Noto Sans JP"/>
                        </a:rPr>
                        <a:t>公開情報では確認できず</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4モデル × 各200プロンプトを追跡</a:t>
                      </a:r>
                    </a:p>
                    <a:p>
                      <a:pPr algn="ctr"/>
                      <a:r>
                        <a:rPr sz="1538" b="0">
                          <a:solidFill>
                            <a:srgbClr val="172943"/>
                          </a:solidFill>
                          <a:latin typeface="Noto Sans JP"/>
                          <a:ea typeface="Noto Sans JP"/>
                          <a:cs typeface="Noto Sans JP"/>
                        </a:rPr>
                        <a:t>言及・引用の継続計測と月次報告</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762000">
                <a:tc>
                  <a:txBody>
                    <a:bodyPr wrap="none" lIns="142875" tIns="66675" rIns="142875" bIns="66675">
                      <a:noAutofit/>
                    </a:bodyPr>
                    <a:lstStyle/>
                    <a:p>
                      <a:pPr algn="l"/>
                      <a:r>
                        <a:rPr sz="1538" b="1">
                          <a:solidFill>
                            <a:srgbClr val="172943"/>
                          </a:solidFill>
                          <a:latin typeface="Noto Sans JP"/>
                          <a:ea typeface="Noto Sans JP"/>
                          <a:cs typeface="Noto Sans JP"/>
                        </a:rPr>
                        <a:t>ナイル</a:t>
                      </a:r>
                    </a:p>
                    <a:p>
                      <a:pPr algn="l"/>
                      <a:r>
                        <a:rPr sz="1538" b="1">
                          <a:solidFill>
                            <a:srgbClr val="172943"/>
                          </a:solidFill>
                          <a:latin typeface="Noto Sans JP"/>
                          <a:ea typeface="Noto Sans JP"/>
                          <a:cs typeface="Noto Sans JP"/>
                        </a:rPr>
                        <a:t>LLMOコンサル</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数値成果保証の具体条件は</a:t>
                      </a:r>
                    </a:p>
                    <a:p>
                      <a:pPr algn="ctr"/>
                      <a:r>
                        <a:rPr sz="1538" b="0">
                          <a:solidFill>
                            <a:srgbClr val="172943"/>
                          </a:solidFill>
                          <a:latin typeface="Noto Sans JP"/>
                          <a:ea typeface="Noto Sans JP"/>
                          <a:cs typeface="Noto Sans JP"/>
                        </a:rPr>
                        <a:t>公開情報では確認できず</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言及・引用と、AI流入・CVを報告</a:t>
                      </a:r>
                    </a:p>
                    <a:p>
                      <a:pPr algn="ctr"/>
                      <a:r>
                        <a:rPr sz="1538" b="0">
                          <a:solidFill>
                            <a:srgbClr val="172943"/>
                          </a:solidFill>
                          <a:latin typeface="Noto Sans JP"/>
                          <a:ea typeface="Noto Sans JP"/>
                          <a:cs typeface="Noto Sans JP"/>
                        </a:rPr>
                        <a:t>結果に基づく改善を提案</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762000">
                <a:tc>
                  <a:txBody>
                    <a:bodyPr wrap="none" lIns="142875" tIns="66675" rIns="142875" bIns="66675">
                      <a:noAutofit/>
                    </a:bodyPr>
                    <a:lstStyle/>
                    <a:p>
                      <a:pPr algn="l"/>
                      <a:r>
                        <a:rPr sz="1538" b="1">
                          <a:solidFill>
                            <a:srgbClr val="172943"/>
                          </a:solidFill>
                          <a:latin typeface="Noto Sans JP"/>
                          <a:ea typeface="Noto Sans JP"/>
                          <a:cs typeface="Noto Sans JP"/>
                        </a:rPr>
                        <a:t>メディくる</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指名50％の保証条件は調整中</a:t>
                      </a:r>
                    </a:p>
                    <a:p>
                      <a:pPr algn="ctr"/>
                      <a:r>
                        <a:rPr sz="1538" b="0">
                          <a:solidFill>
                            <a:srgbClr val="172943"/>
                          </a:solidFill>
                          <a:latin typeface="Noto Sans JP"/>
                          <a:ea typeface="Noto Sans JP"/>
                          <a:cs typeface="Noto Sans JP"/>
                        </a:rPr>
                        <a:t>一般30％は目標（保証とは別）</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none" lIns="142875" tIns="66675" rIns="142875" bIns="66675">
                      <a:noAutofit/>
                    </a:bodyPr>
                    <a:lstStyle/>
                    <a:p>
                      <a:pPr algn="ctr"/>
                      <a:r>
                        <a:rPr sz="1538" b="0">
                          <a:solidFill>
                            <a:srgbClr val="172943"/>
                          </a:solidFill>
                          <a:latin typeface="Noto Sans JP"/>
                          <a:ea typeface="Noto Sans JP"/>
                          <a:cs typeface="Noto Sans JP"/>
                        </a:rPr>
                        <a:t>AI別に回答・引用元を記録</a:t>
                      </a:r>
                    </a:p>
                    <a:p>
                      <a:pPr algn="ctr"/>
                      <a:r>
                        <a:rPr sz="1538" b="0">
                          <a:solidFill>
                            <a:srgbClr val="172943"/>
                          </a:solidFill>
                          <a:latin typeface="Noto Sans JP"/>
                          <a:ea typeface="Noto Sans JP"/>
                          <a:cs typeface="Noto Sans JP"/>
                        </a:rPr>
                        <a:t>月次確認・改善。測定条件は事前合意</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bl>
          </a:graphicData>
        </a:graphic>
      </p:graphicFrame>
      <p:sp>
        <p:nvSpPr>
          <p:cNvPr id="8" name="指標・分母・測定条件は各社で異なります。未確認は「保証がない」という断定ではありませ">
            <a:extLst xmlns:a="http://schemas.openxmlformats.org/drawingml/2006/main">
              <a:ext uri="{FF2B5EF4-FFF2-40B4-BE49-F238E27FC236}">
                <a16:creationId xmlns:a16="http://schemas.microsoft.com/office/drawing/2014/main" id="{DC84CD21-48DB-49A5-BE32-9C50545DDEA9}"/>
              </a:ext>
            </a:extLst>
          </p:cNvPr>
          <p:cNvSpPr>
            <a:spLocks xmlns:a="http://schemas.openxmlformats.org/drawingml/2006/main" noGrp="1"/>
          </p:cNvSpPr>
          <p:nvPr/>
        </p:nvSpPr>
        <p:spPr>
          <a:xfrm xmlns:a="http://schemas.openxmlformats.org/drawingml/2006/main">
            <a:off x="609600" y="54673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38" b="0">
                <a:solidFill>
                  <a:srgbClr val="526078"/>
                </a:solidFill>
                <a:latin typeface="Noto Sans JP"/>
                <a:ea typeface="Noto Sans JP"/>
                <a:cs typeface="Noto Sans JP"/>
              </a:defRPr>
            </a:defPPr>
            <a:lvl1pPr algn="l">
              <a:defRPr sz="1238" b="0">
                <a:solidFill>
                  <a:srgbClr val="526078"/>
                </a:solidFill>
                <a:latin typeface="Noto Sans JP"/>
                <a:ea typeface="Noto Sans JP"/>
                <a:cs typeface="Noto Sans JP"/>
              </a:defRPr>
            </a:lvl1pPr>
            <a:lvl2pPr algn="l">
              <a:defRPr sz="1238" b="0">
                <a:solidFill>
                  <a:srgbClr val="526078"/>
                </a:solidFill>
                <a:latin typeface="Noto Sans JP"/>
                <a:ea typeface="Noto Sans JP"/>
                <a:cs typeface="Noto Sans JP"/>
              </a:defRPr>
            </a:lvl2pPr>
            <a:lvl3pPr algn="l">
              <a:defRPr sz="1238" b="0">
                <a:solidFill>
                  <a:srgbClr val="526078"/>
                </a:solidFill>
                <a:latin typeface="Noto Sans JP"/>
                <a:ea typeface="Noto Sans JP"/>
                <a:cs typeface="Noto Sans JP"/>
              </a:defRPr>
            </a:lvl3pPr>
            <a:lvl4pPr algn="l">
              <a:defRPr sz="1238" b="0">
                <a:solidFill>
                  <a:srgbClr val="526078"/>
                </a:solidFill>
                <a:latin typeface="Noto Sans JP"/>
                <a:ea typeface="Noto Sans JP"/>
                <a:cs typeface="Noto Sans JP"/>
              </a:defRPr>
            </a:lvl4pPr>
            <a:lvl5pPr algn="l">
              <a:defRPr sz="1238" b="0">
                <a:solidFill>
                  <a:srgbClr val="526078"/>
                </a:solidFill>
                <a:latin typeface="Noto Sans JP"/>
                <a:ea typeface="Noto Sans JP"/>
                <a:cs typeface="Noto Sans JP"/>
              </a:defRPr>
            </a:lvl5pPr>
            <a:lvl6pPr algn="l">
              <a:defRPr sz="1238" b="0">
                <a:solidFill>
                  <a:srgbClr val="526078"/>
                </a:solidFill>
                <a:latin typeface="Noto Sans JP"/>
                <a:ea typeface="Noto Sans JP"/>
                <a:cs typeface="Noto Sans JP"/>
              </a:defRPr>
            </a:lvl6pPr>
            <a:lvl7pPr algn="l">
              <a:defRPr sz="1238" b="0">
                <a:solidFill>
                  <a:srgbClr val="526078"/>
                </a:solidFill>
                <a:latin typeface="Noto Sans JP"/>
                <a:ea typeface="Noto Sans JP"/>
                <a:cs typeface="Noto Sans JP"/>
              </a:defRPr>
            </a:lvl7pPr>
            <a:lvl8pPr algn="l">
              <a:defRPr sz="1238" b="0">
                <a:solidFill>
                  <a:srgbClr val="526078"/>
                </a:solidFill>
                <a:latin typeface="Noto Sans JP"/>
                <a:ea typeface="Noto Sans JP"/>
                <a:cs typeface="Noto Sans JP"/>
              </a:defRPr>
            </a:lvl8pPr>
            <a:lvl9pPr algn="l">
              <a:defRPr sz="1238" b="0">
                <a:solidFill>
                  <a:srgbClr val="526078"/>
                </a:solidFill>
                <a:latin typeface="Noto Sans JP"/>
                <a:ea typeface="Noto Sans JP"/>
                <a:cs typeface="Noto Sans JP"/>
              </a:defRPr>
            </a:lvl9pPr>
          </a:lstStyle>
          <a:p xmlns:a="http://schemas.openxmlformats.org/drawingml/2006/main">
            <a:pPr algn="l">
              <a:defRPr sz="1238" b="0">
                <a:solidFill>
                  <a:srgbClr val="526078"/>
                </a:solidFill>
                <a:latin typeface="Noto Sans JP"/>
                <a:ea typeface="Noto Sans JP"/>
                <a:cs typeface="Noto Sans JP"/>
              </a:defRPr>
            </a:pPr>
            <a:r>
              <a:rPr sz="1238" b="0">
                <a:solidFill>
                  <a:srgbClr val="526078"/>
                </a:solidFill>
                <a:latin typeface="Noto Sans JP"/>
                <a:ea typeface="Noto Sans JP"/>
                <a:cs typeface="Noto Sans JP"/>
              </a:rPr>
              <a:t>指標・分母・測定条件は各社で異なります。未確認は「保証がない」という断定ではありません。</a:t>
            </a:r>
          </a:p>
        </p:txBody>
      </p:sp>
      <p:sp>
        <p:nvSpPr>
          <p:cNvPr id="9" name="[1] LLMOチェキ  https://llmocheki.com/terms（計">
            <a:extLst xmlns:a="http://schemas.openxmlformats.org/drawingml/2006/main">
              <a:ext uri="{FF2B5EF4-FFF2-40B4-BE49-F238E27FC236}">
                <a16:creationId xmlns:a16="http://schemas.microsoft.com/office/drawing/2014/main" id="{3F5DF93D-276A-4010-8D75-798EA009CF6F}"/>
              </a:ext>
            </a:extLst>
          </p:cNvPr>
          <p:cNvSpPr>
            <a:spLocks xmlns:a="http://schemas.openxmlformats.org/drawingml/2006/main" noGrp="1"/>
          </p:cNvSpPr>
          <p:nvPr/>
        </p:nvSpPr>
        <p:spPr>
          <a:xfrm xmlns:a="http://schemas.openxmlformats.org/drawingml/2006/main">
            <a:off x="609600" y="5695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hlinkClick xmlns:r="http://schemas.openxmlformats.org/officeDocument/2006/relationships" r:id="Ra70c4000ac784f5b"/>
              </a:rPr>
              <a:t>[1] LLMOチェキ  https://llmocheki.com/terms（計測：/pricing・/features）</a:t>
            </a:r>
          </a:p>
        </p:txBody>
      </p:sp>
      <p:sp>
        <p:nvSpPr>
          <p:cNvPr id="10" name="[2] CINC AIsearchmap  https://aisearchmap.">
            <a:extLst xmlns:a="http://schemas.openxmlformats.org/drawingml/2006/main">
              <a:ext uri="{FF2B5EF4-FFF2-40B4-BE49-F238E27FC236}">
                <a16:creationId xmlns:a16="http://schemas.microsoft.com/office/drawing/2014/main" id="{B57C1DCF-915E-4B68-BFF7-1076DD8AA0E3}"/>
              </a:ext>
            </a:extLst>
          </p:cNvPr>
          <p:cNvSpPr>
            <a:spLocks xmlns:a="http://schemas.openxmlformats.org/drawingml/2006/main" noGrp="1"/>
          </p:cNvSpPr>
          <p:nvPr/>
        </p:nvSpPr>
        <p:spPr>
          <a:xfrm xmlns:a="http://schemas.openxmlformats.org/drawingml/2006/main">
            <a:off x="609600" y="58674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hlinkClick xmlns:r="http://schemas.openxmlformats.org/officeDocument/2006/relationships" r:id="R8f81decc08774df2"/>
              </a:rPr>
              <a:t>[2] CINC AIsearchmap  https://aisearchmap.jp/bpo/</a:t>
            </a:r>
          </a:p>
        </p:txBody>
      </p:sp>
      <p:sp>
        <p:nvSpPr>
          <p:cNvPr id="11" name="[3] ナイル  https://www.seohacks.net/service/">
            <a:extLst xmlns:a="http://schemas.openxmlformats.org/drawingml/2006/main">
              <a:ext uri="{FF2B5EF4-FFF2-40B4-BE49-F238E27FC236}">
                <a16:creationId xmlns:a16="http://schemas.microsoft.com/office/drawing/2014/main" id="{C5B27CD6-81CC-4D0A-BCDA-5E4842094038}"/>
              </a:ext>
            </a:extLst>
          </p:cNvPr>
          <p:cNvSpPr>
            <a:spLocks xmlns:a="http://schemas.openxmlformats.org/drawingml/2006/main" noGrp="1"/>
          </p:cNvSpPr>
          <p:nvPr/>
        </p:nvSpPr>
        <p:spPr>
          <a:xfrm xmlns:a="http://schemas.openxmlformats.org/drawingml/2006/main">
            <a:off x="609600" y="6038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526078"/>
                </a:solidFill>
                <a:latin typeface="Noto Sans JP"/>
                <a:ea typeface="Noto Sans JP"/>
                <a:cs typeface="Noto Sans JP"/>
              </a:defRPr>
            </a:defPPr>
            <a:lvl1pPr algn="l">
              <a:defRPr sz="1200" b="0">
                <a:solidFill>
                  <a:srgbClr val="526078"/>
                </a:solidFill>
                <a:latin typeface="Noto Sans JP"/>
                <a:ea typeface="Noto Sans JP"/>
                <a:cs typeface="Noto Sans JP"/>
              </a:defRPr>
            </a:lvl1pPr>
            <a:lvl2pPr algn="l">
              <a:defRPr sz="1200" b="0">
                <a:solidFill>
                  <a:srgbClr val="526078"/>
                </a:solidFill>
                <a:latin typeface="Noto Sans JP"/>
                <a:ea typeface="Noto Sans JP"/>
                <a:cs typeface="Noto Sans JP"/>
              </a:defRPr>
            </a:lvl2pPr>
            <a:lvl3pPr algn="l">
              <a:defRPr sz="1200" b="0">
                <a:solidFill>
                  <a:srgbClr val="526078"/>
                </a:solidFill>
                <a:latin typeface="Noto Sans JP"/>
                <a:ea typeface="Noto Sans JP"/>
                <a:cs typeface="Noto Sans JP"/>
              </a:defRPr>
            </a:lvl3pPr>
            <a:lvl4pPr algn="l">
              <a:defRPr sz="1200" b="0">
                <a:solidFill>
                  <a:srgbClr val="526078"/>
                </a:solidFill>
                <a:latin typeface="Noto Sans JP"/>
                <a:ea typeface="Noto Sans JP"/>
                <a:cs typeface="Noto Sans JP"/>
              </a:defRPr>
            </a:lvl4pPr>
            <a:lvl5pPr algn="l">
              <a:defRPr sz="1200" b="0">
                <a:solidFill>
                  <a:srgbClr val="526078"/>
                </a:solidFill>
                <a:latin typeface="Noto Sans JP"/>
                <a:ea typeface="Noto Sans JP"/>
                <a:cs typeface="Noto Sans JP"/>
              </a:defRPr>
            </a:lvl5pPr>
            <a:lvl6pPr algn="l">
              <a:defRPr sz="1200" b="0">
                <a:solidFill>
                  <a:srgbClr val="526078"/>
                </a:solidFill>
                <a:latin typeface="Noto Sans JP"/>
                <a:ea typeface="Noto Sans JP"/>
                <a:cs typeface="Noto Sans JP"/>
              </a:defRPr>
            </a:lvl6pPr>
            <a:lvl7pPr algn="l">
              <a:defRPr sz="1200" b="0">
                <a:solidFill>
                  <a:srgbClr val="526078"/>
                </a:solidFill>
                <a:latin typeface="Noto Sans JP"/>
                <a:ea typeface="Noto Sans JP"/>
                <a:cs typeface="Noto Sans JP"/>
              </a:defRPr>
            </a:lvl7pPr>
            <a:lvl8pPr algn="l">
              <a:defRPr sz="1200" b="0">
                <a:solidFill>
                  <a:srgbClr val="526078"/>
                </a:solidFill>
                <a:latin typeface="Noto Sans JP"/>
                <a:ea typeface="Noto Sans JP"/>
                <a:cs typeface="Noto Sans JP"/>
              </a:defRPr>
            </a:lvl8pPr>
            <a:lvl9pPr algn="l">
              <a:defRPr sz="1200" b="0">
                <a:solidFill>
                  <a:srgbClr val="526078"/>
                </a:solidFill>
                <a:latin typeface="Noto Sans JP"/>
                <a:ea typeface="Noto Sans JP"/>
                <a:cs typeface="Noto Sans JP"/>
              </a:defRPr>
            </a:lvl9pPr>
          </a:lstStyle>
          <a:p xmlns:a="http://schemas.openxmlformats.org/drawingml/2006/main">
            <a:pPr algn="l">
              <a:defRPr sz="1200" b="0">
                <a:solidFill>
                  <a:srgbClr val="526078"/>
                </a:solidFill>
                <a:latin typeface="Noto Sans JP"/>
                <a:ea typeface="Noto Sans JP"/>
                <a:cs typeface="Noto Sans JP"/>
              </a:defRPr>
            </a:pPr>
            <a:r>
              <a:rPr sz="1200" b="0">
                <a:solidFill>
                  <a:srgbClr val="526078"/>
                </a:solidFill>
                <a:latin typeface="Noto Sans JP"/>
                <a:ea typeface="Noto Sans JP"/>
                <a:cs typeface="Noto Sans JP"/>
                <a:hlinkClick xmlns:r="http://schemas.openxmlformats.org/officeDocument/2006/relationships" r:id="Reb7cda131ef349ca"/>
              </a:rPr>
              <a:t>[3] ナイル  https://www.seohacks.net/service/llmo-consulting/</a:t>
            </a:r>
          </a:p>
        </p:txBody>
      </p:sp>
    </p:spTree>
    <p:extLst>
      <p:ext uri="{BB962C8B-B14F-4D97-AF65-F5344CB8AC3E}">
        <p14:creationId xmlns:p14="http://schemas.microsoft.com/office/powerpoint/2010/main" val="83492758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B3AC3DD3-A8EF-4861-96D5-CA7D8718087D}"/>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01  サービスの利用イメージ</a:t>
            </a:r>
          </a:p>
        </p:txBody>
      </p:sp>
      <p:pic>
        <p:nvPicPr>
          <p:cNvPr id="2" name="">
            <a:extLst xmlns:a="http://schemas.openxmlformats.org/drawingml/2006/main">
              <a:ext uri="{FF2B5EF4-FFF2-40B4-BE49-F238E27FC236}">
                <a16:creationId xmlns:a16="http://schemas.microsoft.com/office/drawing/2014/main" id="{ABC3E401-F820-446E-B661-0222685702DE}"/>
              </a:ext>
            </a:extLst>
          </p:cNvPr>
          <p:cNvPicPr>
            <a:picLocks xmlns:a="http://schemas.openxmlformats.org/drawingml/2006/main" noChangeAspect="1"/>
          </p:cNvPicPr>
          <p:nvPr/>
        </p:nvPicPr>
        <p:blipFill>
          <a:blip xmlns:r="http://schemas.openxmlformats.org/officeDocument/2006/relationships" xmlns:a="http://schemas.openxmlformats.org/drawingml/2006/main" r:embed="Rfdc2a07072694c68"/>
          <a:stretch xmlns:a="http://schemas.openxmlformats.org/drawingml/2006/main"/>
        </p:blipFill>
        <p:spPr>
          <a:xfrm xmlns:a="http://schemas.openxmlformats.org/drawingml/2006/main">
            <a:off x="952500" y="838200"/>
            <a:ext cx="10287000" cy="5143500"/>
          </a:xfrm>
          <a:prstGeom xmlns:a="http://schemas.openxmlformats.org/drawingml/2006/main" prst="rect">
            <a:avLst/>
          </a:prstGeom>
        </p:spPr>
      </p:pic>
      <p:sp>
        <p:nvSpPr>
          <p:cNvPr id="3" name="footer-rule">
            <a:extLst xmlns:a="http://schemas.openxmlformats.org/drawingml/2006/main">
              <a:ext uri="{FF2B5EF4-FFF2-40B4-BE49-F238E27FC236}">
                <a16:creationId xmlns:a16="http://schemas.microsoft.com/office/drawing/2014/main" id="{016CDF9F-7E67-4AAE-9D54-6D1ADFBB4726}"/>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0887770F-B650-4CBE-897F-02A0BE6FA9C8}"/>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C1D46509-7A54-432E-A06C-D8A0C3580EAE}"/>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04</a:t>
            </a:r>
          </a:p>
        </p:txBody>
      </p:sp>
    </p:spTree>
    <p:extLst>
      <p:ext uri="{BB962C8B-B14F-4D97-AF65-F5344CB8AC3E}">
        <p14:creationId xmlns:p14="http://schemas.microsoft.com/office/powerpoint/2010/main" val="156956231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C7692A79-27BA-48C9-B2F9-57EF1AE4E03C}"/>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公開値・他社料金による参考比較</a:t>
            </a:r>
          </a:p>
        </p:txBody>
      </p:sp>
      <p:sp>
        <p:nvSpPr>
          <p:cNvPr id="2" name="title">
            <a:extLst xmlns:a="http://schemas.openxmlformats.org/drawingml/2006/main">
              <a:ext uri="{FF2B5EF4-FFF2-40B4-BE49-F238E27FC236}">
                <a16:creationId xmlns:a16="http://schemas.microsoft.com/office/drawing/2014/main" id="{BB450B74-927C-4638-A8BA-E5AA7CE6E041}"/>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2E65"/>
                </a:solidFill>
                <a:latin typeface="Noto Sans JP"/>
                <a:ea typeface="Noto Sans JP"/>
                <a:cs typeface="Noto Sans JP"/>
              </a:defRPr>
            </a:defPPr>
            <a:lvl1pPr algn="l">
              <a:defRPr sz="3000" b="1">
                <a:solidFill>
                  <a:srgbClr val="182E65"/>
                </a:solidFill>
                <a:latin typeface="Noto Sans JP"/>
                <a:ea typeface="Noto Sans JP"/>
                <a:cs typeface="Noto Sans JP"/>
              </a:defRPr>
            </a:lvl1pPr>
            <a:lvl2pPr algn="l">
              <a:defRPr sz="3000" b="1">
                <a:solidFill>
                  <a:srgbClr val="182E65"/>
                </a:solidFill>
                <a:latin typeface="Noto Sans JP"/>
                <a:ea typeface="Noto Sans JP"/>
                <a:cs typeface="Noto Sans JP"/>
              </a:defRPr>
            </a:lvl2pPr>
            <a:lvl3pPr algn="l">
              <a:defRPr sz="3000" b="1">
                <a:solidFill>
                  <a:srgbClr val="182E65"/>
                </a:solidFill>
                <a:latin typeface="Noto Sans JP"/>
                <a:ea typeface="Noto Sans JP"/>
                <a:cs typeface="Noto Sans JP"/>
              </a:defRPr>
            </a:lvl3pPr>
            <a:lvl4pPr algn="l">
              <a:defRPr sz="3000" b="1">
                <a:solidFill>
                  <a:srgbClr val="182E65"/>
                </a:solidFill>
                <a:latin typeface="Noto Sans JP"/>
                <a:ea typeface="Noto Sans JP"/>
                <a:cs typeface="Noto Sans JP"/>
              </a:defRPr>
            </a:lvl4pPr>
            <a:lvl5pPr algn="l">
              <a:defRPr sz="3000" b="1">
                <a:solidFill>
                  <a:srgbClr val="182E65"/>
                </a:solidFill>
                <a:latin typeface="Noto Sans JP"/>
                <a:ea typeface="Noto Sans JP"/>
                <a:cs typeface="Noto Sans JP"/>
              </a:defRPr>
            </a:lvl5pPr>
            <a:lvl6pPr algn="l">
              <a:defRPr sz="3000" b="1">
                <a:solidFill>
                  <a:srgbClr val="182E65"/>
                </a:solidFill>
                <a:latin typeface="Noto Sans JP"/>
                <a:ea typeface="Noto Sans JP"/>
                <a:cs typeface="Noto Sans JP"/>
              </a:defRPr>
            </a:lvl6pPr>
            <a:lvl7pPr algn="l">
              <a:defRPr sz="3000" b="1">
                <a:solidFill>
                  <a:srgbClr val="182E65"/>
                </a:solidFill>
                <a:latin typeface="Noto Sans JP"/>
                <a:ea typeface="Noto Sans JP"/>
                <a:cs typeface="Noto Sans JP"/>
              </a:defRPr>
            </a:lvl7pPr>
            <a:lvl8pPr algn="l">
              <a:defRPr sz="3000" b="1">
                <a:solidFill>
                  <a:srgbClr val="182E65"/>
                </a:solidFill>
                <a:latin typeface="Noto Sans JP"/>
                <a:ea typeface="Noto Sans JP"/>
                <a:cs typeface="Noto Sans JP"/>
              </a:defRPr>
            </a:lvl8pPr>
            <a:lvl9pPr algn="l">
              <a:defRPr sz="3000" b="1">
                <a:solidFill>
                  <a:srgbClr val="182E65"/>
                </a:solidFill>
                <a:latin typeface="Noto Sans JP"/>
                <a:ea typeface="Noto Sans JP"/>
                <a:cs typeface="Noto Sans JP"/>
              </a:defRPr>
            </a:lvl9pPr>
          </a:lstStyle>
          <a:p xmlns:a="http://schemas.openxmlformats.org/drawingml/2006/main">
            <a:pPr algn="l">
              <a:defRPr sz="3000" b="1">
                <a:solidFill>
                  <a:srgbClr val="182E65"/>
                </a:solidFill>
                <a:latin typeface="Noto Sans JP"/>
                <a:ea typeface="Noto Sans JP"/>
                <a:cs typeface="Noto Sans JP"/>
              </a:defRPr>
            </a:pPr>
            <a:r>
              <a:rPr sz="3000" b="1">
                <a:solidFill>
                  <a:srgbClr val="182E65"/>
                </a:solidFill>
                <a:latin typeface="Noto Sans JP"/>
                <a:ea typeface="Noto Sans JP"/>
                <a:cs typeface="Noto Sans JP"/>
              </a:rPr>
              <a:t>ニュース露出と、信用を伝える材料の2つの価値</a:t>
            </a:r>
          </a:p>
        </p:txBody>
      </p:sp>
      <p:sp>
        <p:nvSpPr>
          <p:cNvPr id="3" name="">
            <a:extLst xmlns:a="http://schemas.openxmlformats.org/drawingml/2006/main">
              <a:ext uri="{FF2B5EF4-FFF2-40B4-BE49-F238E27FC236}">
                <a16:creationId xmlns:a16="http://schemas.microsoft.com/office/drawing/2014/main" id="{B77DDC2F-B885-4504-B5EC-39CB5512609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F7034E5B-9095-4B31-9A1C-4204AD20C047}"/>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F44B6365-468E-4AA0-A4EA-5B5F92AFA45C}"/>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14</a:t>
            </a:r>
          </a:p>
        </p:txBody>
      </p:sp>
      <p:sp>
        <p:nvSpPr>
          <p:cNvPr id="6" name="left-label">
            <a:extLst xmlns:a="http://schemas.openxmlformats.org/drawingml/2006/main">
              <a:ext uri="{FF2B5EF4-FFF2-40B4-BE49-F238E27FC236}">
                <a16:creationId xmlns:a16="http://schemas.microsoft.com/office/drawing/2014/main" id="{B02205C6-68E2-4BE1-8715-9B8E17C3B1EE}"/>
              </a:ext>
            </a:extLst>
          </p:cNvPr>
          <p:cNvSpPr>
            <a:spLocks xmlns:a="http://schemas.openxmlformats.org/drawingml/2006/main" noGrp="1"/>
          </p:cNvSpPr>
          <p:nvPr/>
        </p:nvSpPr>
        <p:spPr>
          <a:xfrm xmlns:a="http://schemas.openxmlformats.org/drawingml/2006/main">
            <a:off x="609600" y="194310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82E65"/>
                </a:solidFill>
                <a:latin typeface="Noto Sans JP"/>
                <a:ea typeface="Noto Sans JP"/>
                <a:cs typeface="Noto Sans JP"/>
              </a:defRPr>
            </a:defPPr>
            <a:lvl1pPr algn="l">
              <a:defRPr sz="2100" b="1">
                <a:solidFill>
                  <a:srgbClr val="182E65"/>
                </a:solidFill>
                <a:latin typeface="Noto Sans JP"/>
                <a:ea typeface="Noto Sans JP"/>
                <a:cs typeface="Noto Sans JP"/>
              </a:defRPr>
            </a:lvl1pPr>
            <a:lvl2pPr algn="l">
              <a:defRPr sz="2100" b="1">
                <a:solidFill>
                  <a:srgbClr val="182E65"/>
                </a:solidFill>
                <a:latin typeface="Noto Sans JP"/>
                <a:ea typeface="Noto Sans JP"/>
                <a:cs typeface="Noto Sans JP"/>
              </a:defRPr>
            </a:lvl2pPr>
            <a:lvl3pPr algn="l">
              <a:defRPr sz="2100" b="1">
                <a:solidFill>
                  <a:srgbClr val="182E65"/>
                </a:solidFill>
                <a:latin typeface="Noto Sans JP"/>
                <a:ea typeface="Noto Sans JP"/>
                <a:cs typeface="Noto Sans JP"/>
              </a:defRPr>
            </a:lvl3pPr>
            <a:lvl4pPr algn="l">
              <a:defRPr sz="2100" b="1">
                <a:solidFill>
                  <a:srgbClr val="182E65"/>
                </a:solidFill>
                <a:latin typeface="Noto Sans JP"/>
                <a:ea typeface="Noto Sans JP"/>
                <a:cs typeface="Noto Sans JP"/>
              </a:defRPr>
            </a:lvl4pPr>
            <a:lvl5pPr algn="l">
              <a:defRPr sz="2100" b="1">
                <a:solidFill>
                  <a:srgbClr val="182E65"/>
                </a:solidFill>
                <a:latin typeface="Noto Sans JP"/>
                <a:ea typeface="Noto Sans JP"/>
                <a:cs typeface="Noto Sans JP"/>
              </a:defRPr>
            </a:lvl5pPr>
            <a:lvl6pPr algn="l">
              <a:defRPr sz="2100" b="1">
                <a:solidFill>
                  <a:srgbClr val="182E65"/>
                </a:solidFill>
                <a:latin typeface="Noto Sans JP"/>
                <a:ea typeface="Noto Sans JP"/>
                <a:cs typeface="Noto Sans JP"/>
              </a:defRPr>
            </a:lvl6pPr>
            <a:lvl7pPr algn="l">
              <a:defRPr sz="2100" b="1">
                <a:solidFill>
                  <a:srgbClr val="182E65"/>
                </a:solidFill>
                <a:latin typeface="Noto Sans JP"/>
                <a:ea typeface="Noto Sans JP"/>
                <a:cs typeface="Noto Sans JP"/>
              </a:defRPr>
            </a:lvl7pPr>
            <a:lvl8pPr algn="l">
              <a:defRPr sz="2100" b="1">
                <a:solidFill>
                  <a:srgbClr val="182E65"/>
                </a:solidFill>
                <a:latin typeface="Noto Sans JP"/>
                <a:ea typeface="Noto Sans JP"/>
                <a:cs typeface="Noto Sans JP"/>
              </a:defRPr>
            </a:lvl8pPr>
            <a:lvl9pPr algn="l">
              <a:defRPr sz="2100" b="1">
                <a:solidFill>
                  <a:srgbClr val="182E65"/>
                </a:solidFill>
                <a:latin typeface="Noto Sans JP"/>
                <a:ea typeface="Noto Sans JP"/>
                <a:cs typeface="Noto Sans JP"/>
              </a:defRPr>
            </a:lvl9pPr>
          </a:lstStyle>
          <a:p xmlns:a="http://schemas.openxmlformats.org/drawingml/2006/main">
            <a:pPr algn="l">
              <a:defRPr sz="2100" b="1">
                <a:solidFill>
                  <a:srgbClr val="182E65"/>
                </a:solidFill>
                <a:latin typeface="Noto Sans JP"/>
                <a:ea typeface="Noto Sans JP"/>
                <a:cs typeface="Noto Sans JP"/>
              </a:defRPr>
            </a:pPr>
            <a:r>
              <a:rPr sz="2100" b="1">
                <a:solidFill>
                  <a:srgbClr val="182E65"/>
                </a:solidFill>
                <a:latin typeface="Noto Sans JP"/>
                <a:ea typeface="Noto Sans JP"/>
                <a:cs typeface="Noto Sans JP"/>
              </a:rPr>
              <a:t>3媒体のニュース露出</a:t>
            </a:r>
          </a:p>
        </p:txBody>
      </p:sp>
      <p:sp>
        <p:nvSpPr>
          <p:cNvPr id="7" name="left-value">
            <a:extLst xmlns:a="http://schemas.openxmlformats.org/drawingml/2006/main">
              <a:ext uri="{FF2B5EF4-FFF2-40B4-BE49-F238E27FC236}">
                <a16:creationId xmlns:a16="http://schemas.microsoft.com/office/drawing/2014/main" id="{726A5710-A4B3-4F85-B0B9-D5E5779BC1EC}"/>
              </a:ext>
            </a:extLst>
          </p:cNvPr>
          <p:cNvSpPr>
            <a:spLocks xmlns:a="http://schemas.openxmlformats.org/drawingml/2006/main" noGrp="1"/>
          </p:cNvSpPr>
          <p:nvPr/>
        </p:nvSpPr>
        <p:spPr>
          <a:xfrm xmlns:a="http://schemas.openxmlformats.org/drawingml/2006/main">
            <a:off x="609600" y="2457450"/>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350" b="1">
                <a:solidFill>
                  <a:srgbClr val="182E65"/>
                </a:solidFill>
                <a:latin typeface="Noto Sans JP"/>
                <a:ea typeface="Noto Sans JP"/>
                <a:cs typeface="Noto Sans JP"/>
              </a:defRPr>
            </a:defPPr>
            <a:lvl1pPr algn="l">
              <a:defRPr sz="4350" b="1">
                <a:solidFill>
                  <a:srgbClr val="182E65"/>
                </a:solidFill>
                <a:latin typeface="Noto Sans JP"/>
                <a:ea typeface="Noto Sans JP"/>
                <a:cs typeface="Noto Sans JP"/>
              </a:defRPr>
            </a:lvl1pPr>
            <a:lvl2pPr algn="l">
              <a:defRPr sz="4350" b="1">
                <a:solidFill>
                  <a:srgbClr val="182E65"/>
                </a:solidFill>
                <a:latin typeface="Noto Sans JP"/>
                <a:ea typeface="Noto Sans JP"/>
                <a:cs typeface="Noto Sans JP"/>
              </a:defRPr>
            </a:lvl2pPr>
            <a:lvl3pPr algn="l">
              <a:defRPr sz="4350" b="1">
                <a:solidFill>
                  <a:srgbClr val="182E65"/>
                </a:solidFill>
                <a:latin typeface="Noto Sans JP"/>
                <a:ea typeface="Noto Sans JP"/>
                <a:cs typeface="Noto Sans JP"/>
              </a:defRPr>
            </a:lvl3pPr>
            <a:lvl4pPr algn="l">
              <a:defRPr sz="4350" b="1">
                <a:solidFill>
                  <a:srgbClr val="182E65"/>
                </a:solidFill>
                <a:latin typeface="Noto Sans JP"/>
                <a:ea typeface="Noto Sans JP"/>
                <a:cs typeface="Noto Sans JP"/>
              </a:defRPr>
            </a:lvl4pPr>
            <a:lvl5pPr algn="l">
              <a:defRPr sz="4350" b="1">
                <a:solidFill>
                  <a:srgbClr val="182E65"/>
                </a:solidFill>
                <a:latin typeface="Noto Sans JP"/>
                <a:ea typeface="Noto Sans JP"/>
                <a:cs typeface="Noto Sans JP"/>
              </a:defRPr>
            </a:lvl5pPr>
            <a:lvl6pPr algn="l">
              <a:defRPr sz="4350" b="1">
                <a:solidFill>
                  <a:srgbClr val="182E65"/>
                </a:solidFill>
                <a:latin typeface="Noto Sans JP"/>
                <a:ea typeface="Noto Sans JP"/>
                <a:cs typeface="Noto Sans JP"/>
              </a:defRPr>
            </a:lvl6pPr>
            <a:lvl7pPr algn="l">
              <a:defRPr sz="4350" b="1">
                <a:solidFill>
                  <a:srgbClr val="182E65"/>
                </a:solidFill>
                <a:latin typeface="Noto Sans JP"/>
                <a:ea typeface="Noto Sans JP"/>
                <a:cs typeface="Noto Sans JP"/>
              </a:defRPr>
            </a:lvl7pPr>
            <a:lvl8pPr algn="l">
              <a:defRPr sz="4350" b="1">
                <a:solidFill>
                  <a:srgbClr val="182E65"/>
                </a:solidFill>
                <a:latin typeface="Noto Sans JP"/>
                <a:ea typeface="Noto Sans JP"/>
                <a:cs typeface="Noto Sans JP"/>
              </a:defRPr>
            </a:lvl8pPr>
            <a:lvl9pPr algn="l">
              <a:defRPr sz="4350" b="1">
                <a:solidFill>
                  <a:srgbClr val="182E65"/>
                </a:solidFill>
                <a:latin typeface="Noto Sans JP"/>
                <a:ea typeface="Noto Sans JP"/>
                <a:cs typeface="Noto Sans JP"/>
              </a:defRPr>
            </a:lvl9pPr>
          </a:lstStyle>
          <a:p xmlns:a="http://schemas.openxmlformats.org/drawingml/2006/main">
            <a:pPr algn="l">
              <a:defRPr sz="4350" b="1">
                <a:solidFill>
                  <a:srgbClr val="182E65"/>
                </a:solidFill>
                <a:latin typeface="Noto Sans JP"/>
                <a:ea typeface="Noto Sans JP"/>
                <a:cs typeface="Noto Sans JP"/>
              </a:defRPr>
            </a:pPr>
            <a:r>
              <a:rPr sz="4350" b="1">
                <a:solidFill>
                  <a:srgbClr val="182E65"/>
                </a:solidFill>
                <a:latin typeface="Noto Sans JP"/>
                <a:ea typeface="Noto Sans JP"/>
                <a:cs typeface="Noto Sans JP"/>
              </a:rPr>
              <a:t>523,800円</a:t>
            </a:r>
          </a:p>
        </p:txBody>
      </p:sp>
      <p:sp>
        <p:nvSpPr>
          <p:cNvPr id="8" name="left-desc">
            <a:extLst xmlns:a="http://schemas.openxmlformats.org/drawingml/2006/main">
              <a:ext uri="{FF2B5EF4-FFF2-40B4-BE49-F238E27FC236}">
                <a16:creationId xmlns:a16="http://schemas.microsoft.com/office/drawing/2014/main" id="{DCBEE9D4-8667-48FD-8339-6C19BA02FC21}"/>
              </a:ext>
            </a:extLst>
          </p:cNvPr>
          <p:cNvSpPr>
            <a:spLocks xmlns:a="http://schemas.openxmlformats.org/drawingml/2006/main" noGrp="1"/>
          </p:cNvSpPr>
          <p:nvPr/>
        </p:nvSpPr>
        <p:spPr>
          <a:xfrm xmlns:a="http://schemas.openxmlformats.org/drawingml/2006/main">
            <a:off x="609600" y="32956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526078"/>
                </a:solidFill>
                <a:latin typeface="Noto Sans JP"/>
                <a:ea typeface="Noto Sans JP"/>
                <a:cs typeface="Noto Sans JP"/>
              </a:defRPr>
            </a:defPPr>
            <a:lvl1pPr algn="l">
              <a:defRPr sz="1650" b="0">
                <a:solidFill>
                  <a:srgbClr val="526078"/>
                </a:solidFill>
                <a:latin typeface="Noto Sans JP"/>
                <a:ea typeface="Noto Sans JP"/>
                <a:cs typeface="Noto Sans JP"/>
              </a:defRPr>
            </a:lvl1pPr>
            <a:lvl2pPr algn="l">
              <a:defRPr sz="1650" b="0">
                <a:solidFill>
                  <a:srgbClr val="526078"/>
                </a:solidFill>
                <a:latin typeface="Noto Sans JP"/>
                <a:ea typeface="Noto Sans JP"/>
                <a:cs typeface="Noto Sans JP"/>
              </a:defRPr>
            </a:lvl2pPr>
            <a:lvl3pPr algn="l">
              <a:defRPr sz="1650" b="0">
                <a:solidFill>
                  <a:srgbClr val="526078"/>
                </a:solidFill>
                <a:latin typeface="Noto Sans JP"/>
                <a:ea typeface="Noto Sans JP"/>
                <a:cs typeface="Noto Sans JP"/>
              </a:defRPr>
            </a:lvl3pPr>
            <a:lvl4pPr algn="l">
              <a:defRPr sz="1650" b="0">
                <a:solidFill>
                  <a:srgbClr val="526078"/>
                </a:solidFill>
                <a:latin typeface="Noto Sans JP"/>
                <a:ea typeface="Noto Sans JP"/>
                <a:cs typeface="Noto Sans JP"/>
              </a:defRPr>
            </a:lvl4pPr>
            <a:lvl5pPr algn="l">
              <a:defRPr sz="1650" b="0">
                <a:solidFill>
                  <a:srgbClr val="526078"/>
                </a:solidFill>
                <a:latin typeface="Noto Sans JP"/>
                <a:ea typeface="Noto Sans JP"/>
                <a:cs typeface="Noto Sans JP"/>
              </a:defRPr>
            </a:lvl5pPr>
            <a:lvl6pPr algn="l">
              <a:defRPr sz="1650" b="0">
                <a:solidFill>
                  <a:srgbClr val="526078"/>
                </a:solidFill>
                <a:latin typeface="Noto Sans JP"/>
                <a:ea typeface="Noto Sans JP"/>
                <a:cs typeface="Noto Sans JP"/>
              </a:defRPr>
            </a:lvl6pPr>
            <a:lvl7pPr algn="l">
              <a:defRPr sz="1650" b="0">
                <a:solidFill>
                  <a:srgbClr val="526078"/>
                </a:solidFill>
                <a:latin typeface="Noto Sans JP"/>
                <a:ea typeface="Noto Sans JP"/>
                <a:cs typeface="Noto Sans JP"/>
              </a:defRPr>
            </a:lvl7pPr>
            <a:lvl8pPr algn="l">
              <a:defRPr sz="1650" b="0">
                <a:solidFill>
                  <a:srgbClr val="526078"/>
                </a:solidFill>
                <a:latin typeface="Noto Sans JP"/>
                <a:ea typeface="Noto Sans JP"/>
                <a:cs typeface="Noto Sans JP"/>
              </a:defRPr>
            </a:lvl8pPr>
            <a:lvl9pPr algn="l">
              <a:defRPr sz="1650" b="0">
                <a:solidFill>
                  <a:srgbClr val="526078"/>
                </a:solidFill>
                <a:latin typeface="Noto Sans JP"/>
                <a:ea typeface="Noto Sans JP"/>
                <a:cs typeface="Noto Sans JP"/>
              </a:defRPr>
            </a:lvl9pPr>
          </a:lstStyle>
          <a:p xmlns:a="http://schemas.openxmlformats.org/drawingml/2006/main">
            <a:pPr algn="l">
              <a:defRPr sz="1650" b="0">
                <a:solidFill>
                  <a:srgbClr val="526078"/>
                </a:solidFill>
                <a:latin typeface="Noto Sans JP"/>
                <a:ea typeface="Noto Sans JP"/>
                <a:cs typeface="Noto Sans JP"/>
              </a:defRPr>
            </a:pPr>
            <a:r>
              <a:rPr sz="1650" b="0">
                <a:solidFill>
                  <a:srgbClr val="526078"/>
                </a:solidFill>
                <a:latin typeface="Noto Sans JP"/>
                <a:ea typeface="Noto Sans JP"/>
                <a:cs typeface="Noto Sans JP"/>
              </a:rPr>
              <a:t>前ページの広告換算参考額</a:t>
            </a:r>
          </a:p>
          <a:p xmlns:a="http://schemas.openxmlformats.org/drawingml/2006/main">
            <a:pPr algn="l">
              <a:defRPr sz="1650" b="0">
                <a:solidFill>
                  <a:srgbClr val="526078"/>
                </a:solidFill>
                <a:latin typeface="Noto Sans JP"/>
                <a:ea typeface="Noto Sans JP"/>
                <a:cs typeface="Noto Sans JP"/>
              </a:defRPr>
            </a:pPr>
            <a:r>
              <a:rPr sz="1650" b="0">
                <a:solidFill>
                  <a:srgbClr val="526078"/>
                </a:solidFill>
                <a:latin typeface="Noto Sans JP"/>
                <a:ea typeface="Noto Sans JP"/>
                <a:cs typeface="Noto Sans JP"/>
              </a:rPr>
              <a:t>2017年・2025年の掲載例</a:t>
            </a:r>
          </a:p>
        </p:txBody>
      </p:sp>
      <p:sp>
        <p:nvSpPr>
          <p:cNvPr id="9" name="plus">
            <a:extLst xmlns:a="http://schemas.openxmlformats.org/drawingml/2006/main">
              <a:ext uri="{FF2B5EF4-FFF2-40B4-BE49-F238E27FC236}">
                <a16:creationId xmlns:a16="http://schemas.microsoft.com/office/drawing/2014/main" id="{A09DD82F-3622-4218-9A0A-49EB16259D20}"/>
              </a:ext>
            </a:extLst>
          </p:cNvPr>
          <p:cNvSpPr>
            <a:spLocks xmlns:a="http://schemas.openxmlformats.org/drawingml/2006/main" noGrp="1"/>
          </p:cNvSpPr>
          <p:nvPr/>
        </p:nvSpPr>
        <p:spPr>
          <a:xfrm xmlns:a="http://schemas.openxmlformats.org/drawingml/2006/main">
            <a:off x="5743575" y="25527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A78025"/>
                </a:solidFill>
                <a:latin typeface="Noto Sans JP"/>
                <a:ea typeface="Noto Sans JP"/>
                <a:cs typeface="Noto Sans JP"/>
              </a:defRPr>
            </a:defPPr>
            <a:lvl1pPr algn="ctr">
              <a:defRPr sz="3600" b="1">
                <a:solidFill>
                  <a:srgbClr val="A78025"/>
                </a:solidFill>
                <a:latin typeface="Noto Sans JP"/>
                <a:ea typeface="Noto Sans JP"/>
                <a:cs typeface="Noto Sans JP"/>
              </a:defRPr>
            </a:lvl1pPr>
            <a:lvl2pPr algn="ctr">
              <a:defRPr sz="3600" b="1">
                <a:solidFill>
                  <a:srgbClr val="A78025"/>
                </a:solidFill>
                <a:latin typeface="Noto Sans JP"/>
                <a:ea typeface="Noto Sans JP"/>
                <a:cs typeface="Noto Sans JP"/>
              </a:defRPr>
            </a:lvl2pPr>
            <a:lvl3pPr algn="ctr">
              <a:defRPr sz="3600" b="1">
                <a:solidFill>
                  <a:srgbClr val="A78025"/>
                </a:solidFill>
                <a:latin typeface="Noto Sans JP"/>
                <a:ea typeface="Noto Sans JP"/>
                <a:cs typeface="Noto Sans JP"/>
              </a:defRPr>
            </a:lvl3pPr>
            <a:lvl4pPr algn="ctr">
              <a:defRPr sz="3600" b="1">
                <a:solidFill>
                  <a:srgbClr val="A78025"/>
                </a:solidFill>
                <a:latin typeface="Noto Sans JP"/>
                <a:ea typeface="Noto Sans JP"/>
                <a:cs typeface="Noto Sans JP"/>
              </a:defRPr>
            </a:lvl4pPr>
            <a:lvl5pPr algn="ctr">
              <a:defRPr sz="3600" b="1">
                <a:solidFill>
                  <a:srgbClr val="A78025"/>
                </a:solidFill>
                <a:latin typeface="Noto Sans JP"/>
                <a:ea typeface="Noto Sans JP"/>
                <a:cs typeface="Noto Sans JP"/>
              </a:defRPr>
            </a:lvl5pPr>
            <a:lvl6pPr algn="ctr">
              <a:defRPr sz="3600" b="1">
                <a:solidFill>
                  <a:srgbClr val="A78025"/>
                </a:solidFill>
                <a:latin typeface="Noto Sans JP"/>
                <a:ea typeface="Noto Sans JP"/>
                <a:cs typeface="Noto Sans JP"/>
              </a:defRPr>
            </a:lvl6pPr>
            <a:lvl7pPr algn="ctr">
              <a:defRPr sz="3600" b="1">
                <a:solidFill>
                  <a:srgbClr val="A78025"/>
                </a:solidFill>
                <a:latin typeface="Noto Sans JP"/>
                <a:ea typeface="Noto Sans JP"/>
                <a:cs typeface="Noto Sans JP"/>
              </a:defRPr>
            </a:lvl7pPr>
            <a:lvl8pPr algn="ctr">
              <a:defRPr sz="3600" b="1">
                <a:solidFill>
                  <a:srgbClr val="A78025"/>
                </a:solidFill>
                <a:latin typeface="Noto Sans JP"/>
                <a:ea typeface="Noto Sans JP"/>
                <a:cs typeface="Noto Sans JP"/>
              </a:defRPr>
            </a:lvl8pPr>
            <a:lvl9pPr algn="ctr">
              <a:defRPr sz="3600" b="1">
                <a:solidFill>
                  <a:srgbClr val="A78025"/>
                </a:solidFill>
                <a:latin typeface="Noto Sans JP"/>
                <a:ea typeface="Noto Sans JP"/>
                <a:cs typeface="Noto Sans JP"/>
              </a:defRPr>
            </a:lvl9pPr>
          </a:lstStyle>
          <a:p xmlns:a="http://schemas.openxmlformats.org/drawingml/2006/main">
            <a:pPr algn="ctr">
              <a:defRPr sz="3600" b="1">
                <a:solidFill>
                  <a:srgbClr val="A78025"/>
                </a:solidFill>
                <a:latin typeface="Noto Sans JP"/>
                <a:ea typeface="Noto Sans JP"/>
                <a:cs typeface="Noto Sans JP"/>
              </a:defRPr>
            </a:pPr>
            <a:r>
              <a:rPr sz="3600" b="1">
                <a:solidFill>
                  <a:srgbClr val="A78025"/>
                </a:solidFill>
                <a:latin typeface="Noto Sans JP"/>
                <a:ea typeface="Noto Sans JP"/>
                <a:cs typeface="Noto Sans JP"/>
              </a:rPr>
              <a:t>＋</a:t>
            </a:r>
          </a:p>
        </p:txBody>
      </p:sp>
      <p:sp>
        <p:nvSpPr>
          <p:cNvPr id="10" name="right-label">
            <a:extLst xmlns:a="http://schemas.openxmlformats.org/drawingml/2006/main">
              <a:ext uri="{FF2B5EF4-FFF2-40B4-BE49-F238E27FC236}">
                <a16:creationId xmlns:a16="http://schemas.microsoft.com/office/drawing/2014/main" id="{861E5456-DBF5-48CE-B28E-EEB4EAD34DCF}"/>
              </a:ext>
            </a:extLst>
          </p:cNvPr>
          <p:cNvSpPr>
            <a:spLocks xmlns:a="http://schemas.openxmlformats.org/drawingml/2006/main" noGrp="1"/>
          </p:cNvSpPr>
          <p:nvPr/>
        </p:nvSpPr>
        <p:spPr>
          <a:xfrm xmlns:a="http://schemas.openxmlformats.org/drawingml/2006/main">
            <a:off x="6667500" y="1943100"/>
            <a:ext cx="4914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A78025"/>
                </a:solidFill>
                <a:latin typeface="Noto Sans JP"/>
                <a:ea typeface="Noto Sans JP"/>
                <a:cs typeface="Noto Sans JP"/>
              </a:defRPr>
            </a:defPPr>
            <a:lvl1pPr algn="l">
              <a:defRPr sz="2100" b="1">
                <a:solidFill>
                  <a:srgbClr val="A78025"/>
                </a:solidFill>
                <a:latin typeface="Noto Sans JP"/>
                <a:ea typeface="Noto Sans JP"/>
                <a:cs typeface="Noto Sans JP"/>
              </a:defRPr>
            </a:lvl1pPr>
            <a:lvl2pPr algn="l">
              <a:defRPr sz="2100" b="1">
                <a:solidFill>
                  <a:srgbClr val="A78025"/>
                </a:solidFill>
                <a:latin typeface="Noto Sans JP"/>
                <a:ea typeface="Noto Sans JP"/>
                <a:cs typeface="Noto Sans JP"/>
              </a:defRPr>
            </a:lvl2pPr>
            <a:lvl3pPr algn="l">
              <a:defRPr sz="2100" b="1">
                <a:solidFill>
                  <a:srgbClr val="A78025"/>
                </a:solidFill>
                <a:latin typeface="Noto Sans JP"/>
                <a:ea typeface="Noto Sans JP"/>
                <a:cs typeface="Noto Sans JP"/>
              </a:defRPr>
            </a:lvl3pPr>
            <a:lvl4pPr algn="l">
              <a:defRPr sz="2100" b="1">
                <a:solidFill>
                  <a:srgbClr val="A78025"/>
                </a:solidFill>
                <a:latin typeface="Noto Sans JP"/>
                <a:ea typeface="Noto Sans JP"/>
                <a:cs typeface="Noto Sans JP"/>
              </a:defRPr>
            </a:lvl4pPr>
            <a:lvl5pPr algn="l">
              <a:defRPr sz="2100" b="1">
                <a:solidFill>
                  <a:srgbClr val="A78025"/>
                </a:solidFill>
                <a:latin typeface="Noto Sans JP"/>
                <a:ea typeface="Noto Sans JP"/>
                <a:cs typeface="Noto Sans JP"/>
              </a:defRPr>
            </a:lvl5pPr>
            <a:lvl6pPr algn="l">
              <a:defRPr sz="2100" b="1">
                <a:solidFill>
                  <a:srgbClr val="A78025"/>
                </a:solidFill>
                <a:latin typeface="Noto Sans JP"/>
                <a:ea typeface="Noto Sans JP"/>
                <a:cs typeface="Noto Sans JP"/>
              </a:defRPr>
            </a:lvl6pPr>
            <a:lvl7pPr algn="l">
              <a:defRPr sz="2100" b="1">
                <a:solidFill>
                  <a:srgbClr val="A78025"/>
                </a:solidFill>
                <a:latin typeface="Noto Sans JP"/>
                <a:ea typeface="Noto Sans JP"/>
                <a:cs typeface="Noto Sans JP"/>
              </a:defRPr>
            </a:lvl7pPr>
            <a:lvl8pPr algn="l">
              <a:defRPr sz="2100" b="1">
                <a:solidFill>
                  <a:srgbClr val="A78025"/>
                </a:solidFill>
                <a:latin typeface="Noto Sans JP"/>
                <a:ea typeface="Noto Sans JP"/>
                <a:cs typeface="Noto Sans JP"/>
              </a:defRPr>
            </a:lvl8pPr>
            <a:lvl9pPr algn="l">
              <a:defRPr sz="2100" b="1">
                <a:solidFill>
                  <a:srgbClr val="A78025"/>
                </a:solidFill>
                <a:latin typeface="Noto Sans JP"/>
                <a:ea typeface="Noto Sans JP"/>
                <a:cs typeface="Noto Sans JP"/>
              </a:defRPr>
            </a:lvl9pPr>
          </a:lstStyle>
          <a:p xmlns:a="http://schemas.openxmlformats.org/drawingml/2006/main">
            <a:pPr algn="l">
              <a:defRPr sz="2100" b="1">
                <a:solidFill>
                  <a:srgbClr val="A78025"/>
                </a:solidFill>
                <a:latin typeface="Noto Sans JP"/>
                <a:ea typeface="Noto Sans JP"/>
                <a:cs typeface="Noto Sans JP"/>
              </a:defRPr>
            </a:pPr>
            <a:r>
              <a:rPr sz="2100" b="1">
                <a:solidFill>
                  <a:srgbClr val="A78025"/>
                </a:solidFill>
                <a:latin typeface="Noto Sans JP"/>
                <a:ea typeface="Noto Sans JP"/>
                <a:cs typeface="Noto Sans JP"/>
              </a:rPr>
              <a:t>信用を示す施策への投資例</a:t>
            </a:r>
          </a:p>
        </p:txBody>
      </p:sp>
      <p:sp>
        <p:nvSpPr>
          <p:cNvPr id="11" name="right-value">
            <a:extLst xmlns:a="http://schemas.openxmlformats.org/drawingml/2006/main">
              <a:ext uri="{FF2B5EF4-FFF2-40B4-BE49-F238E27FC236}">
                <a16:creationId xmlns:a16="http://schemas.microsoft.com/office/drawing/2014/main" id="{887C65A4-AE66-4A77-B971-8466A4C39AE6}"/>
              </a:ext>
            </a:extLst>
          </p:cNvPr>
          <p:cNvSpPr>
            <a:spLocks xmlns:a="http://schemas.openxmlformats.org/drawingml/2006/main" noGrp="1"/>
          </p:cNvSpPr>
          <p:nvPr/>
        </p:nvSpPr>
        <p:spPr>
          <a:xfrm xmlns:a="http://schemas.openxmlformats.org/drawingml/2006/main">
            <a:off x="6667500" y="2457450"/>
            <a:ext cx="4914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350" b="1">
                <a:solidFill>
                  <a:srgbClr val="182E65"/>
                </a:solidFill>
                <a:latin typeface="Noto Sans JP"/>
                <a:ea typeface="Noto Sans JP"/>
                <a:cs typeface="Noto Sans JP"/>
              </a:defRPr>
            </a:defPPr>
            <a:lvl1pPr algn="l">
              <a:defRPr sz="4350" b="1">
                <a:solidFill>
                  <a:srgbClr val="182E65"/>
                </a:solidFill>
                <a:latin typeface="Noto Sans JP"/>
                <a:ea typeface="Noto Sans JP"/>
                <a:cs typeface="Noto Sans JP"/>
              </a:defRPr>
            </a:lvl1pPr>
            <a:lvl2pPr algn="l">
              <a:defRPr sz="4350" b="1">
                <a:solidFill>
                  <a:srgbClr val="182E65"/>
                </a:solidFill>
                <a:latin typeface="Noto Sans JP"/>
                <a:ea typeface="Noto Sans JP"/>
                <a:cs typeface="Noto Sans JP"/>
              </a:defRPr>
            </a:lvl2pPr>
            <a:lvl3pPr algn="l">
              <a:defRPr sz="4350" b="1">
                <a:solidFill>
                  <a:srgbClr val="182E65"/>
                </a:solidFill>
                <a:latin typeface="Noto Sans JP"/>
                <a:ea typeface="Noto Sans JP"/>
                <a:cs typeface="Noto Sans JP"/>
              </a:defRPr>
            </a:lvl3pPr>
            <a:lvl4pPr algn="l">
              <a:defRPr sz="4350" b="1">
                <a:solidFill>
                  <a:srgbClr val="182E65"/>
                </a:solidFill>
                <a:latin typeface="Noto Sans JP"/>
                <a:ea typeface="Noto Sans JP"/>
                <a:cs typeface="Noto Sans JP"/>
              </a:defRPr>
            </a:lvl4pPr>
            <a:lvl5pPr algn="l">
              <a:defRPr sz="4350" b="1">
                <a:solidFill>
                  <a:srgbClr val="182E65"/>
                </a:solidFill>
                <a:latin typeface="Noto Sans JP"/>
                <a:ea typeface="Noto Sans JP"/>
                <a:cs typeface="Noto Sans JP"/>
              </a:defRPr>
            </a:lvl5pPr>
            <a:lvl6pPr algn="l">
              <a:defRPr sz="4350" b="1">
                <a:solidFill>
                  <a:srgbClr val="182E65"/>
                </a:solidFill>
                <a:latin typeface="Noto Sans JP"/>
                <a:ea typeface="Noto Sans JP"/>
                <a:cs typeface="Noto Sans JP"/>
              </a:defRPr>
            </a:lvl6pPr>
            <a:lvl7pPr algn="l">
              <a:defRPr sz="4350" b="1">
                <a:solidFill>
                  <a:srgbClr val="182E65"/>
                </a:solidFill>
                <a:latin typeface="Noto Sans JP"/>
                <a:ea typeface="Noto Sans JP"/>
                <a:cs typeface="Noto Sans JP"/>
              </a:defRPr>
            </a:lvl7pPr>
            <a:lvl8pPr algn="l">
              <a:defRPr sz="4350" b="1">
                <a:solidFill>
                  <a:srgbClr val="182E65"/>
                </a:solidFill>
                <a:latin typeface="Noto Sans JP"/>
                <a:ea typeface="Noto Sans JP"/>
                <a:cs typeface="Noto Sans JP"/>
              </a:defRPr>
            </a:lvl8pPr>
            <a:lvl9pPr algn="l">
              <a:defRPr sz="4350" b="1">
                <a:solidFill>
                  <a:srgbClr val="182E65"/>
                </a:solidFill>
                <a:latin typeface="Noto Sans JP"/>
                <a:ea typeface="Noto Sans JP"/>
                <a:cs typeface="Noto Sans JP"/>
              </a:defRPr>
            </a:lvl9pPr>
          </a:lstStyle>
          <a:p xmlns:a="http://schemas.openxmlformats.org/drawingml/2006/main">
            <a:pPr algn="l">
              <a:defRPr sz="4350" b="1">
                <a:solidFill>
                  <a:srgbClr val="182E65"/>
                </a:solidFill>
                <a:latin typeface="Noto Sans JP"/>
                <a:ea typeface="Noto Sans JP"/>
                <a:cs typeface="Noto Sans JP"/>
              </a:defRPr>
            </a:pPr>
            <a:r>
              <a:rPr sz="4350" b="1">
                <a:solidFill>
                  <a:srgbClr val="182E65"/>
                </a:solidFill>
                <a:latin typeface="Noto Sans JP"/>
                <a:ea typeface="Noto Sans JP"/>
                <a:cs typeface="Noto Sans JP"/>
              </a:rPr>
              <a:t>800,000円</a:t>
            </a:r>
          </a:p>
        </p:txBody>
      </p:sp>
      <p:sp>
        <p:nvSpPr>
          <p:cNvPr id="12" name="right-desc">
            <a:extLst xmlns:a="http://schemas.openxmlformats.org/drawingml/2006/main">
              <a:ext uri="{FF2B5EF4-FFF2-40B4-BE49-F238E27FC236}">
                <a16:creationId xmlns:a16="http://schemas.microsoft.com/office/drawing/2014/main" id="{01FA6C62-638F-4838-A15C-DB588AD265A9}"/>
              </a:ext>
            </a:extLst>
          </p:cNvPr>
          <p:cNvSpPr>
            <a:spLocks xmlns:a="http://schemas.openxmlformats.org/drawingml/2006/main" noGrp="1"/>
          </p:cNvSpPr>
          <p:nvPr/>
        </p:nvSpPr>
        <p:spPr>
          <a:xfrm xmlns:a="http://schemas.openxmlformats.org/drawingml/2006/main">
            <a:off x="6667500" y="3295650"/>
            <a:ext cx="4914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526078"/>
                </a:solidFill>
                <a:latin typeface="Noto Sans JP"/>
                <a:ea typeface="Noto Sans JP"/>
                <a:cs typeface="Noto Sans JP"/>
              </a:defRPr>
            </a:defPPr>
            <a:lvl1pPr algn="l">
              <a:defRPr sz="1650" b="0">
                <a:solidFill>
                  <a:srgbClr val="526078"/>
                </a:solidFill>
                <a:latin typeface="Noto Sans JP"/>
                <a:ea typeface="Noto Sans JP"/>
                <a:cs typeface="Noto Sans JP"/>
              </a:defRPr>
            </a:lvl1pPr>
            <a:lvl2pPr algn="l">
              <a:defRPr sz="1650" b="0">
                <a:solidFill>
                  <a:srgbClr val="526078"/>
                </a:solidFill>
                <a:latin typeface="Noto Sans JP"/>
                <a:ea typeface="Noto Sans JP"/>
                <a:cs typeface="Noto Sans JP"/>
              </a:defRPr>
            </a:lvl2pPr>
            <a:lvl3pPr algn="l">
              <a:defRPr sz="1650" b="0">
                <a:solidFill>
                  <a:srgbClr val="526078"/>
                </a:solidFill>
                <a:latin typeface="Noto Sans JP"/>
                <a:ea typeface="Noto Sans JP"/>
                <a:cs typeface="Noto Sans JP"/>
              </a:defRPr>
            </a:lvl3pPr>
            <a:lvl4pPr algn="l">
              <a:defRPr sz="1650" b="0">
                <a:solidFill>
                  <a:srgbClr val="526078"/>
                </a:solidFill>
                <a:latin typeface="Noto Sans JP"/>
                <a:ea typeface="Noto Sans JP"/>
                <a:cs typeface="Noto Sans JP"/>
              </a:defRPr>
            </a:lvl4pPr>
            <a:lvl5pPr algn="l">
              <a:defRPr sz="1650" b="0">
                <a:solidFill>
                  <a:srgbClr val="526078"/>
                </a:solidFill>
                <a:latin typeface="Noto Sans JP"/>
                <a:ea typeface="Noto Sans JP"/>
                <a:cs typeface="Noto Sans JP"/>
              </a:defRPr>
            </a:lvl5pPr>
            <a:lvl6pPr algn="l">
              <a:defRPr sz="1650" b="0">
                <a:solidFill>
                  <a:srgbClr val="526078"/>
                </a:solidFill>
                <a:latin typeface="Noto Sans JP"/>
                <a:ea typeface="Noto Sans JP"/>
                <a:cs typeface="Noto Sans JP"/>
              </a:defRPr>
            </a:lvl6pPr>
            <a:lvl7pPr algn="l">
              <a:defRPr sz="1650" b="0">
                <a:solidFill>
                  <a:srgbClr val="526078"/>
                </a:solidFill>
                <a:latin typeface="Noto Sans JP"/>
                <a:ea typeface="Noto Sans JP"/>
                <a:cs typeface="Noto Sans JP"/>
              </a:defRPr>
            </a:lvl7pPr>
            <a:lvl8pPr algn="l">
              <a:defRPr sz="1650" b="0">
                <a:solidFill>
                  <a:srgbClr val="526078"/>
                </a:solidFill>
                <a:latin typeface="Noto Sans JP"/>
                <a:ea typeface="Noto Sans JP"/>
                <a:cs typeface="Noto Sans JP"/>
              </a:defRPr>
            </a:lvl8pPr>
            <a:lvl9pPr algn="l">
              <a:defRPr sz="1650" b="0">
                <a:solidFill>
                  <a:srgbClr val="526078"/>
                </a:solidFill>
                <a:latin typeface="Noto Sans JP"/>
                <a:ea typeface="Noto Sans JP"/>
                <a:cs typeface="Noto Sans JP"/>
              </a:defRPr>
            </a:lvl9pPr>
          </a:lstStyle>
          <a:p xmlns:a="http://schemas.openxmlformats.org/drawingml/2006/main">
            <a:pPr algn="l">
              <a:defRPr sz="1650" b="0">
                <a:solidFill>
                  <a:srgbClr val="526078"/>
                </a:solidFill>
                <a:latin typeface="Noto Sans JP"/>
                <a:ea typeface="Noto Sans JP"/>
                <a:cs typeface="Noto Sans JP"/>
              </a:defRPr>
            </a:pPr>
            <a:r>
              <a:rPr sz="1650" b="0">
                <a:solidFill>
                  <a:srgbClr val="526078"/>
                </a:solidFill>
                <a:latin typeface="Noto Sans JP"/>
                <a:ea typeface="Noto Sans JP"/>
                <a:cs typeface="Noto Sans JP"/>
              </a:rPr>
              <a:t>No.1調査・表示支援 3フレーズ</a:t>
            </a:r>
          </a:p>
          <a:p xmlns:a="http://schemas.openxmlformats.org/drawingml/2006/main">
            <a:pPr algn="l">
              <a:defRPr sz="1650" b="0">
                <a:solidFill>
                  <a:srgbClr val="526078"/>
                </a:solidFill>
                <a:latin typeface="Noto Sans JP"/>
                <a:ea typeface="Noto Sans JP"/>
                <a:cs typeface="Noto Sans JP"/>
              </a:defRPr>
            </a:pPr>
            <a:r>
              <a:rPr sz="1650" b="0">
                <a:solidFill>
                  <a:srgbClr val="526078"/>
                </a:solidFill>
                <a:latin typeface="Noto Sans JP"/>
                <a:ea typeface="Noto Sans JP"/>
                <a:cs typeface="Noto Sans JP"/>
              </a:rPr>
              <a:t>公開料金80万円〜税別／税込88万円〜</a:t>
            </a:r>
          </a:p>
        </p:txBody>
      </p:sp>
      <p:sp>
        <p:nvSpPr>
          <p:cNvPr id="13" name="total-label">
            <a:extLst xmlns:a="http://schemas.openxmlformats.org/drawingml/2006/main">
              <a:ext uri="{FF2B5EF4-FFF2-40B4-BE49-F238E27FC236}">
                <a16:creationId xmlns:a16="http://schemas.microsoft.com/office/drawing/2014/main" id="{F2E887E6-B094-4B82-898C-5835813C5D88}"/>
              </a:ext>
            </a:extLst>
          </p:cNvPr>
          <p:cNvSpPr>
            <a:spLocks xmlns:a="http://schemas.openxmlformats.org/drawingml/2006/main" noGrp="1"/>
          </p:cNvSpPr>
          <p:nvPr/>
        </p:nvSpPr>
        <p:spPr>
          <a:xfrm xmlns:a="http://schemas.openxmlformats.org/drawingml/2006/main">
            <a:off x="609600" y="4276725"/>
            <a:ext cx="500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526078"/>
                </a:solidFill>
                <a:latin typeface="Noto Sans JP"/>
                <a:ea typeface="Noto Sans JP"/>
                <a:cs typeface="Noto Sans JP"/>
              </a:defRPr>
            </a:defPPr>
            <a:lvl1pPr algn="l">
              <a:defRPr sz="1875" b="1">
                <a:solidFill>
                  <a:srgbClr val="526078"/>
                </a:solidFill>
                <a:latin typeface="Noto Sans JP"/>
                <a:ea typeface="Noto Sans JP"/>
                <a:cs typeface="Noto Sans JP"/>
              </a:defRPr>
            </a:lvl1pPr>
            <a:lvl2pPr algn="l">
              <a:defRPr sz="1875" b="1">
                <a:solidFill>
                  <a:srgbClr val="526078"/>
                </a:solidFill>
                <a:latin typeface="Noto Sans JP"/>
                <a:ea typeface="Noto Sans JP"/>
                <a:cs typeface="Noto Sans JP"/>
              </a:defRPr>
            </a:lvl2pPr>
            <a:lvl3pPr algn="l">
              <a:defRPr sz="1875" b="1">
                <a:solidFill>
                  <a:srgbClr val="526078"/>
                </a:solidFill>
                <a:latin typeface="Noto Sans JP"/>
                <a:ea typeface="Noto Sans JP"/>
                <a:cs typeface="Noto Sans JP"/>
              </a:defRPr>
            </a:lvl3pPr>
            <a:lvl4pPr algn="l">
              <a:defRPr sz="1875" b="1">
                <a:solidFill>
                  <a:srgbClr val="526078"/>
                </a:solidFill>
                <a:latin typeface="Noto Sans JP"/>
                <a:ea typeface="Noto Sans JP"/>
                <a:cs typeface="Noto Sans JP"/>
              </a:defRPr>
            </a:lvl4pPr>
            <a:lvl5pPr algn="l">
              <a:defRPr sz="1875" b="1">
                <a:solidFill>
                  <a:srgbClr val="526078"/>
                </a:solidFill>
                <a:latin typeface="Noto Sans JP"/>
                <a:ea typeface="Noto Sans JP"/>
                <a:cs typeface="Noto Sans JP"/>
              </a:defRPr>
            </a:lvl5pPr>
            <a:lvl6pPr algn="l">
              <a:defRPr sz="1875" b="1">
                <a:solidFill>
                  <a:srgbClr val="526078"/>
                </a:solidFill>
                <a:latin typeface="Noto Sans JP"/>
                <a:ea typeface="Noto Sans JP"/>
                <a:cs typeface="Noto Sans JP"/>
              </a:defRPr>
            </a:lvl6pPr>
            <a:lvl7pPr algn="l">
              <a:defRPr sz="1875" b="1">
                <a:solidFill>
                  <a:srgbClr val="526078"/>
                </a:solidFill>
                <a:latin typeface="Noto Sans JP"/>
                <a:ea typeface="Noto Sans JP"/>
                <a:cs typeface="Noto Sans JP"/>
              </a:defRPr>
            </a:lvl7pPr>
            <a:lvl8pPr algn="l">
              <a:defRPr sz="1875" b="1">
                <a:solidFill>
                  <a:srgbClr val="526078"/>
                </a:solidFill>
                <a:latin typeface="Noto Sans JP"/>
                <a:ea typeface="Noto Sans JP"/>
                <a:cs typeface="Noto Sans JP"/>
              </a:defRPr>
            </a:lvl8pPr>
            <a:lvl9pPr algn="l">
              <a:defRPr sz="1875" b="1">
                <a:solidFill>
                  <a:srgbClr val="526078"/>
                </a:solidFill>
                <a:latin typeface="Noto Sans JP"/>
                <a:ea typeface="Noto Sans JP"/>
                <a:cs typeface="Noto Sans JP"/>
              </a:defRPr>
            </a:lvl9pPr>
          </a:lstStyle>
          <a:p xmlns:a="http://schemas.openxmlformats.org/drawingml/2006/main">
            <a:pPr algn="l">
              <a:defRPr sz="1875" b="1">
                <a:solidFill>
                  <a:srgbClr val="526078"/>
                </a:solidFill>
                <a:latin typeface="Noto Sans JP"/>
                <a:ea typeface="Noto Sans JP"/>
                <a:cs typeface="Noto Sans JP"/>
              </a:defRPr>
            </a:pPr>
            <a:r>
              <a:rPr sz="1875" b="1">
                <a:solidFill>
                  <a:srgbClr val="526078"/>
                </a:solidFill>
                <a:latin typeface="Noto Sans JP"/>
                <a:ea typeface="Noto Sans JP"/>
                <a:cs typeface="Noto Sans JP"/>
              </a:rPr>
              <a:t>公開値・他社料金の</a:t>
            </a:r>
          </a:p>
          <a:p xmlns:a="http://schemas.openxmlformats.org/drawingml/2006/main">
            <a:pPr algn="l">
              <a:defRPr sz="1875" b="1">
                <a:solidFill>
                  <a:srgbClr val="526078"/>
                </a:solidFill>
                <a:latin typeface="Noto Sans JP"/>
                <a:ea typeface="Noto Sans JP"/>
                <a:cs typeface="Noto Sans JP"/>
              </a:defRPr>
            </a:pPr>
            <a:r>
              <a:rPr sz="1875" b="1">
                <a:solidFill>
                  <a:srgbClr val="526078"/>
                </a:solidFill>
                <a:latin typeface="Noto Sans JP"/>
                <a:ea typeface="Noto Sans JP"/>
                <a:cs typeface="Noto Sans JP"/>
              </a:rPr>
              <a:t>単純合算による参考比較額</a:t>
            </a:r>
          </a:p>
        </p:txBody>
      </p:sp>
      <p:sp>
        <p:nvSpPr>
          <p:cNvPr id="14" name="total">
            <a:extLst xmlns:a="http://schemas.openxmlformats.org/drawingml/2006/main">
              <a:ext uri="{FF2B5EF4-FFF2-40B4-BE49-F238E27FC236}">
                <a16:creationId xmlns:a16="http://schemas.microsoft.com/office/drawing/2014/main" id="{1B376A74-F4A6-40C3-959B-A05E31AB72BD}"/>
              </a:ext>
            </a:extLst>
          </p:cNvPr>
          <p:cNvSpPr>
            <a:spLocks xmlns:a="http://schemas.openxmlformats.org/drawingml/2006/main" noGrp="1"/>
          </p:cNvSpPr>
          <p:nvPr/>
        </p:nvSpPr>
        <p:spPr>
          <a:xfrm xmlns:a="http://schemas.openxmlformats.org/drawingml/2006/main">
            <a:off x="5838825" y="4162425"/>
            <a:ext cx="57435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4800" b="1">
                <a:solidFill>
                  <a:srgbClr val="182E65"/>
                </a:solidFill>
                <a:latin typeface="Noto Sans JP"/>
                <a:ea typeface="Noto Sans JP"/>
                <a:cs typeface="Noto Sans JP"/>
              </a:defRPr>
            </a:defPPr>
            <a:lvl1pPr algn="r">
              <a:defRPr sz="4800" b="1">
                <a:solidFill>
                  <a:srgbClr val="182E65"/>
                </a:solidFill>
                <a:latin typeface="Noto Sans JP"/>
                <a:ea typeface="Noto Sans JP"/>
                <a:cs typeface="Noto Sans JP"/>
              </a:defRPr>
            </a:lvl1pPr>
            <a:lvl2pPr algn="r">
              <a:defRPr sz="4800" b="1">
                <a:solidFill>
                  <a:srgbClr val="182E65"/>
                </a:solidFill>
                <a:latin typeface="Noto Sans JP"/>
                <a:ea typeface="Noto Sans JP"/>
                <a:cs typeface="Noto Sans JP"/>
              </a:defRPr>
            </a:lvl2pPr>
            <a:lvl3pPr algn="r">
              <a:defRPr sz="4800" b="1">
                <a:solidFill>
                  <a:srgbClr val="182E65"/>
                </a:solidFill>
                <a:latin typeface="Noto Sans JP"/>
                <a:ea typeface="Noto Sans JP"/>
                <a:cs typeface="Noto Sans JP"/>
              </a:defRPr>
            </a:lvl3pPr>
            <a:lvl4pPr algn="r">
              <a:defRPr sz="4800" b="1">
                <a:solidFill>
                  <a:srgbClr val="182E65"/>
                </a:solidFill>
                <a:latin typeface="Noto Sans JP"/>
                <a:ea typeface="Noto Sans JP"/>
                <a:cs typeface="Noto Sans JP"/>
              </a:defRPr>
            </a:lvl4pPr>
            <a:lvl5pPr algn="r">
              <a:defRPr sz="4800" b="1">
                <a:solidFill>
                  <a:srgbClr val="182E65"/>
                </a:solidFill>
                <a:latin typeface="Noto Sans JP"/>
                <a:ea typeface="Noto Sans JP"/>
                <a:cs typeface="Noto Sans JP"/>
              </a:defRPr>
            </a:lvl5pPr>
            <a:lvl6pPr algn="r">
              <a:defRPr sz="4800" b="1">
                <a:solidFill>
                  <a:srgbClr val="182E65"/>
                </a:solidFill>
                <a:latin typeface="Noto Sans JP"/>
                <a:ea typeface="Noto Sans JP"/>
                <a:cs typeface="Noto Sans JP"/>
              </a:defRPr>
            </a:lvl6pPr>
            <a:lvl7pPr algn="r">
              <a:defRPr sz="4800" b="1">
                <a:solidFill>
                  <a:srgbClr val="182E65"/>
                </a:solidFill>
                <a:latin typeface="Noto Sans JP"/>
                <a:ea typeface="Noto Sans JP"/>
                <a:cs typeface="Noto Sans JP"/>
              </a:defRPr>
            </a:lvl7pPr>
            <a:lvl8pPr algn="r">
              <a:defRPr sz="4800" b="1">
                <a:solidFill>
                  <a:srgbClr val="182E65"/>
                </a:solidFill>
                <a:latin typeface="Noto Sans JP"/>
                <a:ea typeface="Noto Sans JP"/>
                <a:cs typeface="Noto Sans JP"/>
              </a:defRPr>
            </a:lvl8pPr>
            <a:lvl9pPr algn="r">
              <a:defRPr sz="4800" b="1">
                <a:solidFill>
                  <a:srgbClr val="182E65"/>
                </a:solidFill>
                <a:latin typeface="Noto Sans JP"/>
                <a:ea typeface="Noto Sans JP"/>
                <a:cs typeface="Noto Sans JP"/>
              </a:defRPr>
            </a:lvl9pPr>
          </a:lstStyle>
          <a:p xmlns:a="http://schemas.openxmlformats.org/drawingml/2006/main">
            <a:pPr algn="r">
              <a:defRPr sz="4800" b="1">
                <a:solidFill>
                  <a:srgbClr val="182E65"/>
                </a:solidFill>
                <a:latin typeface="Noto Sans JP"/>
                <a:ea typeface="Noto Sans JP"/>
                <a:cs typeface="Noto Sans JP"/>
              </a:defRPr>
            </a:pPr>
            <a:r>
              <a:rPr sz="4800" b="1">
                <a:solidFill>
                  <a:srgbClr val="C33830"/>
                </a:solidFill>
                <a:latin typeface="Noto Sans JP"/>
                <a:ea typeface="Noto Sans JP"/>
                <a:cs typeface="Noto Sans JP"/>
              </a:rPr>
              <a:t>1,323,800円</a:t>
            </a:r>
          </a:p>
        </p:txBody>
      </p:sp>
      <p:sp>
        <p:nvSpPr>
          <p:cNvPr id="15" name="message">
            <a:extLst xmlns:a="http://schemas.openxmlformats.org/drawingml/2006/main">
              <a:ext uri="{FF2B5EF4-FFF2-40B4-BE49-F238E27FC236}">
                <a16:creationId xmlns:a16="http://schemas.microsoft.com/office/drawing/2014/main" id="{E175D19C-28FF-459E-A442-5AB73958399A}"/>
              </a:ext>
            </a:extLst>
          </p:cNvPr>
          <p:cNvSpPr>
            <a:spLocks xmlns:a="http://schemas.openxmlformats.org/drawingml/2006/main" noGrp="1"/>
          </p:cNvSpPr>
          <p:nvPr/>
        </p:nvSpPr>
        <p:spPr>
          <a:xfrm xmlns:a="http://schemas.openxmlformats.org/drawingml/2006/main">
            <a:off x="609600" y="52673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82E65"/>
                </a:solidFill>
                <a:latin typeface="Noto Sans JP"/>
                <a:ea typeface="Noto Sans JP"/>
                <a:cs typeface="Noto Sans JP"/>
              </a:defRPr>
            </a:defPPr>
            <a:lvl1pPr algn="l">
              <a:defRPr sz="1875" b="1">
                <a:solidFill>
                  <a:srgbClr val="182E65"/>
                </a:solidFill>
                <a:latin typeface="Noto Sans JP"/>
                <a:ea typeface="Noto Sans JP"/>
                <a:cs typeface="Noto Sans JP"/>
              </a:defRPr>
            </a:lvl1pPr>
            <a:lvl2pPr algn="l">
              <a:defRPr sz="1875" b="1">
                <a:solidFill>
                  <a:srgbClr val="182E65"/>
                </a:solidFill>
                <a:latin typeface="Noto Sans JP"/>
                <a:ea typeface="Noto Sans JP"/>
                <a:cs typeface="Noto Sans JP"/>
              </a:defRPr>
            </a:lvl2pPr>
            <a:lvl3pPr algn="l">
              <a:defRPr sz="1875" b="1">
                <a:solidFill>
                  <a:srgbClr val="182E65"/>
                </a:solidFill>
                <a:latin typeface="Noto Sans JP"/>
                <a:ea typeface="Noto Sans JP"/>
                <a:cs typeface="Noto Sans JP"/>
              </a:defRPr>
            </a:lvl3pPr>
            <a:lvl4pPr algn="l">
              <a:defRPr sz="1875" b="1">
                <a:solidFill>
                  <a:srgbClr val="182E65"/>
                </a:solidFill>
                <a:latin typeface="Noto Sans JP"/>
                <a:ea typeface="Noto Sans JP"/>
                <a:cs typeface="Noto Sans JP"/>
              </a:defRPr>
            </a:lvl4pPr>
            <a:lvl5pPr algn="l">
              <a:defRPr sz="1875" b="1">
                <a:solidFill>
                  <a:srgbClr val="182E65"/>
                </a:solidFill>
                <a:latin typeface="Noto Sans JP"/>
                <a:ea typeface="Noto Sans JP"/>
                <a:cs typeface="Noto Sans JP"/>
              </a:defRPr>
            </a:lvl5pPr>
            <a:lvl6pPr algn="l">
              <a:defRPr sz="1875" b="1">
                <a:solidFill>
                  <a:srgbClr val="182E65"/>
                </a:solidFill>
                <a:latin typeface="Noto Sans JP"/>
                <a:ea typeface="Noto Sans JP"/>
                <a:cs typeface="Noto Sans JP"/>
              </a:defRPr>
            </a:lvl6pPr>
            <a:lvl7pPr algn="l">
              <a:defRPr sz="1875" b="1">
                <a:solidFill>
                  <a:srgbClr val="182E65"/>
                </a:solidFill>
                <a:latin typeface="Noto Sans JP"/>
                <a:ea typeface="Noto Sans JP"/>
                <a:cs typeface="Noto Sans JP"/>
              </a:defRPr>
            </a:lvl7pPr>
            <a:lvl8pPr algn="l">
              <a:defRPr sz="1875" b="1">
                <a:solidFill>
                  <a:srgbClr val="182E65"/>
                </a:solidFill>
                <a:latin typeface="Noto Sans JP"/>
                <a:ea typeface="Noto Sans JP"/>
                <a:cs typeface="Noto Sans JP"/>
              </a:defRPr>
            </a:lvl8pPr>
            <a:lvl9pPr algn="l">
              <a:defRPr sz="1875" b="1">
                <a:solidFill>
                  <a:srgbClr val="182E65"/>
                </a:solidFill>
                <a:latin typeface="Noto Sans JP"/>
                <a:ea typeface="Noto Sans JP"/>
                <a:cs typeface="Noto Sans JP"/>
              </a:defRPr>
            </a:lvl9pPr>
          </a:lstStyle>
          <a:p xmlns:a="http://schemas.openxmlformats.org/drawingml/2006/main">
            <a:pPr algn="l">
              <a:defRPr sz="1875" b="1">
                <a:solidFill>
                  <a:srgbClr val="182E65"/>
                </a:solidFill>
                <a:latin typeface="Noto Sans JP"/>
                <a:ea typeface="Noto Sans JP"/>
                <a:cs typeface="Noto Sans JP"/>
              </a:defRPr>
            </a:pPr>
            <a:r>
              <a:rPr sz="1875" b="1">
                <a:solidFill>
                  <a:srgbClr val="182E65"/>
                </a:solidFill>
                <a:latin typeface="Noto Sans JP"/>
                <a:ea typeface="Noto Sans JP"/>
                <a:cs typeface="Noto Sans JP"/>
              </a:rPr>
              <a:t>メディくるでは、取材記事と掲載実績をLP・営業へ活用。さらにAI検索へ。</a:t>
            </a:r>
          </a:p>
        </p:txBody>
      </p:sp>
      <p:sp>
        <p:nvSpPr>
          <p:cNvPr id="16" name="note">
            <a:extLst xmlns:a="http://schemas.openxmlformats.org/drawingml/2006/main">
              <a:ext uri="{FF2B5EF4-FFF2-40B4-BE49-F238E27FC236}">
                <a16:creationId xmlns:a16="http://schemas.microsoft.com/office/drawing/2014/main" id="{89E61A51-597D-4868-8785-BB1D2D8ABAB8}"/>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vl1pPr algn="l">
              <a:defRPr sz="1163" b="0">
                <a:solidFill>
                  <a:srgbClr val="526078"/>
                </a:solidFill>
                <a:latin typeface="Noto Sans JP"/>
                <a:ea typeface="Noto Sans JP"/>
                <a:cs typeface="Noto Sans JP"/>
              </a:defRPr>
            </a:lvl1pPr>
            <a:lvl2pPr algn="l">
              <a:defRPr sz="1163" b="0">
                <a:solidFill>
                  <a:srgbClr val="526078"/>
                </a:solidFill>
                <a:latin typeface="Noto Sans JP"/>
                <a:ea typeface="Noto Sans JP"/>
                <a:cs typeface="Noto Sans JP"/>
              </a:defRPr>
            </a:lvl2pPr>
            <a:lvl3pPr algn="l">
              <a:defRPr sz="1163" b="0">
                <a:solidFill>
                  <a:srgbClr val="526078"/>
                </a:solidFill>
                <a:latin typeface="Noto Sans JP"/>
                <a:ea typeface="Noto Sans JP"/>
                <a:cs typeface="Noto Sans JP"/>
              </a:defRPr>
            </a:lvl3pPr>
            <a:lvl4pPr algn="l">
              <a:defRPr sz="1163" b="0">
                <a:solidFill>
                  <a:srgbClr val="526078"/>
                </a:solidFill>
                <a:latin typeface="Noto Sans JP"/>
                <a:ea typeface="Noto Sans JP"/>
                <a:cs typeface="Noto Sans JP"/>
              </a:defRPr>
            </a:lvl4pPr>
            <a:lvl5pPr algn="l">
              <a:defRPr sz="1163" b="0">
                <a:solidFill>
                  <a:srgbClr val="526078"/>
                </a:solidFill>
                <a:latin typeface="Noto Sans JP"/>
                <a:ea typeface="Noto Sans JP"/>
                <a:cs typeface="Noto Sans JP"/>
              </a:defRPr>
            </a:lvl5pPr>
            <a:lvl6pPr algn="l">
              <a:defRPr sz="1163" b="0">
                <a:solidFill>
                  <a:srgbClr val="526078"/>
                </a:solidFill>
                <a:latin typeface="Noto Sans JP"/>
                <a:ea typeface="Noto Sans JP"/>
                <a:cs typeface="Noto Sans JP"/>
              </a:defRPr>
            </a:lvl6pPr>
            <a:lvl7pPr algn="l">
              <a:defRPr sz="1163" b="0">
                <a:solidFill>
                  <a:srgbClr val="526078"/>
                </a:solidFill>
                <a:latin typeface="Noto Sans JP"/>
                <a:ea typeface="Noto Sans JP"/>
                <a:cs typeface="Noto Sans JP"/>
              </a:defRPr>
            </a:lvl7pPr>
            <a:lvl8pPr algn="l">
              <a:defRPr sz="1163" b="0">
                <a:solidFill>
                  <a:srgbClr val="526078"/>
                </a:solidFill>
                <a:latin typeface="Noto Sans JP"/>
                <a:ea typeface="Noto Sans JP"/>
                <a:cs typeface="Noto Sans JP"/>
              </a:defRPr>
            </a:lvl8pPr>
            <a:lvl9pPr algn="l">
              <a:defRPr sz="1163" b="0">
                <a:solidFill>
                  <a:srgbClr val="526078"/>
                </a:solidFill>
                <a:latin typeface="Noto Sans JP"/>
                <a:ea typeface="Noto Sans JP"/>
                <a:cs typeface="Noto Sans JP"/>
              </a:defRPr>
            </a:lvl9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80万円は帝国ナンバーワンリサーチ組合の別サービス料金例。同等の役務・ロゴ利用料を意味しません。</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異なる指標・税区分の単純合算です。メディくるの実測価値・広告換算額・節約額・最低保証額ではありません。</a:t>
            </a:r>
          </a:p>
        </p:txBody>
      </p:sp>
    </p:spTree>
    <p:extLst>
      <p:ext uri="{BB962C8B-B14F-4D97-AF65-F5344CB8AC3E}">
        <p14:creationId xmlns:p14="http://schemas.microsoft.com/office/powerpoint/2010/main" val="194638224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66BE64AC-6CE1-4641-8B6E-8081511EFDC9}"/>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取材掲載実績が持つ価値</a:t>
            </a:r>
          </a:p>
        </p:txBody>
      </p:sp>
      <p:sp>
        <p:nvSpPr>
          <p:cNvPr id="2" name="title">
            <a:extLst xmlns:a="http://schemas.openxmlformats.org/drawingml/2006/main">
              <a:ext uri="{FF2B5EF4-FFF2-40B4-BE49-F238E27FC236}">
                <a16:creationId xmlns:a16="http://schemas.microsoft.com/office/drawing/2014/main" id="{7C4986A9-2AF7-4E68-9877-BD53DD22EDE3}"/>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2E65"/>
                </a:solidFill>
                <a:latin typeface="Noto Sans JP"/>
                <a:ea typeface="Noto Sans JP"/>
                <a:cs typeface="Noto Sans JP"/>
              </a:defRPr>
            </a:defPPr>
            <a:lvl1pPr algn="l">
              <a:defRPr sz="3000" b="1">
                <a:solidFill>
                  <a:srgbClr val="182E65"/>
                </a:solidFill>
                <a:latin typeface="Noto Sans JP"/>
                <a:ea typeface="Noto Sans JP"/>
                <a:cs typeface="Noto Sans JP"/>
              </a:defRPr>
            </a:lvl1pPr>
            <a:lvl2pPr algn="l">
              <a:defRPr sz="3000" b="1">
                <a:solidFill>
                  <a:srgbClr val="182E65"/>
                </a:solidFill>
                <a:latin typeface="Noto Sans JP"/>
                <a:ea typeface="Noto Sans JP"/>
                <a:cs typeface="Noto Sans JP"/>
              </a:defRPr>
            </a:lvl2pPr>
            <a:lvl3pPr algn="l">
              <a:defRPr sz="3000" b="1">
                <a:solidFill>
                  <a:srgbClr val="182E65"/>
                </a:solidFill>
                <a:latin typeface="Noto Sans JP"/>
                <a:ea typeface="Noto Sans JP"/>
                <a:cs typeface="Noto Sans JP"/>
              </a:defRPr>
            </a:lvl3pPr>
            <a:lvl4pPr algn="l">
              <a:defRPr sz="3000" b="1">
                <a:solidFill>
                  <a:srgbClr val="182E65"/>
                </a:solidFill>
                <a:latin typeface="Noto Sans JP"/>
                <a:ea typeface="Noto Sans JP"/>
                <a:cs typeface="Noto Sans JP"/>
              </a:defRPr>
            </a:lvl4pPr>
            <a:lvl5pPr algn="l">
              <a:defRPr sz="3000" b="1">
                <a:solidFill>
                  <a:srgbClr val="182E65"/>
                </a:solidFill>
                <a:latin typeface="Noto Sans JP"/>
                <a:ea typeface="Noto Sans JP"/>
                <a:cs typeface="Noto Sans JP"/>
              </a:defRPr>
            </a:lvl5pPr>
            <a:lvl6pPr algn="l">
              <a:defRPr sz="3000" b="1">
                <a:solidFill>
                  <a:srgbClr val="182E65"/>
                </a:solidFill>
                <a:latin typeface="Noto Sans JP"/>
                <a:ea typeface="Noto Sans JP"/>
                <a:cs typeface="Noto Sans JP"/>
              </a:defRPr>
            </a:lvl6pPr>
            <a:lvl7pPr algn="l">
              <a:defRPr sz="3000" b="1">
                <a:solidFill>
                  <a:srgbClr val="182E65"/>
                </a:solidFill>
                <a:latin typeface="Noto Sans JP"/>
                <a:ea typeface="Noto Sans JP"/>
                <a:cs typeface="Noto Sans JP"/>
              </a:defRPr>
            </a:lvl7pPr>
            <a:lvl8pPr algn="l">
              <a:defRPr sz="3000" b="1">
                <a:solidFill>
                  <a:srgbClr val="182E65"/>
                </a:solidFill>
                <a:latin typeface="Noto Sans JP"/>
                <a:ea typeface="Noto Sans JP"/>
                <a:cs typeface="Noto Sans JP"/>
              </a:defRPr>
            </a:lvl8pPr>
            <a:lvl9pPr algn="l">
              <a:defRPr sz="3000" b="1">
                <a:solidFill>
                  <a:srgbClr val="182E65"/>
                </a:solidFill>
                <a:latin typeface="Noto Sans JP"/>
                <a:ea typeface="Noto Sans JP"/>
                <a:cs typeface="Noto Sans JP"/>
              </a:defRPr>
            </a:lvl9pPr>
          </a:lstStyle>
          <a:p xmlns:a="http://schemas.openxmlformats.org/drawingml/2006/main">
            <a:pPr algn="l">
              <a:defRPr sz="3000" b="1">
                <a:solidFill>
                  <a:srgbClr val="182E65"/>
                </a:solidFill>
                <a:latin typeface="Noto Sans JP"/>
                <a:ea typeface="Noto Sans JP"/>
                <a:cs typeface="Noto Sans JP"/>
              </a:defRPr>
            </a:pPr>
            <a:r>
              <a:rPr sz="3000" b="1">
                <a:solidFill>
                  <a:srgbClr val="182E65"/>
                </a:solidFill>
                <a:latin typeface="Noto Sans JP"/>
                <a:ea typeface="Noto Sans JP"/>
                <a:cs typeface="Noto Sans JP"/>
              </a:rPr>
              <a:t>No.1表示との違いは、根拠の確かめ方</a:t>
            </a:r>
          </a:p>
        </p:txBody>
      </p:sp>
      <p:sp>
        <p:nvSpPr>
          <p:cNvPr id="3" name="">
            <a:extLst xmlns:a="http://schemas.openxmlformats.org/drawingml/2006/main">
              <a:ext uri="{FF2B5EF4-FFF2-40B4-BE49-F238E27FC236}">
                <a16:creationId xmlns:a16="http://schemas.microsoft.com/office/drawing/2014/main" id="{1E432880-500C-4990-A2FD-F78377411FD8}"/>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98475AC8-DEB4-4A15-9D5B-19AEBAAA4ED2}"/>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B64E03F1-0C55-4A9F-AE4D-510D482B8E57}"/>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15</a:t>
            </a:r>
          </a:p>
        </p:txBody>
      </p:sp>
      <p:graphicFrame>
        <p:nvGraphicFramePr>
          <p:cNvPr id="6" name="">
            <a:extLst xmlns:a="http://schemas.openxmlformats.org/drawingml/2006/main">
              <a:ext uri="{FF2B5EF4-FFF2-40B4-BE49-F238E27FC236}">
                <a16:creationId xmlns:a16="http://schemas.microsoft.com/office/drawing/2014/main" id="{CC944603-1CC7-4493-A191-75E59415A07B}"/>
              </a:ext>
            </a:extLst>
          </p:cNvPr>
          <p:cNvGraphicFramePr/>
          <p:nvPr/>
        </p:nvGraphicFramePr>
        <p:xfrm>
          <a:off xmlns:a="http://schemas.openxmlformats.org/drawingml/2006/main" x="609600" y="1952625"/>
          <a:ext xmlns:a="http://schemas.openxmlformats.org/drawingml/2006/main" cx="10972800" cy="2705100"/>
        </p:xfrm>
        <a:graphic xmlns:a="http://schemas.openxmlformats.org/drawingml/2006/main">
          <a:graphicData uri="http://schemas.openxmlformats.org/drawingml/2006/table">
            <a:tbl>
              <a:tblPr firstRow="0" bandRow="0"/>
              <a:tblGrid>
                <a:gridCol w="2133600"/>
                <a:gridCol w="4419600"/>
                <a:gridCol w="4419600"/>
              </a:tblGrid>
              <a:tr h="619125">
                <a:tc>
                  <a:txBody>
                    <a:bodyPr wrap="none" lIns="161925" tIns="85725" rIns="161925" bIns="85725">
                      <a:noAutofit/>
                    </a:bodyPr>
                    <a:lstStyle/>
                    <a:p>
                      <a:pPr algn="l"/>
                      <a:r>
                        <a:rPr sz="1650" b="1">
                          <a:solidFill>
                            <a:srgbClr val="FFFFFF"/>
                          </a:solidFill>
                          <a:latin typeface="Noto Sans JP"/>
                          <a:ea typeface="Noto Sans JP"/>
                          <a:cs typeface="Noto Sans JP"/>
                        </a:rPr>
                        <a:t>比較する点</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none" lIns="161925" tIns="85725" rIns="161925" bIns="85725">
                      <a:noAutofit/>
                    </a:bodyPr>
                    <a:lstStyle/>
                    <a:p>
                      <a:pPr algn="ctr"/>
                      <a:r>
                        <a:rPr sz="1650" b="1">
                          <a:solidFill>
                            <a:srgbClr val="FFFFFF"/>
                          </a:solidFill>
                          <a:latin typeface="Noto Sans JP"/>
                          <a:ea typeface="Noto Sans JP"/>
                          <a:cs typeface="Noto Sans JP"/>
                        </a:rPr>
                        <a:t>No.1表示</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none" lIns="161925" tIns="85725" rIns="161925" bIns="85725">
                      <a:noAutofit/>
                    </a:bodyPr>
                    <a:lstStyle/>
                    <a:p>
                      <a:pPr algn="ctr"/>
                      <a:r>
                        <a:rPr sz="1650" b="1">
                          <a:solidFill>
                            <a:srgbClr val="FFFFFF"/>
                          </a:solidFill>
                          <a:latin typeface="Noto Sans JP"/>
                          <a:ea typeface="Noto Sans JP"/>
                          <a:cs typeface="Noto Sans JP"/>
                        </a:rPr>
                        <a:t>取材記事の掲載実績</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695325">
                <a:tc>
                  <a:txBody>
                    <a:bodyPr wrap="none" lIns="161925" tIns="85725" rIns="161925" bIns="85725">
                      <a:noAutofit/>
                    </a:bodyPr>
                    <a:lstStyle/>
                    <a:p>
                      <a:pPr algn="l"/>
                      <a:r>
                        <a:rPr sz="1650" b="1">
                          <a:solidFill>
                            <a:srgbClr val="172943"/>
                          </a:solidFill>
                          <a:latin typeface="Noto Sans JP"/>
                          <a:ea typeface="Noto Sans JP"/>
                          <a:cs typeface="Noto Sans JP"/>
                        </a:rPr>
                        <a:t>伝える事実</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none" lIns="161925" tIns="85725" rIns="161925" bIns="85725">
                      <a:noAutofit/>
                    </a:bodyPr>
                    <a:lstStyle/>
                    <a:p>
                      <a:pPr algn="ctr"/>
                      <a:r>
                        <a:rPr sz="1650" b="0">
                          <a:solidFill>
                            <a:srgbClr val="172943"/>
                          </a:solidFill>
                          <a:latin typeface="Noto Sans JP"/>
                          <a:ea typeface="Noto Sans JP"/>
                          <a:cs typeface="Noto Sans JP"/>
                        </a:rPr>
                        <a:t>調査に基づく順位・評価</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none" lIns="161925" tIns="85725" rIns="161925" bIns="85725">
                      <a:noAutofit/>
                    </a:bodyPr>
                    <a:lstStyle/>
                    <a:p>
                      <a:pPr algn="ctr"/>
                      <a:r>
                        <a:rPr sz="1650" b="0">
                          <a:solidFill>
                            <a:srgbClr val="172943"/>
                          </a:solidFill>
                          <a:latin typeface="Noto Sans JP"/>
                          <a:ea typeface="Noto Sans JP"/>
                          <a:cs typeface="Noto Sans JP"/>
                        </a:rPr>
                        <a:t>取材記事が実際に掲載されたこと</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695325">
                <a:tc>
                  <a:txBody>
                    <a:bodyPr wrap="none" lIns="161925" tIns="85725" rIns="161925" bIns="85725">
                      <a:noAutofit/>
                    </a:bodyPr>
                    <a:lstStyle/>
                    <a:p>
                      <a:pPr algn="l"/>
                      <a:r>
                        <a:rPr sz="1650" b="1">
                          <a:solidFill>
                            <a:srgbClr val="172943"/>
                          </a:solidFill>
                          <a:latin typeface="Noto Sans JP"/>
                          <a:ea typeface="Noto Sans JP"/>
                          <a:cs typeface="Noto Sans JP"/>
                        </a:rPr>
                        <a:t>確認できる根拠</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none" lIns="161925" tIns="85725" rIns="161925" bIns="85725">
                      <a:noAutofit/>
                    </a:bodyPr>
                    <a:lstStyle/>
                    <a:p>
                      <a:pPr algn="ctr"/>
                      <a:r>
                        <a:rPr sz="1650" b="0">
                          <a:solidFill>
                            <a:srgbClr val="172943"/>
                          </a:solidFill>
                          <a:latin typeface="Noto Sans JP"/>
                          <a:ea typeface="Noto Sans JP"/>
                          <a:cs typeface="Noto Sans JP"/>
                        </a:rPr>
                        <a:t>調査主体・対象・方法・結果</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none" lIns="161925" tIns="85725" rIns="161925" bIns="85725">
                      <a:noAutofit/>
                    </a:bodyPr>
                    <a:lstStyle/>
                    <a:p>
                      <a:pPr algn="ctr"/>
                      <a:r>
                        <a:rPr sz="1650" b="0">
                          <a:solidFill>
                            <a:srgbClr val="172943"/>
                          </a:solidFill>
                          <a:latin typeface="Noto Sans JP"/>
                          <a:ea typeface="Noto Sans JP"/>
                          <a:cs typeface="Noto Sans JP"/>
                        </a:rPr>
                        <a:t>媒体名・掲載日・記事本文</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695325">
                <a:tc>
                  <a:txBody>
                    <a:bodyPr wrap="none" lIns="161925" tIns="85725" rIns="161925" bIns="85725">
                      <a:noAutofit/>
                    </a:bodyPr>
                    <a:lstStyle/>
                    <a:p>
                      <a:pPr algn="l"/>
                      <a:r>
                        <a:rPr sz="1650" b="1">
                          <a:solidFill>
                            <a:srgbClr val="172943"/>
                          </a:solidFill>
                          <a:latin typeface="Noto Sans JP"/>
                          <a:ea typeface="Noto Sans JP"/>
                          <a:cs typeface="Noto Sans JP"/>
                        </a:rPr>
                        <a:t>検討の材料</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none" lIns="161925" tIns="85725" rIns="161925" bIns="85725">
                      <a:noAutofit/>
                    </a:bodyPr>
                    <a:lstStyle/>
                    <a:p>
                      <a:pPr algn="ctr"/>
                      <a:r>
                        <a:rPr sz="1650" b="0">
                          <a:solidFill>
                            <a:srgbClr val="172943"/>
                          </a:solidFill>
                          <a:latin typeface="Noto Sans JP"/>
                          <a:ea typeface="Noto Sans JP"/>
                          <a:cs typeface="Noto Sans JP"/>
                        </a:rPr>
                        <a:t>特定の指標での比較</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none" lIns="161925" tIns="85725" rIns="161925" bIns="85725">
                      <a:noAutofit/>
                    </a:bodyPr>
                    <a:lstStyle/>
                    <a:p>
                      <a:pPr algn="ctr"/>
                      <a:r>
                        <a:rPr sz="1650" b="0">
                          <a:solidFill>
                            <a:srgbClr val="172943"/>
                          </a:solidFill>
                          <a:latin typeface="Noto Sans JP"/>
                          <a:ea typeface="Noto Sans JP"/>
                          <a:cs typeface="Noto Sans JP"/>
                        </a:rPr>
                        <a:t>強み・背景・実績の具体的な理解</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bl>
          </a:graphicData>
        </a:graphic>
      </p:graphicFrame>
      <p:sp>
        <p:nvSpPr>
          <p:cNvPr id="7" name="proof-main">
            <a:extLst xmlns:a="http://schemas.openxmlformats.org/drawingml/2006/main">
              <a:ext uri="{FF2B5EF4-FFF2-40B4-BE49-F238E27FC236}">
                <a16:creationId xmlns:a16="http://schemas.microsoft.com/office/drawing/2014/main" id="{2CB5FEC4-D6E3-415D-AD70-41FFC12FA683}"/>
              </a:ext>
            </a:extLst>
          </p:cNvPr>
          <p:cNvSpPr>
            <a:spLocks xmlns:a="http://schemas.openxmlformats.org/drawingml/2006/main" noGrp="1"/>
          </p:cNvSpPr>
          <p:nvPr/>
        </p:nvSpPr>
        <p:spPr>
          <a:xfrm xmlns:a="http://schemas.openxmlformats.org/drawingml/2006/main">
            <a:off x="609600" y="4924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82E65"/>
                </a:solidFill>
                <a:latin typeface="Noto Sans JP"/>
                <a:ea typeface="Noto Sans JP"/>
                <a:cs typeface="Noto Sans JP"/>
              </a:defRPr>
            </a:defPPr>
            <a:lvl1pPr algn="l">
              <a:defRPr sz="2100" b="1">
                <a:solidFill>
                  <a:srgbClr val="182E65"/>
                </a:solidFill>
                <a:latin typeface="Noto Sans JP"/>
                <a:ea typeface="Noto Sans JP"/>
                <a:cs typeface="Noto Sans JP"/>
              </a:defRPr>
            </a:lvl1pPr>
            <a:lvl2pPr algn="l">
              <a:defRPr sz="2100" b="1">
                <a:solidFill>
                  <a:srgbClr val="182E65"/>
                </a:solidFill>
                <a:latin typeface="Noto Sans JP"/>
                <a:ea typeface="Noto Sans JP"/>
                <a:cs typeface="Noto Sans JP"/>
              </a:defRPr>
            </a:lvl2pPr>
            <a:lvl3pPr algn="l">
              <a:defRPr sz="2100" b="1">
                <a:solidFill>
                  <a:srgbClr val="182E65"/>
                </a:solidFill>
                <a:latin typeface="Noto Sans JP"/>
                <a:ea typeface="Noto Sans JP"/>
                <a:cs typeface="Noto Sans JP"/>
              </a:defRPr>
            </a:lvl3pPr>
            <a:lvl4pPr algn="l">
              <a:defRPr sz="2100" b="1">
                <a:solidFill>
                  <a:srgbClr val="182E65"/>
                </a:solidFill>
                <a:latin typeface="Noto Sans JP"/>
                <a:ea typeface="Noto Sans JP"/>
                <a:cs typeface="Noto Sans JP"/>
              </a:defRPr>
            </a:lvl4pPr>
            <a:lvl5pPr algn="l">
              <a:defRPr sz="2100" b="1">
                <a:solidFill>
                  <a:srgbClr val="182E65"/>
                </a:solidFill>
                <a:latin typeface="Noto Sans JP"/>
                <a:ea typeface="Noto Sans JP"/>
                <a:cs typeface="Noto Sans JP"/>
              </a:defRPr>
            </a:lvl5pPr>
            <a:lvl6pPr algn="l">
              <a:defRPr sz="2100" b="1">
                <a:solidFill>
                  <a:srgbClr val="182E65"/>
                </a:solidFill>
                <a:latin typeface="Noto Sans JP"/>
                <a:ea typeface="Noto Sans JP"/>
                <a:cs typeface="Noto Sans JP"/>
              </a:defRPr>
            </a:lvl6pPr>
            <a:lvl7pPr algn="l">
              <a:defRPr sz="2100" b="1">
                <a:solidFill>
                  <a:srgbClr val="182E65"/>
                </a:solidFill>
                <a:latin typeface="Noto Sans JP"/>
                <a:ea typeface="Noto Sans JP"/>
                <a:cs typeface="Noto Sans JP"/>
              </a:defRPr>
            </a:lvl7pPr>
            <a:lvl8pPr algn="l">
              <a:defRPr sz="2100" b="1">
                <a:solidFill>
                  <a:srgbClr val="182E65"/>
                </a:solidFill>
                <a:latin typeface="Noto Sans JP"/>
                <a:ea typeface="Noto Sans JP"/>
                <a:cs typeface="Noto Sans JP"/>
              </a:defRPr>
            </a:lvl8pPr>
            <a:lvl9pPr algn="l">
              <a:defRPr sz="2100" b="1">
                <a:solidFill>
                  <a:srgbClr val="182E65"/>
                </a:solidFill>
                <a:latin typeface="Noto Sans JP"/>
                <a:ea typeface="Noto Sans JP"/>
                <a:cs typeface="Noto Sans JP"/>
              </a:defRPr>
            </a:lvl9pPr>
          </a:lstStyle>
          <a:p xmlns:a="http://schemas.openxmlformats.org/drawingml/2006/main">
            <a:pPr algn="l">
              <a:defRPr sz="2100" b="1">
                <a:solidFill>
                  <a:srgbClr val="182E65"/>
                </a:solidFill>
                <a:latin typeface="Noto Sans JP"/>
                <a:ea typeface="Noto Sans JP"/>
                <a:cs typeface="Noto Sans JP"/>
              </a:defRPr>
            </a:pPr>
            <a:r>
              <a:rPr sz="2100" b="1">
                <a:solidFill>
                  <a:srgbClr val="182E65"/>
                </a:solidFill>
                <a:latin typeface="Noto Sans JP"/>
                <a:ea typeface="Noto Sans JP"/>
                <a:cs typeface="Noto Sans JP"/>
              </a:rPr>
              <a:t>根拠のないNo.1表示には、消費者庁の行政処分も。</a:t>
            </a:r>
          </a:p>
          <a:p xmlns:a="http://schemas.openxmlformats.org/drawingml/2006/main">
            <a:pPr algn="l">
              <a:defRPr sz="2100" b="1">
                <a:solidFill>
                  <a:srgbClr val="182E65"/>
                </a:solidFill>
                <a:latin typeface="Noto Sans JP"/>
                <a:ea typeface="Noto Sans JP"/>
                <a:cs typeface="Noto Sans JP"/>
              </a:defRPr>
            </a:pPr>
            <a:r>
              <a:rPr sz="2100" b="1">
                <a:solidFill>
                  <a:srgbClr val="182E65"/>
                </a:solidFill>
                <a:latin typeface="Noto Sans JP"/>
                <a:ea typeface="Noto Sans JP"/>
                <a:cs typeface="Noto Sans JP"/>
              </a:rPr>
              <a:t>メディくるは、確認できる記事と掲載実績を活用します。</a:t>
            </a:r>
          </a:p>
        </p:txBody>
      </p:sp>
      <p:sp>
        <p:nvSpPr>
          <p:cNvPr id="8" name="proof-note">
            <a:extLst xmlns:a="http://schemas.openxmlformats.org/drawingml/2006/main">
              <a:ext uri="{FF2B5EF4-FFF2-40B4-BE49-F238E27FC236}">
                <a16:creationId xmlns:a16="http://schemas.microsoft.com/office/drawing/2014/main" id="{2464FD8F-07D3-43D5-B85A-52F4AF1A3F57}"/>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vl1pPr algn="l">
              <a:defRPr sz="1163" b="0">
                <a:solidFill>
                  <a:srgbClr val="526078"/>
                </a:solidFill>
                <a:latin typeface="Noto Sans JP"/>
                <a:ea typeface="Noto Sans JP"/>
                <a:cs typeface="Noto Sans JP"/>
              </a:defRPr>
            </a:lvl1pPr>
            <a:lvl2pPr algn="l">
              <a:defRPr sz="1163" b="0">
                <a:solidFill>
                  <a:srgbClr val="526078"/>
                </a:solidFill>
                <a:latin typeface="Noto Sans JP"/>
                <a:ea typeface="Noto Sans JP"/>
                <a:cs typeface="Noto Sans JP"/>
              </a:defRPr>
            </a:lvl2pPr>
            <a:lvl3pPr algn="l">
              <a:defRPr sz="1163" b="0">
                <a:solidFill>
                  <a:srgbClr val="526078"/>
                </a:solidFill>
                <a:latin typeface="Noto Sans JP"/>
                <a:ea typeface="Noto Sans JP"/>
                <a:cs typeface="Noto Sans JP"/>
              </a:defRPr>
            </a:lvl3pPr>
            <a:lvl4pPr algn="l">
              <a:defRPr sz="1163" b="0">
                <a:solidFill>
                  <a:srgbClr val="526078"/>
                </a:solidFill>
                <a:latin typeface="Noto Sans JP"/>
                <a:ea typeface="Noto Sans JP"/>
                <a:cs typeface="Noto Sans JP"/>
              </a:defRPr>
            </a:lvl4pPr>
            <a:lvl5pPr algn="l">
              <a:defRPr sz="1163" b="0">
                <a:solidFill>
                  <a:srgbClr val="526078"/>
                </a:solidFill>
                <a:latin typeface="Noto Sans JP"/>
                <a:ea typeface="Noto Sans JP"/>
                <a:cs typeface="Noto Sans JP"/>
              </a:defRPr>
            </a:lvl5pPr>
            <a:lvl6pPr algn="l">
              <a:defRPr sz="1163" b="0">
                <a:solidFill>
                  <a:srgbClr val="526078"/>
                </a:solidFill>
                <a:latin typeface="Noto Sans JP"/>
                <a:ea typeface="Noto Sans JP"/>
                <a:cs typeface="Noto Sans JP"/>
              </a:defRPr>
            </a:lvl6pPr>
            <a:lvl7pPr algn="l">
              <a:defRPr sz="1163" b="0">
                <a:solidFill>
                  <a:srgbClr val="526078"/>
                </a:solidFill>
                <a:latin typeface="Noto Sans JP"/>
                <a:ea typeface="Noto Sans JP"/>
                <a:cs typeface="Noto Sans JP"/>
              </a:defRPr>
            </a:lvl7pPr>
            <a:lvl8pPr algn="l">
              <a:defRPr sz="1163" b="0">
                <a:solidFill>
                  <a:srgbClr val="526078"/>
                </a:solidFill>
                <a:latin typeface="Noto Sans JP"/>
                <a:ea typeface="Noto Sans JP"/>
                <a:cs typeface="Noto Sans JP"/>
              </a:defRPr>
            </a:lvl8pPr>
            <a:lvl9pPr algn="l">
              <a:defRPr sz="1163" b="0">
                <a:solidFill>
                  <a:srgbClr val="526078"/>
                </a:solidFill>
                <a:latin typeface="Noto Sans JP"/>
                <a:ea typeface="Noto Sans JP"/>
                <a:cs typeface="Noto Sans JP"/>
              </a:defRPr>
            </a:lvl9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出典：消費者庁「No.1表示に関する実態調査報告書」（2024年）・エクスコムグローバルへの命令（2026年）。</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No.1表示の一律禁止ではありません。ニュース掲載は、品質の認定・推薦やNo.1の証明ではありません。</a:t>
            </a:r>
          </a:p>
        </p:txBody>
      </p:sp>
    </p:spTree>
    <p:extLst>
      <p:ext uri="{BB962C8B-B14F-4D97-AF65-F5344CB8AC3E}">
        <p14:creationId xmlns:p14="http://schemas.microsoft.com/office/powerpoint/2010/main" val="193044456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6D2A61C7-F675-432E-B19C-5B049EF3E9ED}"/>
              </a:ext>
            </a:extLst>
          </p:cNvPr>
          <p:cNvSpPr>
            <a:spLocks xmlns:a="http://schemas.openxmlformats.org/drawingml/2006/main" noGrp="1"/>
          </p:cNvSpPr>
          <p:nvPr/>
        </p:nvSpPr>
        <p:spPr>
          <a:xfrm xmlns:a="http://schemas.openxmlformats.org/drawingml/2006/main">
            <a:off x="609600" y="304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PR TIMESの広告換算サンプル</a:t>
            </a:r>
          </a:p>
        </p:txBody>
      </p:sp>
      <p:sp>
        <p:nvSpPr>
          <p:cNvPr id="2" name="title">
            <a:extLst xmlns:a="http://schemas.openxmlformats.org/drawingml/2006/main">
              <a:ext uri="{FF2B5EF4-FFF2-40B4-BE49-F238E27FC236}">
                <a16:creationId xmlns:a16="http://schemas.microsoft.com/office/drawing/2014/main" id="{167A3808-6D23-41B2-A2CB-B0BA7DAEB206}"/>
              </a:ext>
            </a:extLst>
          </p:cNvPr>
          <p:cNvSpPr>
            <a:spLocks xmlns:a="http://schemas.openxmlformats.org/drawingml/2006/main" noGrp="1"/>
          </p:cNvSpPr>
          <p:nvPr/>
        </p:nvSpPr>
        <p:spPr>
          <a:xfrm xmlns:a="http://schemas.openxmlformats.org/drawingml/2006/main">
            <a:off x="609600" y="7810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2E65"/>
                </a:solidFill>
                <a:latin typeface="Noto Sans JP"/>
                <a:ea typeface="Noto Sans JP"/>
                <a:cs typeface="Noto Sans JP"/>
              </a:defRPr>
            </a:defPPr>
            <a:lvl1pPr algn="l">
              <a:defRPr sz="3000" b="1">
                <a:solidFill>
                  <a:srgbClr val="182E65"/>
                </a:solidFill>
                <a:latin typeface="Noto Sans JP"/>
                <a:ea typeface="Noto Sans JP"/>
                <a:cs typeface="Noto Sans JP"/>
              </a:defRPr>
            </a:lvl1pPr>
            <a:lvl2pPr algn="l">
              <a:defRPr sz="3000" b="1">
                <a:solidFill>
                  <a:srgbClr val="182E65"/>
                </a:solidFill>
                <a:latin typeface="Noto Sans JP"/>
                <a:ea typeface="Noto Sans JP"/>
                <a:cs typeface="Noto Sans JP"/>
              </a:defRPr>
            </a:lvl2pPr>
            <a:lvl3pPr algn="l">
              <a:defRPr sz="3000" b="1">
                <a:solidFill>
                  <a:srgbClr val="182E65"/>
                </a:solidFill>
                <a:latin typeface="Noto Sans JP"/>
                <a:ea typeface="Noto Sans JP"/>
                <a:cs typeface="Noto Sans JP"/>
              </a:defRPr>
            </a:lvl3pPr>
            <a:lvl4pPr algn="l">
              <a:defRPr sz="3000" b="1">
                <a:solidFill>
                  <a:srgbClr val="182E65"/>
                </a:solidFill>
                <a:latin typeface="Noto Sans JP"/>
                <a:ea typeface="Noto Sans JP"/>
                <a:cs typeface="Noto Sans JP"/>
              </a:defRPr>
            </a:lvl4pPr>
            <a:lvl5pPr algn="l">
              <a:defRPr sz="3000" b="1">
                <a:solidFill>
                  <a:srgbClr val="182E65"/>
                </a:solidFill>
                <a:latin typeface="Noto Sans JP"/>
                <a:ea typeface="Noto Sans JP"/>
                <a:cs typeface="Noto Sans JP"/>
              </a:defRPr>
            </a:lvl5pPr>
            <a:lvl6pPr algn="l">
              <a:defRPr sz="3000" b="1">
                <a:solidFill>
                  <a:srgbClr val="182E65"/>
                </a:solidFill>
                <a:latin typeface="Noto Sans JP"/>
                <a:ea typeface="Noto Sans JP"/>
                <a:cs typeface="Noto Sans JP"/>
              </a:defRPr>
            </a:lvl6pPr>
            <a:lvl7pPr algn="l">
              <a:defRPr sz="3000" b="1">
                <a:solidFill>
                  <a:srgbClr val="182E65"/>
                </a:solidFill>
                <a:latin typeface="Noto Sans JP"/>
                <a:ea typeface="Noto Sans JP"/>
                <a:cs typeface="Noto Sans JP"/>
              </a:defRPr>
            </a:lvl7pPr>
            <a:lvl8pPr algn="l">
              <a:defRPr sz="3000" b="1">
                <a:solidFill>
                  <a:srgbClr val="182E65"/>
                </a:solidFill>
                <a:latin typeface="Noto Sans JP"/>
                <a:ea typeface="Noto Sans JP"/>
                <a:cs typeface="Noto Sans JP"/>
              </a:defRPr>
            </a:lvl8pPr>
            <a:lvl9pPr algn="l">
              <a:defRPr sz="3000" b="1">
                <a:solidFill>
                  <a:srgbClr val="182E65"/>
                </a:solidFill>
                <a:latin typeface="Noto Sans JP"/>
                <a:ea typeface="Noto Sans JP"/>
                <a:cs typeface="Noto Sans JP"/>
              </a:defRPr>
            </a:lvl9pPr>
          </a:lstStyle>
          <a:p xmlns:a="http://schemas.openxmlformats.org/drawingml/2006/main">
            <a:pPr algn="l">
              <a:defRPr sz="3000" b="1">
                <a:solidFill>
                  <a:srgbClr val="182E65"/>
                </a:solidFill>
                <a:latin typeface="Noto Sans JP"/>
                <a:ea typeface="Noto Sans JP"/>
                <a:cs typeface="Noto Sans JP"/>
              </a:defRPr>
            </a:pPr>
            <a:r>
              <a:rPr sz="3000" b="1">
                <a:solidFill>
                  <a:srgbClr val="182E65"/>
                </a:solidFill>
                <a:latin typeface="Noto Sans JP"/>
                <a:ea typeface="Noto Sans JP"/>
                <a:cs typeface="Noto Sans JP"/>
              </a:rPr>
              <a:t>同じ媒体でも、掲載の種類で換算額は変わる</a:t>
            </a:r>
          </a:p>
        </p:txBody>
      </p:sp>
      <p:sp>
        <p:nvSpPr>
          <p:cNvPr id="3" name="">
            <a:extLst xmlns:a="http://schemas.openxmlformats.org/drawingml/2006/main">
              <a:ext uri="{FF2B5EF4-FFF2-40B4-BE49-F238E27FC236}">
                <a16:creationId xmlns:a16="http://schemas.microsoft.com/office/drawing/2014/main" id="{5093FDDF-00EA-4D7C-AEA7-CEABF4E76C89}"/>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607C11D0-AAAF-4A70-9D4E-3D3731FCD422}"/>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872EC0B1-4267-4DAA-988F-D177A03DB63B}"/>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12</a:t>
            </a:r>
          </a:p>
        </p:txBody>
      </p:sp>
      <p:sp>
        <p:nvSpPr>
          <p:cNvPr id="6" name="sample">
            <a:extLst xmlns:a="http://schemas.openxmlformats.org/drawingml/2006/main">
              <a:ext uri="{FF2B5EF4-FFF2-40B4-BE49-F238E27FC236}">
                <a16:creationId xmlns:a16="http://schemas.microsoft.com/office/drawing/2014/main" id="{23AABD36-FED6-41DC-B605-E225991366D6}"/>
              </a:ext>
            </a:extLst>
          </p:cNvPr>
          <p:cNvSpPr>
            <a:spLocks xmlns:a="http://schemas.openxmlformats.org/drawingml/2006/main" noGrp="1"/>
          </p:cNvSpPr>
          <p:nvPr/>
        </p:nvSpPr>
        <p:spPr>
          <a:xfrm xmlns:a="http://schemas.openxmlformats.org/drawingml/2006/main">
            <a:off x="609600" y="1714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526078"/>
                </a:solidFill>
                <a:latin typeface="Noto Sans JP"/>
                <a:ea typeface="Noto Sans JP"/>
                <a:cs typeface="Noto Sans JP"/>
              </a:defRPr>
            </a:defPPr>
            <a:lvl1pPr algn="l">
              <a:defRPr sz="1650" b="0">
                <a:solidFill>
                  <a:srgbClr val="526078"/>
                </a:solidFill>
                <a:latin typeface="Noto Sans JP"/>
                <a:ea typeface="Noto Sans JP"/>
                <a:cs typeface="Noto Sans JP"/>
              </a:defRPr>
            </a:lvl1pPr>
            <a:lvl2pPr algn="l">
              <a:defRPr sz="1650" b="0">
                <a:solidFill>
                  <a:srgbClr val="526078"/>
                </a:solidFill>
                <a:latin typeface="Noto Sans JP"/>
                <a:ea typeface="Noto Sans JP"/>
                <a:cs typeface="Noto Sans JP"/>
              </a:defRPr>
            </a:lvl2pPr>
            <a:lvl3pPr algn="l">
              <a:defRPr sz="1650" b="0">
                <a:solidFill>
                  <a:srgbClr val="526078"/>
                </a:solidFill>
                <a:latin typeface="Noto Sans JP"/>
                <a:ea typeface="Noto Sans JP"/>
                <a:cs typeface="Noto Sans JP"/>
              </a:defRPr>
            </a:lvl3pPr>
            <a:lvl4pPr algn="l">
              <a:defRPr sz="1650" b="0">
                <a:solidFill>
                  <a:srgbClr val="526078"/>
                </a:solidFill>
                <a:latin typeface="Noto Sans JP"/>
                <a:ea typeface="Noto Sans JP"/>
                <a:cs typeface="Noto Sans JP"/>
              </a:defRPr>
            </a:lvl4pPr>
            <a:lvl5pPr algn="l">
              <a:defRPr sz="1650" b="0">
                <a:solidFill>
                  <a:srgbClr val="526078"/>
                </a:solidFill>
                <a:latin typeface="Noto Sans JP"/>
                <a:ea typeface="Noto Sans JP"/>
                <a:cs typeface="Noto Sans JP"/>
              </a:defRPr>
            </a:lvl5pPr>
            <a:lvl6pPr algn="l">
              <a:defRPr sz="1650" b="0">
                <a:solidFill>
                  <a:srgbClr val="526078"/>
                </a:solidFill>
                <a:latin typeface="Noto Sans JP"/>
                <a:ea typeface="Noto Sans JP"/>
                <a:cs typeface="Noto Sans JP"/>
              </a:defRPr>
            </a:lvl6pPr>
            <a:lvl7pPr algn="l">
              <a:defRPr sz="1650" b="0">
                <a:solidFill>
                  <a:srgbClr val="526078"/>
                </a:solidFill>
                <a:latin typeface="Noto Sans JP"/>
                <a:ea typeface="Noto Sans JP"/>
                <a:cs typeface="Noto Sans JP"/>
              </a:defRPr>
            </a:lvl7pPr>
            <a:lvl8pPr algn="l">
              <a:defRPr sz="1650" b="0">
                <a:solidFill>
                  <a:srgbClr val="526078"/>
                </a:solidFill>
                <a:latin typeface="Noto Sans JP"/>
                <a:ea typeface="Noto Sans JP"/>
                <a:cs typeface="Noto Sans JP"/>
              </a:defRPr>
            </a:lvl8pPr>
            <a:lvl9pPr algn="l">
              <a:defRPr sz="1650" b="0">
                <a:solidFill>
                  <a:srgbClr val="526078"/>
                </a:solidFill>
                <a:latin typeface="Noto Sans JP"/>
                <a:ea typeface="Noto Sans JP"/>
                <a:cs typeface="Noto Sans JP"/>
              </a:defRPr>
            </a:lvl9pPr>
          </a:lstStyle>
          <a:p xmlns:a="http://schemas.openxmlformats.org/drawingml/2006/main">
            <a:pPr algn="l">
              <a:defRPr sz="1650" b="0">
                <a:solidFill>
                  <a:srgbClr val="526078"/>
                </a:solidFill>
                <a:latin typeface="Noto Sans JP"/>
                <a:ea typeface="Noto Sans JP"/>
                <a:cs typeface="Noto Sans JP"/>
              </a:defRPr>
            </a:pPr>
            <a:r>
              <a:rPr sz="1650" b="0">
                <a:solidFill>
                  <a:srgbClr val="526078"/>
                </a:solidFill>
                <a:latin typeface="Noto Sans JP"/>
                <a:ea typeface="Noto Sans JP"/>
                <a:cs typeface="Noto Sans JP"/>
              </a:rPr>
              <a:t>エキサイトニュースの掲載例／PR TIMES公式資料・2017年1月</a:t>
            </a:r>
          </a:p>
        </p:txBody>
      </p:sp>
      <p:sp>
        <p:nvSpPr>
          <p:cNvPr id="7" name="left-label">
            <a:extLst xmlns:a="http://schemas.openxmlformats.org/drawingml/2006/main">
              <a:ext uri="{FF2B5EF4-FFF2-40B4-BE49-F238E27FC236}">
                <a16:creationId xmlns:a16="http://schemas.microsoft.com/office/drawing/2014/main" id="{CF9C586E-5126-4EBD-80F3-DEC420E35FFE}"/>
              </a:ext>
            </a:extLst>
          </p:cNvPr>
          <p:cNvSpPr>
            <a:spLocks xmlns:a="http://schemas.openxmlformats.org/drawingml/2006/main" noGrp="1"/>
          </p:cNvSpPr>
          <p:nvPr/>
        </p:nvSpPr>
        <p:spPr>
          <a:xfrm xmlns:a="http://schemas.openxmlformats.org/drawingml/2006/main">
            <a:off x="609600" y="2457450"/>
            <a:ext cx="5124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526078"/>
                </a:solidFill>
                <a:latin typeface="Noto Sans JP"/>
                <a:ea typeface="Noto Sans JP"/>
                <a:cs typeface="Noto Sans JP"/>
              </a:defRPr>
            </a:defPPr>
            <a:lvl1pPr algn="l">
              <a:defRPr sz="2025" b="1">
                <a:solidFill>
                  <a:srgbClr val="526078"/>
                </a:solidFill>
                <a:latin typeface="Noto Sans JP"/>
                <a:ea typeface="Noto Sans JP"/>
                <a:cs typeface="Noto Sans JP"/>
              </a:defRPr>
            </a:lvl1pPr>
            <a:lvl2pPr algn="l">
              <a:defRPr sz="2025" b="1">
                <a:solidFill>
                  <a:srgbClr val="526078"/>
                </a:solidFill>
                <a:latin typeface="Noto Sans JP"/>
                <a:ea typeface="Noto Sans JP"/>
                <a:cs typeface="Noto Sans JP"/>
              </a:defRPr>
            </a:lvl2pPr>
            <a:lvl3pPr algn="l">
              <a:defRPr sz="2025" b="1">
                <a:solidFill>
                  <a:srgbClr val="526078"/>
                </a:solidFill>
                <a:latin typeface="Noto Sans JP"/>
                <a:ea typeface="Noto Sans JP"/>
                <a:cs typeface="Noto Sans JP"/>
              </a:defRPr>
            </a:lvl3pPr>
            <a:lvl4pPr algn="l">
              <a:defRPr sz="2025" b="1">
                <a:solidFill>
                  <a:srgbClr val="526078"/>
                </a:solidFill>
                <a:latin typeface="Noto Sans JP"/>
                <a:ea typeface="Noto Sans JP"/>
                <a:cs typeface="Noto Sans JP"/>
              </a:defRPr>
            </a:lvl4pPr>
            <a:lvl5pPr algn="l">
              <a:defRPr sz="2025" b="1">
                <a:solidFill>
                  <a:srgbClr val="526078"/>
                </a:solidFill>
                <a:latin typeface="Noto Sans JP"/>
                <a:ea typeface="Noto Sans JP"/>
                <a:cs typeface="Noto Sans JP"/>
              </a:defRPr>
            </a:lvl5pPr>
            <a:lvl6pPr algn="l">
              <a:defRPr sz="2025" b="1">
                <a:solidFill>
                  <a:srgbClr val="526078"/>
                </a:solidFill>
                <a:latin typeface="Noto Sans JP"/>
                <a:ea typeface="Noto Sans JP"/>
                <a:cs typeface="Noto Sans JP"/>
              </a:defRPr>
            </a:lvl6pPr>
            <a:lvl7pPr algn="l">
              <a:defRPr sz="2025" b="1">
                <a:solidFill>
                  <a:srgbClr val="526078"/>
                </a:solidFill>
                <a:latin typeface="Noto Sans JP"/>
                <a:ea typeface="Noto Sans JP"/>
                <a:cs typeface="Noto Sans JP"/>
              </a:defRPr>
            </a:lvl7pPr>
            <a:lvl8pPr algn="l">
              <a:defRPr sz="2025" b="1">
                <a:solidFill>
                  <a:srgbClr val="526078"/>
                </a:solidFill>
                <a:latin typeface="Noto Sans JP"/>
                <a:ea typeface="Noto Sans JP"/>
                <a:cs typeface="Noto Sans JP"/>
              </a:defRPr>
            </a:lvl8pPr>
            <a:lvl9pPr algn="l">
              <a:defRPr sz="2025" b="1">
                <a:solidFill>
                  <a:srgbClr val="526078"/>
                </a:solidFill>
                <a:latin typeface="Noto Sans JP"/>
                <a:ea typeface="Noto Sans JP"/>
                <a:cs typeface="Noto Sans JP"/>
              </a:defRPr>
            </a:lvl9pPr>
          </a:lstStyle>
          <a:p xmlns:a="http://schemas.openxmlformats.org/drawingml/2006/main">
            <a:pPr algn="l">
              <a:defRPr sz="2025" b="1">
                <a:solidFill>
                  <a:srgbClr val="526078"/>
                </a:solidFill>
                <a:latin typeface="Noto Sans JP"/>
                <a:ea typeface="Noto Sans JP"/>
                <a:cs typeface="Noto Sans JP"/>
              </a:defRPr>
            </a:pPr>
            <a:r>
              <a:rPr sz="2025" b="1">
                <a:solidFill>
                  <a:srgbClr val="526078"/>
                </a:solidFill>
                <a:latin typeface="Noto Sans JP"/>
                <a:ea typeface="Noto Sans JP"/>
                <a:cs typeface="Noto Sans JP"/>
              </a:rPr>
              <a:t>プレスリリースの原文掲載</a:t>
            </a:r>
          </a:p>
        </p:txBody>
      </p:sp>
      <p:sp>
        <p:nvSpPr>
          <p:cNvPr id="8" name="left-amount">
            <a:extLst xmlns:a="http://schemas.openxmlformats.org/drawingml/2006/main">
              <a:ext uri="{FF2B5EF4-FFF2-40B4-BE49-F238E27FC236}">
                <a16:creationId xmlns:a16="http://schemas.microsoft.com/office/drawing/2014/main" id="{2B487452-5CB4-49FA-9B21-CE59149FD159}"/>
              </a:ext>
            </a:extLst>
          </p:cNvPr>
          <p:cNvSpPr>
            <a:spLocks xmlns:a="http://schemas.openxmlformats.org/drawingml/2006/main" noGrp="1"/>
          </p:cNvSpPr>
          <p:nvPr/>
        </p:nvSpPr>
        <p:spPr>
          <a:xfrm xmlns:a="http://schemas.openxmlformats.org/drawingml/2006/main">
            <a:off x="609600" y="3133725"/>
            <a:ext cx="5124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75" b="1">
                <a:solidFill>
                  <a:srgbClr val="182E65"/>
                </a:solidFill>
                <a:latin typeface="Noto Sans JP"/>
                <a:ea typeface="Noto Sans JP"/>
                <a:cs typeface="Noto Sans JP"/>
              </a:defRPr>
            </a:defPPr>
            <a:lvl1pPr algn="l">
              <a:defRPr sz="4875" b="1">
                <a:solidFill>
                  <a:srgbClr val="182E65"/>
                </a:solidFill>
                <a:latin typeface="Noto Sans JP"/>
                <a:ea typeface="Noto Sans JP"/>
                <a:cs typeface="Noto Sans JP"/>
              </a:defRPr>
            </a:lvl1pPr>
            <a:lvl2pPr algn="l">
              <a:defRPr sz="4875" b="1">
                <a:solidFill>
                  <a:srgbClr val="182E65"/>
                </a:solidFill>
                <a:latin typeface="Noto Sans JP"/>
                <a:ea typeface="Noto Sans JP"/>
                <a:cs typeface="Noto Sans JP"/>
              </a:defRPr>
            </a:lvl2pPr>
            <a:lvl3pPr algn="l">
              <a:defRPr sz="4875" b="1">
                <a:solidFill>
                  <a:srgbClr val="182E65"/>
                </a:solidFill>
                <a:latin typeface="Noto Sans JP"/>
                <a:ea typeface="Noto Sans JP"/>
                <a:cs typeface="Noto Sans JP"/>
              </a:defRPr>
            </a:lvl3pPr>
            <a:lvl4pPr algn="l">
              <a:defRPr sz="4875" b="1">
                <a:solidFill>
                  <a:srgbClr val="182E65"/>
                </a:solidFill>
                <a:latin typeface="Noto Sans JP"/>
                <a:ea typeface="Noto Sans JP"/>
                <a:cs typeface="Noto Sans JP"/>
              </a:defRPr>
            </a:lvl4pPr>
            <a:lvl5pPr algn="l">
              <a:defRPr sz="4875" b="1">
                <a:solidFill>
                  <a:srgbClr val="182E65"/>
                </a:solidFill>
                <a:latin typeface="Noto Sans JP"/>
                <a:ea typeface="Noto Sans JP"/>
                <a:cs typeface="Noto Sans JP"/>
              </a:defRPr>
            </a:lvl5pPr>
            <a:lvl6pPr algn="l">
              <a:defRPr sz="4875" b="1">
                <a:solidFill>
                  <a:srgbClr val="182E65"/>
                </a:solidFill>
                <a:latin typeface="Noto Sans JP"/>
                <a:ea typeface="Noto Sans JP"/>
                <a:cs typeface="Noto Sans JP"/>
              </a:defRPr>
            </a:lvl6pPr>
            <a:lvl7pPr algn="l">
              <a:defRPr sz="4875" b="1">
                <a:solidFill>
                  <a:srgbClr val="182E65"/>
                </a:solidFill>
                <a:latin typeface="Noto Sans JP"/>
                <a:ea typeface="Noto Sans JP"/>
                <a:cs typeface="Noto Sans JP"/>
              </a:defRPr>
            </a:lvl7pPr>
            <a:lvl8pPr algn="l">
              <a:defRPr sz="4875" b="1">
                <a:solidFill>
                  <a:srgbClr val="182E65"/>
                </a:solidFill>
                <a:latin typeface="Noto Sans JP"/>
                <a:ea typeface="Noto Sans JP"/>
                <a:cs typeface="Noto Sans JP"/>
              </a:defRPr>
            </a:lvl8pPr>
            <a:lvl9pPr algn="l">
              <a:defRPr sz="4875" b="1">
                <a:solidFill>
                  <a:srgbClr val="182E65"/>
                </a:solidFill>
                <a:latin typeface="Noto Sans JP"/>
                <a:ea typeface="Noto Sans JP"/>
                <a:cs typeface="Noto Sans JP"/>
              </a:defRPr>
            </a:lvl9pPr>
          </a:lstStyle>
          <a:p xmlns:a="http://schemas.openxmlformats.org/drawingml/2006/main">
            <a:pPr algn="l">
              <a:defRPr sz="4875" b="1">
                <a:solidFill>
                  <a:srgbClr val="182E65"/>
                </a:solidFill>
                <a:latin typeface="Noto Sans JP"/>
                <a:ea typeface="Noto Sans JP"/>
                <a:cs typeface="Noto Sans JP"/>
              </a:defRPr>
            </a:pPr>
            <a:r>
              <a:rPr sz="4875" b="1">
                <a:solidFill>
                  <a:srgbClr val="182E65"/>
                </a:solidFill>
                <a:latin typeface="Noto Sans JP"/>
                <a:ea typeface="Noto Sans JP"/>
                <a:cs typeface="Noto Sans JP"/>
              </a:rPr>
              <a:t>8,900円</a:t>
            </a:r>
          </a:p>
        </p:txBody>
      </p:sp>
      <p:sp>
        <p:nvSpPr>
          <p:cNvPr id="9" name="left-detail">
            <a:extLst xmlns:a="http://schemas.openxmlformats.org/drawingml/2006/main">
              <a:ext uri="{FF2B5EF4-FFF2-40B4-BE49-F238E27FC236}">
                <a16:creationId xmlns:a16="http://schemas.microsoft.com/office/drawing/2014/main" id="{1BA7C37F-F30E-4511-966B-44798C862C7D}"/>
              </a:ext>
            </a:extLst>
          </p:cNvPr>
          <p:cNvSpPr>
            <a:spLocks xmlns:a="http://schemas.openxmlformats.org/drawingml/2006/main" noGrp="1"/>
          </p:cNvSpPr>
          <p:nvPr/>
        </p:nvSpPr>
        <p:spPr>
          <a:xfrm xmlns:a="http://schemas.openxmlformats.org/drawingml/2006/main">
            <a:off x="609600" y="4229100"/>
            <a:ext cx="5124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企業が発表した原稿の転載</a:t>
            </a:r>
          </a:p>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資料上の分類：リリース原文掲載</a:t>
            </a:r>
          </a:p>
        </p:txBody>
      </p:sp>
      <p:sp>
        <p:nvSpPr>
          <p:cNvPr id="10" name="right-label">
            <a:extLst xmlns:a="http://schemas.openxmlformats.org/drawingml/2006/main">
              <a:ext uri="{FF2B5EF4-FFF2-40B4-BE49-F238E27FC236}">
                <a16:creationId xmlns:a16="http://schemas.microsoft.com/office/drawing/2014/main" id="{D0DDD3BF-892F-4863-A480-AC16FF3529D2}"/>
              </a:ext>
            </a:extLst>
          </p:cNvPr>
          <p:cNvSpPr>
            <a:spLocks xmlns:a="http://schemas.openxmlformats.org/drawingml/2006/main" noGrp="1"/>
          </p:cNvSpPr>
          <p:nvPr/>
        </p:nvSpPr>
        <p:spPr>
          <a:xfrm xmlns:a="http://schemas.openxmlformats.org/drawingml/2006/main">
            <a:off x="6524625" y="2457450"/>
            <a:ext cx="5057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b="1">
                <a:solidFill>
                  <a:srgbClr val="A78025"/>
                </a:solidFill>
                <a:latin typeface="Noto Sans JP"/>
                <a:ea typeface="Noto Sans JP"/>
                <a:cs typeface="Noto Sans JP"/>
              </a:defRPr>
            </a:defPPr>
            <a:lvl1pPr algn="l">
              <a:defRPr sz="2025" b="1">
                <a:solidFill>
                  <a:srgbClr val="A78025"/>
                </a:solidFill>
                <a:latin typeface="Noto Sans JP"/>
                <a:ea typeface="Noto Sans JP"/>
                <a:cs typeface="Noto Sans JP"/>
              </a:defRPr>
            </a:lvl1pPr>
            <a:lvl2pPr algn="l">
              <a:defRPr sz="2025" b="1">
                <a:solidFill>
                  <a:srgbClr val="A78025"/>
                </a:solidFill>
                <a:latin typeface="Noto Sans JP"/>
                <a:ea typeface="Noto Sans JP"/>
                <a:cs typeface="Noto Sans JP"/>
              </a:defRPr>
            </a:lvl2pPr>
            <a:lvl3pPr algn="l">
              <a:defRPr sz="2025" b="1">
                <a:solidFill>
                  <a:srgbClr val="A78025"/>
                </a:solidFill>
                <a:latin typeface="Noto Sans JP"/>
                <a:ea typeface="Noto Sans JP"/>
                <a:cs typeface="Noto Sans JP"/>
              </a:defRPr>
            </a:lvl3pPr>
            <a:lvl4pPr algn="l">
              <a:defRPr sz="2025" b="1">
                <a:solidFill>
                  <a:srgbClr val="A78025"/>
                </a:solidFill>
                <a:latin typeface="Noto Sans JP"/>
                <a:ea typeface="Noto Sans JP"/>
                <a:cs typeface="Noto Sans JP"/>
              </a:defRPr>
            </a:lvl4pPr>
            <a:lvl5pPr algn="l">
              <a:defRPr sz="2025" b="1">
                <a:solidFill>
                  <a:srgbClr val="A78025"/>
                </a:solidFill>
                <a:latin typeface="Noto Sans JP"/>
                <a:ea typeface="Noto Sans JP"/>
                <a:cs typeface="Noto Sans JP"/>
              </a:defRPr>
            </a:lvl5pPr>
            <a:lvl6pPr algn="l">
              <a:defRPr sz="2025" b="1">
                <a:solidFill>
                  <a:srgbClr val="A78025"/>
                </a:solidFill>
                <a:latin typeface="Noto Sans JP"/>
                <a:ea typeface="Noto Sans JP"/>
                <a:cs typeface="Noto Sans JP"/>
              </a:defRPr>
            </a:lvl6pPr>
            <a:lvl7pPr algn="l">
              <a:defRPr sz="2025" b="1">
                <a:solidFill>
                  <a:srgbClr val="A78025"/>
                </a:solidFill>
                <a:latin typeface="Noto Sans JP"/>
                <a:ea typeface="Noto Sans JP"/>
                <a:cs typeface="Noto Sans JP"/>
              </a:defRPr>
            </a:lvl7pPr>
            <a:lvl8pPr algn="l">
              <a:defRPr sz="2025" b="1">
                <a:solidFill>
                  <a:srgbClr val="A78025"/>
                </a:solidFill>
                <a:latin typeface="Noto Sans JP"/>
                <a:ea typeface="Noto Sans JP"/>
                <a:cs typeface="Noto Sans JP"/>
              </a:defRPr>
            </a:lvl8pPr>
            <a:lvl9pPr algn="l">
              <a:defRPr sz="2025" b="1">
                <a:solidFill>
                  <a:srgbClr val="A78025"/>
                </a:solidFill>
                <a:latin typeface="Noto Sans JP"/>
                <a:ea typeface="Noto Sans JP"/>
                <a:cs typeface="Noto Sans JP"/>
              </a:defRPr>
            </a:lvl9pPr>
          </a:lstStyle>
          <a:p xmlns:a="http://schemas.openxmlformats.org/drawingml/2006/main">
            <a:pPr algn="l">
              <a:defRPr sz="2025" b="1">
                <a:solidFill>
                  <a:srgbClr val="A78025"/>
                </a:solidFill>
                <a:latin typeface="Noto Sans JP"/>
                <a:ea typeface="Noto Sans JP"/>
                <a:cs typeface="Noto Sans JP"/>
              </a:defRPr>
            </a:pPr>
            <a:r>
              <a:rPr sz="2025" b="1">
                <a:solidFill>
                  <a:srgbClr val="A78025"/>
                </a:solidFill>
                <a:latin typeface="Noto Sans JP"/>
                <a:ea typeface="Noto Sans JP"/>
                <a:cs typeface="Noto Sans JP"/>
              </a:rPr>
              <a:t>ニュース記事の転載</a:t>
            </a:r>
          </a:p>
        </p:txBody>
      </p:sp>
      <p:sp>
        <p:nvSpPr>
          <p:cNvPr id="11" name="right-amount">
            <a:extLst xmlns:a="http://schemas.openxmlformats.org/drawingml/2006/main">
              <a:ext uri="{FF2B5EF4-FFF2-40B4-BE49-F238E27FC236}">
                <a16:creationId xmlns:a16="http://schemas.microsoft.com/office/drawing/2014/main" id="{543A200A-E3F4-44CA-A445-1609C5F7DAFD}"/>
              </a:ext>
            </a:extLst>
          </p:cNvPr>
          <p:cNvSpPr>
            <a:spLocks xmlns:a="http://schemas.openxmlformats.org/drawingml/2006/main" noGrp="1"/>
          </p:cNvSpPr>
          <p:nvPr/>
        </p:nvSpPr>
        <p:spPr>
          <a:xfrm xmlns:a="http://schemas.openxmlformats.org/drawingml/2006/main">
            <a:off x="6524625" y="3133725"/>
            <a:ext cx="50577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75" b="1">
                <a:solidFill>
                  <a:srgbClr val="182E65"/>
                </a:solidFill>
                <a:latin typeface="Noto Sans JP"/>
                <a:ea typeface="Noto Sans JP"/>
                <a:cs typeface="Noto Sans JP"/>
              </a:defRPr>
            </a:defPPr>
            <a:lvl1pPr algn="l">
              <a:defRPr sz="4875" b="1">
                <a:solidFill>
                  <a:srgbClr val="182E65"/>
                </a:solidFill>
                <a:latin typeface="Noto Sans JP"/>
                <a:ea typeface="Noto Sans JP"/>
                <a:cs typeface="Noto Sans JP"/>
              </a:defRPr>
            </a:lvl1pPr>
            <a:lvl2pPr algn="l">
              <a:defRPr sz="4875" b="1">
                <a:solidFill>
                  <a:srgbClr val="182E65"/>
                </a:solidFill>
                <a:latin typeface="Noto Sans JP"/>
                <a:ea typeface="Noto Sans JP"/>
                <a:cs typeface="Noto Sans JP"/>
              </a:defRPr>
            </a:lvl2pPr>
            <a:lvl3pPr algn="l">
              <a:defRPr sz="4875" b="1">
                <a:solidFill>
                  <a:srgbClr val="182E65"/>
                </a:solidFill>
                <a:latin typeface="Noto Sans JP"/>
                <a:ea typeface="Noto Sans JP"/>
                <a:cs typeface="Noto Sans JP"/>
              </a:defRPr>
            </a:lvl3pPr>
            <a:lvl4pPr algn="l">
              <a:defRPr sz="4875" b="1">
                <a:solidFill>
                  <a:srgbClr val="182E65"/>
                </a:solidFill>
                <a:latin typeface="Noto Sans JP"/>
                <a:ea typeface="Noto Sans JP"/>
                <a:cs typeface="Noto Sans JP"/>
              </a:defRPr>
            </a:lvl4pPr>
            <a:lvl5pPr algn="l">
              <a:defRPr sz="4875" b="1">
                <a:solidFill>
                  <a:srgbClr val="182E65"/>
                </a:solidFill>
                <a:latin typeface="Noto Sans JP"/>
                <a:ea typeface="Noto Sans JP"/>
                <a:cs typeface="Noto Sans JP"/>
              </a:defRPr>
            </a:lvl5pPr>
            <a:lvl6pPr algn="l">
              <a:defRPr sz="4875" b="1">
                <a:solidFill>
                  <a:srgbClr val="182E65"/>
                </a:solidFill>
                <a:latin typeface="Noto Sans JP"/>
                <a:ea typeface="Noto Sans JP"/>
                <a:cs typeface="Noto Sans JP"/>
              </a:defRPr>
            </a:lvl6pPr>
            <a:lvl7pPr algn="l">
              <a:defRPr sz="4875" b="1">
                <a:solidFill>
                  <a:srgbClr val="182E65"/>
                </a:solidFill>
                <a:latin typeface="Noto Sans JP"/>
                <a:ea typeface="Noto Sans JP"/>
                <a:cs typeface="Noto Sans JP"/>
              </a:defRPr>
            </a:lvl7pPr>
            <a:lvl8pPr algn="l">
              <a:defRPr sz="4875" b="1">
                <a:solidFill>
                  <a:srgbClr val="182E65"/>
                </a:solidFill>
                <a:latin typeface="Noto Sans JP"/>
                <a:ea typeface="Noto Sans JP"/>
                <a:cs typeface="Noto Sans JP"/>
              </a:defRPr>
            </a:lvl8pPr>
            <a:lvl9pPr algn="l">
              <a:defRPr sz="4875" b="1">
                <a:solidFill>
                  <a:srgbClr val="182E65"/>
                </a:solidFill>
                <a:latin typeface="Noto Sans JP"/>
                <a:ea typeface="Noto Sans JP"/>
                <a:cs typeface="Noto Sans JP"/>
              </a:defRPr>
            </a:lvl9pPr>
          </a:lstStyle>
          <a:p xmlns:a="http://schemas.openxmlformats.org/drawingml/2006/main">
            <a:pPr algn="l">
              <a:defRPr sz="4875" b="1">
                <a:solidFill>
                  <a:srgbClr val="182E65"/>
                </a:solidFill>
                <a:latin typeface="Noto Sans JP"/>
                <a:ea typeface="Noto Sans JP"/>
                <a:cs typeface="Noto Sans JP"/>
              </a:defRPr>
            </a:pPr>
            <a:r>
              <a:rPr sz="4875" b="1">
                <a:solidFill>
                  <a:srgbClr val="182E65"/>
                </a:solidFill>
                <a:latin typeface="Noto Sans JP"/>
                <a:ea typeface="Noto Sans JP"/>
                <a:cs typeface="Noto Sans JP"/>
              </a:rPr>
              <a:t>160,700円</a:t>
            </a:r>
          </a:p>
        </p:txBody>
      </p:sp>
      <p:sp>
        <p:nvSpPr>
          <p:cNvPr id="12" name="right-detail">
            <a:extLst xmlns:a="http://schemas.openxmlformats.org/drawingml/2006/main">
              <a:ext uri="{FF2B5EF4-FFF2-40B4-BE49-F238E27FC236}">
                <a16:creationId xmlns:a16="http://schemas.microsoft.com/office/drawing/2014/main" id="{4EE06EFB-4AB6-42C4-8690-E11559A582C8}"/>
              </a:ext>
            </a:extLst>
          </p:cNvPr>
          <p:cNvSpPr>
            <a:spLocks xmlns:a="http://schemas.openxmlformats.org/drawingml/2006/main" noGrp="1"/>
          </p:cNvSpPr>
          <p:nvPr/>
        </p:nvSpPr>
        <p:spPr>
          <a:xfrm xmlns:a="http://schemas.openxmlformats.org/drawingml/2006/main">
            <a:off x="6524625" y="4229100"/>
            <a:ext cx="50577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172943"/>
                </a:solidFill>
                <a:latin typeface="Noto Sans JP"/>
                <a:ea typeface="Noto Sans JP"/>
                <a:cs typeface="Noto Sans JP"/>
              </a:defRPr>
            </a:defPPr>
            <a:lvl1pPr algn="l">
              <a:defRPr sz="1725" b="0">
                <a:solidFill>
                  <a:srgbClr val="172943"/>
                </a:solidFill>
                <a:latin typeface="Noto Sans JP"/>
                <a:ea typeface="Noto Sans JP"/>
                <a:cs typeface="Noto Sans JP"/>
              </a:defRPr>
            </a:lvl1pPr>
            <a:lvl2pPr algn="l">
              <a:defRPr sz="1725" b="0">
                <a:solidFill>
                  <a:srgbClr val="172943"/>
                </a:solidFill>
                <a:latin typeface="Noto Sans JP"/>
                <a:ea typeface="Noto Sans JP"/>
                <a:cs typeface="Noto Sans JP"/>
              </a:defRPr>
            </a:lvl2pPr>
            <a:lvl3pPr algn="l">
              <a:defRPr sz="1725" b="0">
                <a:solidFill>
                  <a:srgbClr val="172943"/>
                </a:solidFill>
                <a:latin typeface="Noto Sans JP"/>
                <a:ea typeface="Noto Sans JP"/>
                <a:cs typeface="Noto Sans JP"/>
              </a:defRPr>
            </a:lvl3pPr>
            <a:lvl4pPr algn="l">
              <a:defRPr sz="1725" b="0">
                <a:solidFill>
                  <a:srgbClr val="172943"/>
                </a:solidFill>
                <a:latin typeface="Noto Sans JP"/>
                <a:ea typeface="Noto Sans JP"/>
                <a:cs typeface="Noto Sans JP"/>
              </a:defRPr>
            </a:lvl4pPr>
            <a:lvl5pPr algn="l">
              <a:defRPr sz="1725" b="0">
                <a:solidFill>
                  <a:srgbClr val="172943"/>
                </a:solidFill>
                <a:latin typeface="Noto Sans JP"/>
                <a:ea typeface="Noto Sans JP"/>
                <a:cs typeface="Noto Sans JP"/>
              </a:defRPr>
            </a:lvl5pPr>
            <a:lvl6pPr algn="l">
              <a:defRPr sz="1725" b="0">
                <a:solidFill>
                  <a:srgbClr val="172943"/>
                </a:solidFill>
                <a:latin typeface="Noto Sans JP"/>
                <a:ea typeface="Noto Sans JP"/>
                <a:cs typeface="Noto Sans JP"/>
              </a:defRPr>
            </a:lvl6pPr>
            <a:lvl7pPr algn="l">
              <a:defRPr sz="1725" b="0">
                <a:solidFill>
                  <a:srgbClr val="172943"/>
                </a:solidFill>
                <a:latin typeface="Noto Sans JP"/>
                <a:ea typeface="Noto Sans JP"/>
                <a:cs typeface="Noto Sans JP"/>
              </a:defRPr>
            </a:lvl7pPr>
            <a:lvl8pPr algn="l">
              <a:defRPr sz="1725" b="0">
                <a:solidFill>
                  <a:srgbClr val="172943"/>
                </a:solidFill>
                <a:latin typeface="Noto Sans JP"/>
                <a:ea typeface="Noto Sans JP"/>
                <a:cs typeface="Noto Sans JP"/>
              </a:defRPr>
            </a:lvl8pPr>
            <a:lvl9pPr algn="l">
              <a:defRPr sz="1725" b="0">
                <a:solidFill>
                  <a:srgbClr val="172943"/>
                </a:solidFill>
                <a:latin typeface="Noto Sans JP"/>
                <a:ea typeface="Noto Sans JP"/>
                <a:cs typeface="Noto Sans JP"/>
              </a:defRPr>
            </a:lvl9pPr>
          </a:lstStyle>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編集記事をニュースとして転載</a:t>
            </a:r>
          </a:p>
          <a:p xmlns:a="http://schemas.openxmlformats.org/drawingml/2006/main">
            <a:pPr algn="l">
              <a:defRPr sz="1725" b="0">
                <a:solidFill>
                  <a:srgbClr val="172943"/>
                </a:solidFill>
                <a:latin typeface="Noto Sans JP"/>
                <a:ea typeface="Noto Sans JP"/>
                <a:cs typeface="Noto Sans JP"/>
              </a:defRPr>
            </a:pPr>
            <a:r>
              <a:rPr sz="1725" b="0">
                <a:solidFill>
                  <a:srgbClr val="172943"/>
                </a:solidFill>
                <a:latin typeface="Noto Sans JP"/>
                <a:ea typeface="Noto Sans JP"/>
                <a:cs typeface="Noto Sans JP"/>
              </a:rPr>
              <a:t>資料上の分類：パブリシティ転載</a:t>
            </a:r>
          </a:p>
        </p:txBody>
      </p:sp>
      <p:sp>
        <p:nvSpPr>
          <p:cNvPr id="13" name="takeaway">
            <a:extLst xmlns:a="http://schemas.openxmlformats.org/drawingml/2006/main">
              <a:ext uri="{FF2B5EF4-FFF2-40B4-BE49-F238E27FC236}">
                <a16:creationId xmlns:a16="http://schemas.microsoft.com/office/drawing/2014/main" id="{7AC19F37-0F8C-4752-AB87-63FB365109AB}"/>
              </a:ext>
            </a:extLst>
          </p:cNvPr>
          <p:cNvSpPr>
            <a:spLocks xmlns:a="http://schemas.openxmlformats.org/drawingml/2006/main" noGrp="1"/>
          </p:cNvSpPr>
          <p:nvPr/>
        </p:nvSpPr>
        <p:spPr>
          <a:xfrm xmlns:a="http://schemas.openxmlformats.org/drawingml/2006/main">
            <a:off x="609600" y="52197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182E65"/>
                </a:solidFill>
                <a:latin typeface="Noto Sans JP"/>
                <a:ea typeface="Noto Sans JP"/>
                <a:cs typeface="Noto Sans JP"/>
              </a:defRPr>
            </a:defPPr>
            <a:lvl1pPr algn="l">
              <a:defRPr sz="2250" b="1">
                <a:solidFill>
                  <a:srgbClr val="182E65"/>
                </a:solidFill>
                <a:latin typeface="Noto Sans JP"/>
                <a:ea typeface="Noto Sans JP"/>
                <a:cs typeface="Noto Sans JP"/>
              </a:defRPr>
            </a:lvl1pPr>
            <a:lvl2pPr algn="l">
              <a:defRPr sz="2250" b="1">
                <a:solidFill>
                  <a:srgbClr val="182E65"/>
                </a:solidFill>
                <a:latin typeface="Noto Sans JP"/>
                <a:ea typeface="Noto Sans JP"/>
                <a:cs typeface="Noto Sans JP"/>
              </a:defRPr>
            </a:lvl2pPr>
            <a:lvl3pPr algn="l">
              <a:defRPr sz="2250" b="1">
                <a:solidFill>
                  <a:srgbClr val="182E65"/>
                </a:solidFill>
                <a:latin typeface="Noto Sans JP"/>
                <a:ea typeface="Noto Sans JP"/>
                <a:cs typeface="Noto Sans JP"/>
              </a:defRPr>
            </a:lvl3pPr>
            <a:lvl4pPr algn="l">
              <a:defRPr sz="2250" b="1">
                <a:solidFill>
                  <a:srgbClr val="182E65"/>
                </a:solidFill>
                <a:latin typeface="Noto Sans JP"/>
                <a:ea typeface="Noto Sans JP"/>
                <a:cs typeface="Noto Sans JP"/>
              </a:defRPr>
            </a:lvl4pPr>
            <a:lvl5pPr algn="l">
              <a:defRPr sz="2250" b="1">
                <a:solidFill>
                  <a:srgbClr val="182E65"/>
                </a:solidFill>
                <a:latin typeface="Noto Sans JP"/>
                <a:ea typeface="Noto Sans JP"/>
                <a:cs typeface="Noto Sans JP"/>
              </a:defRPr>
            </a:lvl5pPr>
            <a:lvl6pPr algn="l">
              <a:defRPr sz="2250" b="1">
                <a:solidFill>
                  <a:srgbClr val="182E65"/>
                </a:solidFill>
                <a:latin typeface="Noto Sans JP"/>
                <a:ea typeface="Noto Sans JP"/>
                <a:cs typeface="Noto Sans JP"/>
              </a:defRPr>
            </a:lvl6pPr>
            <a:lvl7pPr algn="l">
              <a:defRPr sz="2250" b="1">
                <a:solidFill>
                  <a:srgbClr val="182E65"/>
                </a:solidFill>
                <a:latin typeface="Noto Sans JP"/>
                <a:ea typeface="Noto Sans JP"/>
                <a:cs typeface="Noto Sans JP"/>
              </a:defRPr>
            </a:lvl7pPr>
            <a:lvl8pPr algn="l">
              <a:defRPr sz="2250" b="1">
                <a:solidFill>
                  <a:srgbClr val="182E65"/>
                </a:solidFill>
                <a:latin typeface="Noto Sans JP"/>
                <a:ea typeface="Noto Sans JP"/>
                <a:cs typeface="Noto Sans JP"/>
              </a:defRPr>
            </a:lvl8pPr>
            <a:lvl9pPr algn="l">
              <a:defRPr sz="2250" b="1">
                <a:solidFill>
                  <a:srgbClr val="182E65"/>
                </a:solidFill>
                <a:latin typeface="Noto Sans JP"/>
                <a:ea typeface="Noto Sans JP"/>
                <a:cs typeface="Noto Sans JP"/>
              </a:defRPr>
            </a:lvl9pPr>
          </a:lstStyle>
          <a:p xmlns:a="http://schemas.openxmlformats.org/drawingml/2006/main">
            <a:pPr algn="l">
              <a:defRPr sz="2250" b="1">
                <a:solidFill>
                  <a:srgbClr val="182E65"/>
                </a:solidFill>
                <a:latin typeface="Noto Sans JP"/>
                <a:ea typeface="Noto Sans JP"/>
                <a:cs typeface="Noto Sans JP"/>
              </a:defRPr>
            </a:pPr>
            <a:r>
              <a:rPr sz="2250" b="1">
                <a:solidFill>
                  <a:srgbClr val="182E65"/>
                </a:solidFill>
                <a:latin typeface="Noto Sans JP"/>
                <a:ea typeface="Noto Sans JP"/>
                <a:cs typeface="Noto Sans JP"/>
              </a:rPr>
              <a:t>メディくるは、</a:t>
            </a:r>
            <a:r>
              <a:rPr sz="2250" b="1">
                <a:solidFill>
                  <a:srgbClr val="C33830"/>
                </a:solidFill>
                <a:latin typeface="Noto Sans JP"/>
                <a:ea typeface="Noto Sans JP"/>
                <a:cs typeface="Noto Sans JP"/>
              </a:rPr>
              <a:t>取材ニュースに対応する区分</a:t>
            </a:r>
            <a:r>
              <a:rPr sz="2250" b="1">
                <a:solidFill>
                  <a:srgbClr val="182E65"/>
                </a:solidFill>
                <a:latin typeface="Noto Sans JP"/>
                <a:ea typeface="Noto Sans JP"/>
                <a:cs typeface="Noto Sans JP"/>
              </a:rPr>
              <a:t>で評価する</a:t>
            </a:r>
          </a:p>
        </p:txBody>
      </p:sp>
      <p:sp>
        <p:nvSpPr>
          <p:cNvPr id="14" name="note">
            <a:extLst xmlns:a="http://schemas.openxmlformats.org/drawingml/2006/main">
              <a:ext uri="{FF2B5EF4-FFF2-40B4-BE49-F238E27FC236}">
                <a16:creationId xmlns:a16="http://schemas.microsoft.com/office/drawing/2014/main" id="{EB532831-07FC-4AFC-8796-A3C89A9C6A5F}"/>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vl1pPr algn="l">
              <a:defRPr sz="1163" b="0">
                <a:solidFill>
                  <a:srgbClr val="526078"/>
                </a:solidFill>
                <a:latin typeface="Noto Sans JP"/>
                <a:ea typeface="Noto Sans JP"/>
                <a:cs typeface="Noto Sans JP"/>
              </a:defRPr>
            </a:lvl1pPr>
            <a:lvl2pPr algn="l">
              <a:defRPr sz="1163" b="0">
                <a:solidFill>
                  <a:srgbClr val="526078"/>
                </a:solidFill>
                <a:latin typeface="Noto Sans JP"/>
                <a:ea typeface="Noto Sans JP"/>
                <a:cs typeface="Noto Sans JP"/>
              </a:defRPr>
            </a:lvl2pPr>
            <a:lvl3pPr algn="l">
              <a:defRPr sz="1163" b="0">
                <a:solidFill>
                  <a:srgbClr val="526078"/>
                </a:solidFill>
                <a:latin typeface="Noto Sans JP"/>
                <a:ea typeface="Noto Sans JP"/>
                <a:cs typeface="Noto Sans JP"/>
              </a:defRPr>
            </a:lvl3pPr>
            <a:lvl4pPr algn="l">
              <a:defRPr sz="1163" b="0">
                <a:solidFill>
                  <a:srgbClr val="526078"/>
                </a:solidFill>
                <a:latin typeface="Noto Sans JP"/>
                <a:ea typeface="Noto Sans JP"/>
                <a:cs typeface="Noto Sans JP"/>
              </a:defRPr>
            </a:lvl4pPr>
            <a:lvl5pPr algn="l">
              <a:defRPr sz="1163" b="0">
                <a:solidFill>
                  <a:srgbClr val="526078"/>
                </a:solidFill>
                <a:latin typeface="Noto Sans JP"/>
                <a:ea typeface="Noto Sans JP"/>
                <a:cs typeface="Noto Sans JP"/>
              </a:defRPr>
            </a:lvl5pPr>
            <a:lvl6pPr algn="l">
              <a:defRPr sz="1163" b="0">
                <a:solidFill>
                  <a:srgbClr val="526078"/>
                </a:solidFill>
                <a:latin typeface="Noto Sans JP"/>
                <a:ea typeface="Noto Sans JP"/>
                <a:cs typeface="Noto Sans JP"/>
              </a:defRPr>
            </a:lvl6pPr>
            <a:lvl7pPr algn="l">
              <a:defRPr sz="1163" b="0">
                <a:solidFill>
                  <a:srgbClr val="526078"/>
                </a:solidFill>
                <a:latin typeface="Noto Sans JP"/>
                <a:ea typeface="Noto Sans JP"/>
                <a:cs typeface="Noto Sans JP"/>
              </a:defRPr>
            </a:lvl7pPr>
            <a:lvl8pPr algn="l">
              <a:defRPr sz="1163" b="0">
                <a:solidFill>
                  <a:srgbClr val="526078"/>
                </a:solidFill>
                <a:latin typeface="Noto Sans JP"/>
                <a:ea typeface="Noto Sans JP"/>
                <a:cs typeface="Noto Sans JP"/>
              </a:defRPr>
            </a:lvl8pPr>
            <a:lvl9pPr algn="l">
              <a:defRPr sz="1163" b="0">
                <a:solidFill>
                  <a:srgbClr val="526078"/>
                </a:solidFill>
                <a:latin typeface="Noto Sans JP"/>
                <a:ea typeface="Noto Sans JP"/>
                <a:cs typeface="Noto Sans JP"/>
              </a:defRPr>
            </a:lvl9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出典：PR TIMES Web Clippingサービス資料11ページ。原文転載と編集記事は、平均PV等に応じて別評価。</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過去の異なる記事の掲載例です。現在の単価、メディくるの実測額、効果の倍率を示すものではありません。</a:t>
            </a:r>
          </a:p>
        </p:txBody>
      </p:sp>
    </p:spTree>
    <p:extLst>
      <p:ext uri="{BB962C8B-B14F-4D97-AF65-F5344CB8AC3E}">
        <p14:creationId xmlns:p14="http://schemas.microsoft.com/office/powerpoint/2010/main" val="61976214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FCAD2BB4-B37A-4DB0-9326-6D9C74CF0B78}"/>
              </a:ext>
            </a:extLst>
          </p:cNvPr>
          <p:cNvSpPr>
            <a:spLocks xmlns:a="http://schemas.openxmlformats.org/drawingml/2006/main" noGrp="1"/>
          </p:cNvSpPr>
          <p:nvPr/>
        </p:nvSpPr>
        <p:spPr>
          <a:xfrm xmlns:a="http://schemas.openxmlformats.org/drawingml/2006/main">
            <a:off x="609600" y="304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1">
                <a:solidFill>
                  <a:srgbClr val="A78025"/>
                </a:solidFill>
                <a:latin typeface="Noto Sans JP"/>
                <a:ea typeface="Noto Sans JP"/>
                <a:cs typeface="Noto Sans JP"/>
              </a:defRPr>
            </a:defPPr>
            <a:lvl1pPr algn="l">
              <a:defRPr sz="1275" b="1">
                <a:solidFill>
                  <a:srgbClr val="A78025"/>
                </a:solidFill>
                <a:latin typeface="Noto Sans JP"/>
                <a:ea typeface="Noto Sans JP"/>
                <a:cs typeface="Noto Sans JP"/>
              </a:defRPr>
            </a:lvl1pPr>
            <a:lvl2pPr algn="l">
              <a:defRPr sz="1275" b="1">
                <a:solidFill>
                  <a:srgbClr val="A78025"/>
                </a:solidFill>
                <a:latin typeface="Noto Sans JP"/>
                <a:ea typeface="Noto Sans JP"/>
                <a:cs typeface="Noto Sans JP"/>
              </a:defRPr>
            </a:lvl2pPr>
            <a:lvl3pPr algn="l">
              <a:defRPr sz="1275" b="1">
                <a:solidFill>
                  <a:srgbClr val="A78025"/>
                </a:solidFill>
                <a:latin typeface="Noto Sans JP"/>
                <a:ea typeface="Noto Sans JP"/>
                <a:cs typeface="Noto Sans JP"/>
              </a:defRPr>
            </a:lvl3pPr>
            <a:lvl4pPr algn="l">
              <a:defRPr sz="1275" b="1">
                <a:solidFill>
                  <a:srgbClr val="A78025"/>
                </a:solidFill>
                <a:latin typeface="Noto Sans JP"/>
                <a:ea typeface="Noto Sans JP"/>
                <a:cs typeface="Noto Sans JP"/>
              </a:defRPr>
            </a:lvl4pPr>
            <a:lvl5pPr algn="l">
              <a:defRPr sz="1275" b="1">
                <a:solidFill>
                  <a:srgbClr val="A78025"/>
                </a:solidFill>
                <a:latin typeface="Noto Sans JP"/>
                <a:ea typeface="Noto Sans JP"/>
                <a:cs typeface="Noto Sans JP"/>
              </a:defRPr>
            </a:lvl5pPr>
            <a:lvl6pPr algn="l">
              <a:defRPr sz="1275" b="1">
                <a:solidFill>
                  <a:srgbClr val="A78025"/>
                </a:solidFill>
                <a:latin typeface="Noto Sans JP"/>
                <a:ea typeface="Noto Sans JP"/>
                <a:cs typeface="Noto Sans JP"/>
              </a:defRPr>
            </a:lvl6pPr>
            <a:lvl7pPr algn="l">
              <a:defRPr sz="1275" b="1">
                <a:solidFill>
                  <a:srgbClr val="A78025"/>
                </a:solidFill>
                <a:latin typeface="Noto Sans JP"/>
                <a:ea typeface="Noto Sans JP"/>
                <a:cs typeface="Noto Sans JP"/>
              </a:defRPr>
            </a:lvl7pPr>
            <a:lvl8pPr algn="l">
              <a:defRPr sz="1275" b="1">
                <a:solidFill>
                  <a:srgbClr val="A78025"/>
                </a:solidFill>
                <a:latin typeface="Noto Sans JP"/>
                <a:ea typeface="Noto Sans JP"/>
                <a:cs typeface="Noto Sans JP"/>
              </a:defRPr>
            </a:lvl8pPr>
            <a:lvl9pPr algn="l">
              <a:defRPr sz="1275" b="1">
                <a:solidFill>
                  <a:srgbClr val="A78025"/>
                </a:solidFill>
                <a:latin typeface="Noto Sans JP"/>
                <a:ea typeface="Noto Sans JP"/>
                <a:cs typeface="Noto Sans JP"/>
              </a:defRPr>
            </a:lvl9pPr>
          </a:lstStyle>
          <a:p xmlns:a="http://schemas.openxmlformats.org/drawingml/2006/main">
            <a:pPr algn="l">
              <a:defRPr sz="1275" b="1">
                <a:solidFill>
                  <a:srgbClr val="A78025"/>
                </a:solidFill>
                <a:latin typeface="Noto Sans JP"/>
                <a:ea typeface="Noto Sans JP"/>
                <a:cs typeface="Noto Sans JP"/>
              </a:defRPr>
            </a:pPr>
            <a:r>
              <a:rPr sz="1275" b="1">
                <a:solidFill>
                  <a:srgbClr val="A78025"/>
                </a:solidFill>
                <a:latin typeface="Noto Sans JP"/>
                <a:ea typeface="Noto Sans JP"/>
                <a:cs typeface="Noto Sans JP"/>
              </a:rPr>
              <a:t>02  掲載区分ごとの広告換算参考額</a:t>
            </a:r>
          </a:p>
        </p:txBody>
      </p:sp>
      <p:sp>
        <p:nvSpPr>
          <p:cNvPr id="2" name="title">
            <a:extLst xmlns:a="http://schemas.openxmlformats.org/drawingml/2006/main">
              <a:ext uri="{FF2B5EF4-FFF2-40B4-BE49-F238E27FC236}">
                <a16:creationId xmlns:a16="http://schemas.microsoft.com/office/drawing/2014/main" id="{7D1C5FB7-B5DC-4709-9A48-ADA6D042493F}"/>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2E65"/>
                </a:solidFill>
                <a:latin typeface="Noto Sans JP"/>
                <a:ea typeface="Noto Sans JP"/>
                <a:cs typeface="Noto Sans JP"/>
              </a:defRPr>
            </a:defPPr>
            <a:lvl1pPr algn="l">
              <a:defRPr sz="3000" b="1">
                <a:solidFill>
                  <a:srgbClr val="182E65"/>
                </a:solidFill>
                <a:latin typeface="Noto Sans JP"/>
                <a:ea typeface="Noto Sans JP"/>
                <a:cs typeface="Noto Sans JP"/>
              </a:defRPr>
            </a:lvl1pPr>
            <a:lvl2pPr algn="l">
              <a:defRPr sz="3000" b="1">
                <a:solidFill>
                  <a:srgbClr val="182E65"/>
                </a:solidFill>
                <a:latin typeface="Noto Sans JP"/>
                <a:ea typeface="Noto Sans JP"/>
                <a:cs typeface="Noto Sans JP"/>
              </a:defRPr>
            </a:lvl2pPr>
            <a:lvl3pPr algn="l">
              <a:defRPr sz="3000" b="1">
                <a:solidFill>
                  <a:srgbClr val="182E65"/>
                </a:solidFill>
                <a:latin typeface="Noto Sans JP"/>
                <a:ea typeface="Noto Sans JP"/>
                <a:cs typeface="Noto Sans JP"/>
              </a:defRPr>
            </a:lvl3pPr>
            <a:lvl4pPr algn="l">
              <a:defRPr sz="3000" b="1">
                <a:solidFill>
                  <a:srgbClr val="182E65"/>
                </a:solidFill>
                <a:latin typeface="Noto Sans JP"/>
                <a:ea typeface="Noto Sans JP"/>
                <a:cs typeface="Noto Sans JP"/>
              </a:defRPr>
            </a:lvl4pPr>
            <a:lvl5pPr algn="l">
              <a:defRPr sz="3000" b="1">
                <a:solidFill>
                  <a:srgbClr val="182E65"/>
                </a:solidFill>
                <a:latin typeface="Noto Sans JP"/>
                <a:ea typeface="Noto Sans JP"/>
                <a:cs typeface="Noto Sans JP"/>
              </a:defRPr>
            </a:lvl5pPr>
            <a:lvl6pPr algn="l">
              <a:defRPr sz="3000" b="1">
                <a:solidFill>
                  <a:srgbClr val="182E65"/>
                </a:solidFill>
                <a:latin typeface="Noto Sans JP"/>
                <a:ea typeface="Noto Sans JP"/>
                <a:cs typeface="Noto Sans JP"/>
              </a:defRPr>
            </a:lvl6pPr>
            <a:lvl7pPr algn="l">
              <a:defRPr sz="3000" b="1">
                <a:solidFill>
                  <a:srgbClr val="182E65"/>
                </a:solidFill>
                <a:latin typeface="Noto Sans JP"/>
                <a:ea typeface="Noto Sans JP"/>
                <a:cs typeface="Noto Sans JP"/>
              </a:defRPr>
            </a:lvl7pPr>
            <a:lvl8pPr algn="l">
              <a:defRPr sz="3000" b="1">
                <a:solidFill>
                  <a:srgbClr val="182E65"/>
                </a:solidFill>
                <a:latin typeface="Noto Sans JP"/>
                <a:ea typeface="Noto Sans JP"/>
                <a:cs typeface="Noto Sans JP"/>
              </a:defRPr>
            </a:lvl8pPr>
            <a:lvl9pPr algn="l">
              <a:defRPr sz="3000" b="1">
                <a:solidFill>
                  <a:srgbClr val="182E65"/>
                </a:solidFill>
                <a:latin typeface="Noto Sans JP"/>
                <a:ea typeface="Noto Sans JP"/>
                <a:cs typeface="Noto Sans JP"/>
              </a:defRPr>
            </a:lvl9pPr>
          </a:lstStyle>
          <a:p xmlns:a="http://schemas.openxmlformats.org/drawingml/2006/main">
            <a:pPr algn="l">
              <a:defRPr sz="3000" b="1">
                <a:solidFill>
                  <a:srgbClr val="182E65"/>
                </a:solidFill>
                <a:latin typeface="Noto Sans JP"/>
                <a:ea typeface="Noto Sans JP"/>
                <a:cs typeface="Noto Sans JP"/>
              </a:defRPr>
            </a:pPr>
            <a:r>
              <a:rPr sz="3000" b="1">
                <a:solidFill>
                  <a:srgbClr val="182E65"/>
                </a:solidFill>
                <a:latin typeface="Noto Sans JP"/>
                <a:ea typeface="Noto Sans JP"/>
                <a:cs typeface="Noto Sans JP"/>
              </a:rPr>
              <a:t>同じ3媒体で、原文転載と取材ニュースを比較</a:t>
            </a:r>
          </a:p>
        </p:txBody>
      </p:sp>
      <p:sp>
        <p:nvSpPr>
          <p:cNvPr id="3" name="">
            <a:extLst xmlns:a="http://schemas.openxmlformats.org/drawingml/2006/main">
              <a:ext uri="{FF2B5EF4-FFF2-40B4-BE49-F238E27FC236}">
                <a16:creationId xmlns:a16="http://schemas.microsoft.com/office/drawing/2014/main" id="{53A2FE1E-6CA6-4E3C-AE13-CCB0CDE6747B}"/>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8DDE5"/>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7D36763D-A623-45BB-B381-20A8BCBECD30}"/>
              </a:ext>
            </a:extLst>
          </p:cNvPr>
          <p:cNvSpPr>
            <a:spLocks xmlns:a="http://schemas.openxmlformats.org/drawingml/2006/main" noGrp="1"/>
          </p:cNvSpPr>
          <p:nvPr/>
        </p:nvSpPr>
        <p:spPr>
          <a:xfrm xmlns:a="http://schemas.openxmlformats.org/drawingml/2006/main">
            <a:off x="609600" y="6419850"/>
            <a:ext cx="981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75" b="0">
                <a:solidFill>
                  <a:srgbClr val="526078"/>
                </a:solidFill>
                <a:latin typeface="Noto Sans JP"/>
                <a:ea typeface="Noto Sans JP"/>
                <a:cs typeface="Noto Sans JP"/>
              </a:defRPr>
            </a:defPPr>
            <a:lvl1pPr algn="l">
              <a:defRPr sz="975" b="0">
                <a:solidFill>
                  <a:srgbClr val="526078"/>
                </a:solidFill>
                <a:latin typeface="Noto Sans JP"/>
                <a:ea typeface="Noto Sans JP"/>
                <a:cs typeface="Noto Sans JP"/>
              </a:defRPr>
            </a:lvl1pPr>
            <a:lvl2pPr algn="l">
              <a:defRPr sz="975" b="0">
                <a:solidFill>
                  <a:srgbClr val="526078"/>
                </a:solidFill>
                <a:latin typeface="Noto Sans JP"/>
                <a:ea typeface="Noto Sans JP"/>
                <a:cs typeface="Noto Sans JP"/>
              </a:defRPr>
            </a:lvl2pPr>
            <a:lvl3pPr algn="l">
              <a:defRPr sz="975" b="0">
                <a:solidFill>
                  <a:srgbClr val="526078"/>
                </a:solidFill>
                <a:latin typeface="Noto Sans JP"/>
                <a:ea typeface="Noto Sans JP"/>
                <a:cs typeface="Noto Sans JP"/>
              </a:defRPr>
            </a:lvl3pPr>
            <a:lvl4pPr algn="l">
              <a:defRPr sz="975" b="0">
                <a:solidFill>
                  <a:srgbClr val="526078"/>
                </a:solidFill>
                <a:latin typeface="Noto Sans JP"/>
                <a:ea typeface="Noto Sans JP"/>
                <a:cs typeface="Noto Sans JP"/>
              </a:defRPr>
            </a:lvl4pPr>
            <a:lvl5pPr algn="l">
              <a:defRPr sz="975" b="0">
                <a:solidFill>
                  <a:srgbClr val="526078"/>
                </a:solidFill>
                <a:latin typeface="Noto Sans JP"/>
                <a:ea typeface="Noto Sans JP"/>
                <a:cs typeface="Noto Sans JP"/>
              </a:defRPr>
            </a:lvl5pPr>
            <a:lvl6pPr algn="l">
              <a:defRPr sz="975" b="0">
                <a:solidFill>
                  <a:srgbClr val="526078"/>
                </a:solidFill>
                <a:latin typeface="Noto Sans JP"/>
                <a:ea typeface="Noto Sans JP"/>
                <a:cs typeface="Noto Sans JP"/>
              </a:defRPr>
            </a:lvl6pPr>
            <a:lvl7pPr algn="l">
              <a:defRPr sz="975" b="0">
                <a:solidFill>
                  <a:srgbClr val="526078"/>
                </a:solidFill>
                <a:latin typeface="Noto Sans JP"/>
                <a:ea typeface="Noto Sans JP"/>
                <a:cs typeface="Noto Sans JP"/>
              </a:defRPr>
            </a:lvl7pPr>
            <a:lvl8pPr algn="l">
              <a:defRPr sz="975" b="0">
                <a:solidFill>
                  <a:srgbClr val="526078"/>
                </a:solidFill>
                <a:latin typeface="Noto Sans JP"/>
                <a:ea typeface="Noto Sans JP"/>
                <a:cs typeface="Noto Sans JP"/>
              </a:defRPr>
            </a:lvl8pPr>
            <a:lvl9pPr algn="l">
              <a:defRPr sz="975" b="0">
                <a:solidFill>
                  <a:srgbClr val="526078"/>
                </a:solidFill>
                <a:latin typeface="Noto Sans JP"/>
                <a:ea typeface="Noto Sans JP"/>
                <a:cs typeface="Noto Sans JP"/>
              </a:defRPr>
            </a:lvl9pPr>
          </a:lstStyle>
          <a:p xmlns:a="http://schemas.openxmlformats.org/drawingml/2006/main">
            <a:pPr algn="l">
              <a:defRPr sz="975" b="0">
                <a:solidFill>
                  <a:srgbClr val="526078"/>
                </a:solidFill>
                <a:latin typeface="Noto Sans JP"/>
                <a:ea typeface="Noto Sans JP"/>
                <a:cs typeface="Noto Sans JP"/>
              </a:defRPr>
            </a:pPr>
            <a:r>
              <a:rPr sz="975" b="0">
                <a:solidFill>
                  <a:srgbClr val="526078"/>
                </a:solidFill>
                <a:latin typeface="Noto Sans JP"/>
                <a:ea typeface="Noto Sans JP"/>
                <a:cs typeface="Noto Sans JP"/>
              </a:rPr>
              <a:t>メディくる  /  AI検索ブランディング サービスご案内</a:t>
            </a:r>
          </a:p>
        </p:txBody>
      </p:sp>
      <p:sp>
        <p:nvSpPr>
          <p:cNvPr id="5" name="page-number">
            <a:extLst xmlns:a="http://schemas.openxmlformats.org/drawingml/2006/main">
              <a:ext uri="{FF2B5EF4-FFF2-40B4-BE49-F238E27FC236}">
                <a16:creationId xmlns:a16="http://schemas.microsoft.com/office/drawing/2014/main" id="{4CF8A5D6-3A31-442E-908C-35945D767DDF}"/>
              </a:ext>
            </a:extLst>
          </p:cNvPr>
          <p:cNvSpPr>
            <a:spLocks xmlns:a="http://schemas.openxmlformats.org/drawingml/2006/main" noGrp="1"/>
          </p:cNvSpPr>
          <p:nvPr/>
        </p:nvSpPr>
        <p:spPr>
          <a:xfrm xmlns:a="http://schemas.openxmlformats.org/drawingml/2006/main">
            <a:off x="10972800" y="6381750"/>
            <a:ext cx="609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b="1">
                <a:solidFill>
                  <a:srgbClr val="182E65"/>
                </a:solidFill>
                <a:latin typeface="Noto Sans JP"/>
                <a:ea typeface="Noto Sans JP"/>
                <a:cs typeface="Noto Sans JP"/>
              </a:defRPr>
            </a:defPPr>
            <a:lvl1pPr algn="r">
              <a:defRPr sz="1350" b="1">
                <a:solidFill>
                  <a:srgbClr val="182E65"/>
                </a:solidFill>
                <a:latin typeface="Noto Sans JP"/>
                <a:ea typeface="Noto Sans JP"/>
                <a:cs typeface="Noto Sans JP"/>
              </a:defRPr>
            </a:lvl1pPr>
            <a:lvl2pPr algn="r">
              <a:defRPr sz="1350" b="1">
                <a:solidFill>
                  <a:srgbClr val="182E65"/>
                </a:solidFill>
                <a:latin typeface="Noto Sans JP"/>
                <a:ea typeface="Noto Sans JP"/>
                <a:cs typeface="Noto Sans JP"/>
              </a:defRPr>
            </a:lvl2pPr>
            <a:lvl3pPr algn="r">
              <a:defRPr sz="1350" b="1">
                <a:solidFill>
                  <a:srgbClr val="182E65"/>
                </a:solidFill>
                <a:latin typeface="Noto Sans JP"/>
                <a:ea typeface="Noto Sans JP"/>
                <a:cs typeface="Noto Sans JP"/>
              </a:defRPr>
            </a:lvl3pPr>
            <a:lvl4pPr algn="r">
              <a:defRPr sz="1350" b="1">
                <a:solidFill>
                  <a:srgbClr val="182E65"/>
                </a:solidFill>
                <a:latin typeface="Noto Sans JP"/>
                <a:ea typeface="Noto Sans JP"/>
                <a:cs typeface="Noto Sans JP"/>
              </a:defRPr>
            </a:lvl4pPr>
            <a:lvl5pPr algn="r">
              <a:defRPr sz="1350" b="1">
                <a:solidFill>
                  <a:srgbClr val="182E65"/>
                </a:solidFill>
                <a:latin typeface="Noto Sans JP"/>
                <a:ea typeface="Noto Sans JP"/>
                <a:cs typeface="Noto Sans JP"/>
              </a:defRPr>
            </a:lvl5pPr>
            <a:lvl6pPr algn="r">
              <a:defRPr sz="1350" b="1">
                <a:solidFill>
                  <a:srgbClr val="182E65"/>
                </a:solidFill>
                <a:latin typeface="Noto Sans JP"/>
                <a:ea typeface="Noto Sans JP"/>
                <a:cs typeface="Noto Sans JP"/>
              </a:defRPr>
            </a:lvl6pPr>
            <a:lvl7pPr algn="r">
              <a:defRPr sz="1350" b="1">
                <a:solidFill>
                  <a:srgbClr val="182E65"/>
                </a:solidFill>
                <a:latin typeface="Noto Sans JP"/>
                <a:ea typeface="Noto Sans JP"/>
                <a:cs typeface="Noto Sans JP"/>
              </a:defRPr>
            </a:lvl7pPr>
            <a:lvl8pPr algn="r">
              <a:defRPr sz="1350" b="1">
                <a:solidFill>
                  <a:srgbClr val="182E65"/>
                </a:solidFill>
                <a:latin typeface="Noto Sans JP"/>
                <a:ea typeface="Noto Sans JP"/>
                <a:cs typeface="Noto Sans JP"/>
              </a:defRPr>
            </a:lvl8pPr>
            <a:lvl9pPr algn="r">
              <a:defRPr sz="1350" b="1">
                <a:solidFill>
                  <a:srgbClr val="182E65"/>
                </a:solidFill>
                <a:latin typeface="Noto Sans JP"/>
                <a:ea typeface="Noto Sans JP"/>
                <a:cs typeface="Noto Sans JP"/>
              </a:defRPr>
            </a:lvl9pPr>
          </a:lstStyle>
          <a:p xmlns:a="http://schemas.openxmlformats.org/drawingml/2006/main">
            <a:pPr algn="r">
              <a:defRPr sz="1350" b="1">
                <a:solidFill>
                  <a:srgbClr val="182E65"/>
                </a:solidFill>
                <a:latin typeface="Noto Sans JP"/>
                <a:ea typeface="Noto Sans JP"/>
                <a:cs typeface="Noto Sans JP"/>
              </a:defRPr>
            </a:pPr>
            <a:r>
              <a:rPr sz="1350" b="1">
                <a:solidFill>
                  <a:srgbClr val="182E65"/>
                </a:solidFill>
                <a:latin typeface="Noto Sans JP"/>
                <a:ea typeface="Noto Sans JP"/>
                <a:cs typeface="Noto Sans JP"/>
              </a:rPr>
              <a:t>13</a:t>
            </a:r>
          </a:p>
        </p:txBody>
      </p:sp>
      <p:sp>
        <p:nvSpPr>
          <p:cNvPr id="6" name="intro">
            <a:extLst xmlns:a="http://schemas.openxmlformats.org/drawingml/2006/main">
              <a:ext uri="{FF2B5EF4-FFF2-40B4-BE49-F238E27FC236}">
                <a16:creationId xmlns:a16="http://schemas.microsoft.com/office/drawing/2014/main" id="{122F3ECC-6549-43B8-8643-E01B6DA3C248}"/>
              </a:ext>
            </a:extLst>
          </p:cNvPr>
          <p:cNvSpPr>
            <a:spLocks xmlns:a="http://schemas.openxmlformats.org/drawingml/2006/main" noGrp="1"/>
          </p:cNvSpPr>
          <p:nvPr/>
        </p:nvSpPr>
        <p:spPr>
          <a:xfrm xmlns:a="http://schemas.openxmlformats.org/drawingml/2006/main">
            <a:off x="609600" y="15144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526078"/>
                </a:solidFill>
                <a:latin typeface="Noto Sans JP"/>
                <a:ea typeface="Noto Sans JP"/>
                <a:cs typeface="Noto Sans JP"/>
              </a:defRPr>
            </a:defPPr>
            <a:lvl1pPr algn="l">
              <a:defRPr sz="1725" b="0">
                <a:solidFill>
                  <a:srgbClr val="526078"/>
                </a:solidFill>
                <a:latin typeface="Noto Sans JP"/>
                <a:ea typeface="Noto Sans JP"/>
                <a:cs typeface="Noto Sans JP"/>
              </a:defRPr>
            </a:lvl1pPr>
            <a:lvl2pPr algn="l">
              <a:defRPr sz="1725" b="0">
                <a:solidFill>
                  <a:srgbClr val="526078"/>
                </a:solidFill>
                <a:latin typeface="Noto Sans JP"/>
                <a:ea typeface="Noto Sans JP"/>
                <a:cs typeface="Noto Sans JP"/>
              </a:defRPr>
            </a:lvl2pPr>
            <a:lvl3pPr algn="l">
              <a:defRPr sz="1725" b="0">
                <a:solidFill>
                  <a:srgbClr val="526078"/>
                </a:solidFill>
                <a:latin typeface="Noto Sans JP"/>
                <a:ea typeface="Noto Sans JP"/>
                <a:cs typeface="Noto Sans JP"/>
              </a:defRPr>
            </a:lvl3pPr>
            <a:lvl4pPr algn="l">
              <a:defRPr sz="1725" b="0">
                <a:solidFill>
                  <a:srgbClr val="526078"/>
                </a:solidFill>
                <a:latin typeface="Noto Sans JP"/>
                <a:ea typeface="Noto Sans JP"/>
                <a:cs typeface="Noto Sans JP"/>
              </a:defRPr>
            </a:lvl4pPr>
            <a:lvl5pPr algn="l">
              <a:defRPr sz="1725" b="0">
                <a:solidFill>
                  <a:srgbClr val="526078"/>
                </a:solidFill>
                <a:latin typeface="Noto Sans JP"/>
                <a:ea typeface="Noto Sans JP"/>
                <a:cs typeface="Noto Sans JP"/>
              </a:defRPr>
            </a:lvl5pPr>
            <a:lvl6pPr algn="l">
              <a:defRPr sz="1725" b="0">
                <a:solidFill>
                  <a:srgbClr val="526078"/>
                </a:solidFill>
                <a:latin typeface="Noto Sans JP"/>
                <a:ea typeface="Noto Sans JP"/>
                <a:cs typeface="Noto Sans JP"/>
              </a:defRPr>
            </a:lvl6pPr>
            <a:lvl7pPr algn="l">
              <a:defRPr sz="1725" b="0">
                <a:solidFill>
                  <a:srgbClr val="526078"/>
                </a:solidFill>
                <a:latin typeface="Noto Sans JP"/>
                <a:ea typeface="Noto Sans JP"/>
                <a:cs typeface="Noto Sans JP"/>
              </a:defRPr>
            </a:lvl7pPr>
            <a:lvl8pPr algn="l">
              <a:defRPr sz="1725" b="0">
                <a:solidFill>
                  <a:srgbClr val="526078"/>
                </a:solidFill>
                <a:latin typeface="Noto Sans JP"/>
                <a:ea typeface="Noto Sans JP"/>
                <a:cs typeface="Noto Sans JP"/>
              </a:defRPr>
            </a:lvl8pPr>
            <a:lvl9pPr algn="l">
              <a:defRPr sz="1725" b="0">
                <a:solidFill>
                  <a:srgbClr val="526078"/>
                </a:solidFill>
                <a:latin typeface="Noto Sans JP"/>
                <a:ea typeface="Noto Sans JP"/>
                <a:cs typeface="Noto Sans JP"/>
              </a:defRPr>
            </a:lvl9pPr>
          </a:lstStyle>
          <a:p xmlns:a="http://schemas.openxmlformats.org/drawingml/2006/main">
            <a:pPr algn="l">
              <a:defRPr sz="1725" b="0">
                <a:solidFill>
                  <a:srgbClr val="526078"/>
                </a:solidFill>
                <a:latin typeface="Noto Sans JP"/>
                <a:ea typeface="Noto Sans JP"/>
                <a:cs typeface="Noto Sans JP"/>
              </a:defRPr>
            </a:pPr>
            <a:r>
              <a:rPr sz="1725" b="0">
                <a:solidFill>
                  <a:srgbClr val="526078"/>
                </a:solidFill>
                <a:latin typeface="Noto Sans JP"/>
                <a:ea typeface="Noto Sans JP"/>
                <a:cs typeface="Noto Sans JP"/>
              </a:rPr>
              <a:t>各媒体に1掲載ずつ。公開資料の掲載例を並べた参考比較です。</a:t>
            </a:r>
          </a:p>
        </p:txBody>
      </p:sp>
      <p:graphicFrame>
        <p:nvGraphicFramePr>
          <p:cNvPr id="7" name="">
            <a:extLst xmlns:a="http://schemas.openxmlformats.org/drawingml/2006/main">
              <a:ext uri="{FF2B5EF4-FFF2-40B4-BE49-F238E27FC236}">
                <a16:creationId xmlns:a16="http://schemas.microsoft.com/office/drawing/2014/main" id="{E3A3B6C1-1263-4DA1-88FE-C86617E01A07}"/>
              </a:ext>
            </a:extLst>
          </p:cNvPr>
          <p:cNvGraphicFramePr/>
          <p:nvPr/>
        </p:nvGraphicFramePr>
        <p:xfrm>
          <a:off xmlns:a="http://schemas.openxmlformats.org/drawingml/2006/main" x="609600" y="2047875"/>
          <a:ext xmlns:a="http://schemas.openxmlformats.org/drawingml/2006/main" cx="10972800" cy="3190875"/>
        </p:xfrm>
        <a:graphic xmlns:a="http://schemas.openxmlformats.org/drawingml/2006/main">
          <a:graphicData uri="http://schemas.openxmlformats.org/drawingml/2006/table">
            <a:tbl>
              <a:tblPr firstRow="0" bandRow="0"/>
              <a:tblGrid>
                <a:gridCol w="3714750"/>
                <a:gridCol w="3238500"/>
                <a:gridCol w="4019550"/>
              </a:tblGrid>
              <a:tr h="723900">
                <a:tc>
                  <a:txBody>
                    <a:bodyPr wrap="none" lIns="152400" tIns="76200" rIns="152400" bIns="76200">
                      <a:noAutofit/>
                    </a:bodyPr>
                    <a:lstStyle/>
                    <a:p>
                      <a:pPr algn="l"/>
                      <a:r>
                        <a:rPr sz="1650" b="1">
                          <a:solidFill>
                            <a:srgbClr val="FFFFFF"/>
                          </a:solidFill>
                          <a:latin typeface="Noto Sans JP"/>
                          <a:ea typeface="Noto Sans JP"/>
                          <a:cs typeface="Noto Sans JP"/>
                        </a:rPr>
                        <a:t>対象媒体</a:t>
                      </a:r>
                    </a:p>
                  </a:txBody>
                  <a:tcPr marL="91440" marR="91440" marT="45720" marB="45720" anchor="ctr">
                    <a:lnL w="9525">
                      <a:solidFill>
                        <a:srgbClr val="D8DDE5"/>
                      </a:solidFill>
                      <a:prstDash val="solid"/>
                    </a:lnL>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none" lIns="152400" tIns="76200" rIns="152400" bIns="76200">
                      <a:noAutofit/>
                    </a:bodyPr>
                    <a:lstStyle/>
                    <a:p>
                      <a:pPr algn="ctr"/>
                      <a:r>
                        <a:rPr sz="1650" b="1">
                          <a:solidFill>
                            <a:srgbClr val="FFFFFF"/>
                          </a:solidFill>
                          <a:latin typeface="Noto Sans JP"/>
                          <a:ea typeface="Noto Sans JP"/>
                          <a:cs typeface="Noto Sans JP"/>
                        </a:rPr>
                        <a:t>プレスリリース</a:t>
                      </a:r>
                    </a:p>
                    <a:p>
                      <a:pPr algn="ctr"/>
                      <a:r>
                        <a:rPr sz="1650" b="1">
                          <a:solidFill>
                            <a:srgbClr val="FFFFFF"/>
                          </a:solidFill>
                          <a:latin typeface="Noto Sans JP"/>
                          <a:ea typeface="Noto Sans JP"/>
                          <a:cs typeface="Noto Sans JP"/>
                        </a:rPr>
                        <a:t>原文転載の掲載例（円）</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c>
                  <a:txBody>
                    <a:bodyPr wrap="none" lIns="152400" tIns="76200" rIns="152400" bIns="76200">
                      <a:noAutofit/>
                    </a:bodyPr>
                    <a:lstStyle/>
                    <a:p>
                      <a:pPr algn="ctr"/>
                      <a:r>
                        <a:rPr sz="1650" b="1">
                          <a:solidFill>
                            <a:srgbClr val="FFFFFF"/>
                          </a:solidFill>
                          <a:latin typeface="Noto Sans JP"/>
                          <a:ea typeface="Noto Sans JP"/>
                          <a:cs typeface="Noto Sans JP"/>
                        </a:rPr>
                        <a:t>メディくるの取材ニュース</a:t>
                      </a:r>
                    </a:p>
                    <a:p>
                      <a:pPr algn="ctr"/>
                      <a:r>
                        <a:rPr sz="1650" b="1">
                          <a:solidFill>
                            <a:srgbClr val="FFFFFF"/>
                          </a:solidFill>
                          <a:latin typeface="Noto Sans JP"/>
                          <a:ea typeface="Noto Sans JP"/>
                          <a:cs typeface="Noto Sans JP"/>
                        </a:rPr>
                        <a:t>に対応する掲載例（円）</a:t>
                      </a:r>
                    </a:p>
                  </a:txBody>
                  <a:tcPr marL="91440" marR="91440" marT="45720" marB="45720" anchor="ctr">
                    <a:lnR w="9525">
                      <a:solidFill>
                        <a:srgbClr val="D8DDE5"/>
                      </a:solidFill>
                      <a:prstDash val="solid"/>
                    </a:lnR>
                    <a:lnT w="9525">
                      <a:solidFill>
                        <a:srgbClr val="D8DDE5"/>
                      </a:solidFill>
                      <a:prstDash val="solid"/>
                    </a:lnT>
                    <a:lnB w="9525">
                      <a:solidFill>
                        <a:srgbClr val="D8DDE5"/>
                      </a:solidFill>
                      <a:prstDash val="solid"/>
                    </a:lnB>
                    <a:solidFill>
                      <a:srgbClr val="182E65"/>
                    </a:solidFill>
                  </a:tcPr>
                </a:tc>
              </a:tr>
              <a:tr h="600075">
                <a:tc>
                  <a:txBody>
                    <a:bodyPr wrap="none" lIns="152400" tIns="76200" rIns="152400" bIns="76200">
                      <a:noAutofit/>
                    </a:bodyPr>
                    <a:lstStyle/>
                    <a:p>
                      <a:pPr algn="l"/>
                      <a:r>
                        <a:rPr sz="1650" b="1">
                          <a:solidFill>
                            <a:srgbClr val="172943"/>
                          </a:solidFill>
                          <a:latin typeface="Noto Sans JP"/>
                          <a:ea typeface="Noto Sans JP"/>
                          <a:cs typeface="Noto Sans JP"/>
                        </a:rPr>
                        <a:t>エキサイトニュース</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none" lIns="152400" tIns="76200" rIns="152400" bIns="76200">
                      <a:noAutofit/>
                    </a:bodyPr>
                    <a:lstStyle/>
                    <a:p>
                      <a:pPr algn="ctr"/>
                      <a:r>
                        <a:rPr sz="1650" b="0">
                          <a:solidFill>
                            <a:srgbClr val="172943"/>
                          </a:solidFill>
                          <a:latin typeface="Noto Sans JP"/>
                          <a:ea typeface="Noto Sans JP"/>
                          <a:cs typeface="Noto Sans JP"/>
                        </a:rPr>
                        <a:t>8,928</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none" lIns="152400" tIns="76200" rIns="152400" bIns="76200">
                      <a:noAutofit/>
                    </a:bodyPr>
                    <a:lstStyle/>
                    <a:p>
                      <a:pPr algn="ctr"/>
                      <a:r>
                        <a:rPr sz="1650" b="0">
                          <a:solidFill>
                            <a:srgbClr val="172943"/>
                          </a:solidFill>
                          <a:latin typeface="Noto Sans JP"/>
                          <a:ea typeface="Noto Sans JP"/>
                          <a:cs typeface="Noto Sans JP"/>
                        </a:rPr>
                        <a:t>160,700</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600075">
                <a:tc>
                  <a:txBody>
                    <a:bodyPr wrap="none" lIns="152400" tIns="76200" rIns="152400" bIns="76200">
                      <a:noAutofit/>
                    </a:bodyPr>
                    <a:lstStyle/>
                    <a:p>
                      <a:pPr algn="l"/>
                      <a:r>
                        <a:rPr sz="1650" b="1">
                          <a:solidFill>
                            <a:srgbClr val="172943"/>
                          </a:solidFill>
                          <a:latin typeface="Noto Sans JP"/>
                          <a:ea typeface="Noto Sans JP"/>
                          <a:cs typeface="Noto Sans JP"/>
                        </a:rPr>
                        <a:t>ニコニコニュース</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6F5F1"/>
                    </a:solidFill>
                  </a:tcPr>
                </a:tc>
                <a:tc>
                  <a:txBody>
                    <a:bodyPr wrap="none" lIns="152400" tIns="76200" rIns="152400" bIns="76200">
                      <a:noAutofit/>
                    </a:bodyPr>
                    <a:lstStyle/>
                    <a:p>
                      <a:pPr algn="ctr"/>
                      <a:r>
                        <a:rPr sz="1650" b="0">
                          <a:solidFill>
                            <a:srgbClr val="172943"/>
                          </a:solidFill>
                          <a:latin typeface="Noto Sans JP"/>
                          <a:ea typeface="Noto Sans JP"/>
                          <a:cs typeface="Noto Sans JP"/>
                        </a:rPr>
                        <a:t>5,734</a:t>
                      </a:r>
                    </a:p>
                  </a:txBody>
                  <a:tcPr marL="91440" marR="91440" marT="45720" marB="45720" anchor="ctr">
                    <a:lnR w="9525">
                      <a:solidFill>
                        <a:srgbClr val="D8DDE5"/>
                      </a:solidFill>
                      <a:prstDash val="solid"/>
                    </a:lnR>
                    <a:lnB w="9525">
                      <a:solidFill>
                        <a:srgbClr val="D8DDE5"/>
                      </a:solidFill>
                      <a:prstDash val="solid"/>
                    </a:lnB>
                    <a:solidFill>
                      <a:srgbClr val="F6F5F1"/>
                    </a:solidFill>
                  </a:tcPr>
                </a:tc>
                <a:tc>
                  <a:txBody>
                    <a:bodyPr wrap="none" lIns="152400" tIns="76200" rIns="152400" bIns="76200">
                      <a:noAutofit/>
                    </a:bodyPr>
                    <a:lstStyle/>
                    <a:p>
                      <a:pPr algn="ctr"/>
                      <a:r>
                        <a:rPr sz="1650" b="0">
                          <a:solidFill>
                            <a:srgbClr val="172943"/>
                          </a:solidFill>
                          <a:latin typeface="Noto Sans JP"/>
                          <a:ea typeface="Noto Sans JP"/>
                          <a:cs typeface="Noto Sans JP"/>
                        </a:rPr>
                        <a:t>103,200</a:t>
                      </a:r>
                    </a:p>
                  </a:txBody>
                  <a:tcPr marL="91440" marR="91440" marT="45720" marB="45720" anchor="ctr">
                    <a:lnR w="9525">
                      <a:solidFill>
                        <a:srgbClr val="D8DDE5"/>
                      </a:solidFill>
                      <a:prstDash val="solid"/>
                    </a:lnR>
                    <a:lnB w="9525">
                      <a:solidFill>
                        <a:srgbClr val="D8DDE5"/>
                      </a:solidFill>
                      <a:prstDash val="solid"/>
                    </a:lnB>
                    <a:solidFill>
                      <a:srgbClr val="F6F5F1"/>
                    </a:solidFill>
                  </a:tcPr>
                </a:tc>
              </a:tr>
              <a:tr h="600075">
                <a:tc>
                  <a:txBody>
                    <a:bodyPr wrap="none" lIns="152400" tIns="76200" rIns="152400" bIns="76200">
                      <a:noAutofit/>
                    </a:bodyPr>
                    <a:lstStyle/>
                    <a:p>
                      <a:pPr algn="l"/>
                      <a:r>
                        <a:rPr sz="1650" b="1">
                          <a:solidFill>
                            <a:srgbClr val="172943"/>
                          </a:solidFill>
                          <a:latin typeface="Noto Sans JP"/>
                          <a:ea typeface="Noto Sans JP"/>
                          <a:cs typeface="Noto Sans JP"/>
                        </a:rPr>
                        <a:t>楽天Infoseekニュース</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FFFFF"/>
                    </a:solidFill>
                  </a:tcPr>
                </a:tc>
                <a:tc>
                  <a:txBody>
                    <a:bodyPr wrap="none" lIns="152400" tIns="76200" rIns="152400" bIns="76200">
                      <a:noAutofit/>
                    </a:bodyPr>
                    <a:lstStyle/>
                    <a:p>
                      <a:pPr algn="ctr"/>
                      <a:r>
                        <a:rPr sz="1650" b="0">
                          <a:solidFill>
                            <a:srgbClr val="172943"/>
                          </a:solidFill>
                          <a:latin typeface="Noto Sans JP"/>
                          <a:ea typeface="Noto Sans JP"/>
                          <a:cs typeface="Noto Sans JP"/>
                        </a:rPr>
                        <a:t>9,123</a:t>
                      </a:r>
                    </a:p>
                  </a:txBody>
                  <a:tcPr marL="91440" marR="91440" marT="45720" marB="45720" anchor="ctr">
                    <a:lnR w="9525">
                      <a:solidFill>
                        <a:srgbClr val="D8DDE5"/>
                      </a:solidFill>
                      <a:prstDash val="solid"/>
                    </a:lnR>
                    <a:lnB w="9525">
                      <a:solidFill>
                        <a:srgbClr val="D8DDE5"/>
                      </a:solidFill>
                      <a:prstDash val="solid"/>
                    </a:lnB>
                    <a:solidFill>
                      <a:srgbClr val="FFFFFF"/>
                    </a:solidFill>
                  </a:tcPr>
                </a:tc>
                <a:tc>
                  <a:txBody>
                    <a:bodyPr wrap="none" lIns="152400" tIns="76200" rIns="152400" bIns="76200">
                      <a:noAutofit/>
                    </a:bodyPr>
                    <a:lstStyle/>
                    <a:p>
                      <a:pPr algn="ctr"/>
                      <a:r>
                        <a:rPr sz="1650" b="0">
                          <a:solidFill>
                            <a:srgbClr val="172943"/>
                          </a:solidFill>
                          <a:latin typeface="Noto Sans JP"/>
                          <a:ea typeface="Noto Sans JP"/>
                          <a:cs typeface="Noto Sans JP"/>
                        </a:rPr>
                        <a:t>259,900</a:t>
                      </a:r>
                    </a:p>
                  </a:txBody>
                  <a:tcPr marL="91440" marR="91440" marT="45720" marB="45720" anchor="ctr">
                    <a:lnR w="9525">
                      <a:solidFill>
                        <a:srgbClr val="D8DDE5"/>
                      </a:solidFill>
                      <a:prstDash val="solid"/>
                    </a:lnR>
                    <a:lnB w="9525">
                      <a:solidFill>
                        <a:srgbClr val="D8DDE5"/>
                      </a:solidFill>
                      <a:prstDash val="solid"/>
                    </a:lnB>
                    <a:solidFill>
                      <a:srgbClr val="FFFFFF"/>
                    </a:solidFill>
                  </a:tcPr>
                </a:tc>
              </a:tr>
              <a:tr h="666750">
                <a:tc>
                  <a:txBody>
                    <a:bodyPr wrap="none" lIns="152400" tIns="76200" rIns="152400" bIns="76200">
                      <a:noAutofit/>
                    </a:bodyPr>
                    <a:lstStyle/>
                    <a:p>
                      <a:pPr algn="l"/>
                      <a:r>
                        <a:rPr sz="1875" b="1">
                          <a:solidFill>
                            <a:srgbClr val="172943"/>
                          </a:solidFill>
                          <a:latin typeface="Noto Sans JP"/>
                          <a:ea typeface="Noto Sans JP"/>
                          <a:cs typeface="Noto Sans JP"/>
                        </a:rPr>
                        <a:t>3媒体の参考合計</a:t>
                      </a:r>
                    </a:p>
                  </a:txBody>
                  <a:tcPr marL="91440" marR="91440" marT="45720" marB="45720" anchor="ctr">
                    <a:lnL w="9525">
                      <a:solidFill>
                        <a:srgbClr val="D8DDE5"/>
                      </a:solidFill>
                      <a:prstDash val="solid"/>
                    </a:lnL>
                    <a:lnR w="9525">
                      <a:solidFill>
                        <a:srgbClr val="D8DDE5"/>
                      </a:solidFill>
                      <a:prstDash val="solid"/>
                    </a:lnR>
                    <a:lnB w="9525">
                      <a:solidFill>
                        <a:srgbClr val="D8DDE5"/>
                      </a:solidFill>
                      <a:prstDash val="solid"/>
                    </a:lnB>
                    <a:solidFill>
                      <a:srgbClr val="F2EEE3"/>
                    </a:solidFill>
                  </a:tcPr>
                </a:tc>
                <a:tc>
                  <a:txBody>
                    <a:bodyPr wrap="none" lIns="152400" tIns="76200" rIns="152400" bIns="76200">
                      <a:noAutofit/>
                    </a:bodyPr>
                    <a:lstStyle/>
                    <a:p>
                      <a:pPr algn="ctr"/>
                      <a:r>
                        <a:rPr sz="1875" b="1">
                          <a:solidFill>
                            <a:srgbClr val="172943"/>
                          </a:solidFill>
                          <a:latin typeface="Noto Sans JP"/>
                          <a:ea typeface="Noto Sans JP"/>
                          <a:cs typeface="Noto Sans JP"/>
                        </a:rPr>
                        <a:t>23,785</a:t>
                      </a:r>
                    </a:p>
                  </a:txBody>
                  <a:tcPr marL="91440" marR="91440" marT="45720" marB="45720" anchor="ctr">
                    <a:lnR w="9525">
                      <a:solidFill>
                        <a:srgbClr val="D8DDE5"/>
                      </a:solidFill>
                      <a:prstDash val="solid"/>
                    </a:lnR>
                    <a:lnB w="9525">
                      <a:solidFill>
                        <a:srgbClr val="D8DDE5"/>
                      </a:solidFill>
                      <a:prstDash val="solid"/>
                    </a:lnB>
                    <a:solidFill>
                      <a:srgbClr val="F2EEE3"/>
                    </a:solidFill>
                  </a:tcPr>
                </a:tc>
                <a:tc>
                  <a:txBody>
                    <a:bodyPr wrap="none" lIns="152400" tIns="76200" rIns="152400" bIns="76200">
                      <a:noAutofit/>
                    </a:bodyPr>
                    <a:lstStyle/>
                    <a:p>
                      <a:pPr algn="ctr"/>
                      <a:r>
                        <a:rPr sz="1875" b="1">
                          <a:solidFill>
                            <a:srgbClr val="C33830"/>
                          </a:solidFill>
                          <a:latin typeface="Noto Sans JP"/>
                          <a:ea typeface="Noto Sans JP"/>
                          <a:cs typeface="Noto Sans JP"/>
                        </a:rPr>
                        <a:t>523,800</a:t>
                      </a:r>
                    </a:p>
                  </a:txBody>
                  <a:tcPr marL="91440" marR="91440" marT="45720" marB="45720" anchor="ctr">
                    <a:lnR w="9525">
                      <a:solidFill>
                        <a:srgbClr val="D8DDE5"/>
                      </a:solidFill>
                      <a:prstDash val="solid"/>
                    </a:lnR>
                    <a:lnB w="9525">
                      <a:solidFill>
                        <a:srgbClr val="D8DDE5"/>
                      </a:solidFill>
                      <a:prstDash val="solid"/>
                    </a:lnB>
                    <a:solidFill>
                      <a:srgbClr val="F2EEE3"/>
                    </a:solidFill>
                  </a:tcPr>
                </a:tc>
              </a:tr>
            </a:tbl>
          </a:graphicData>
        </a:graphic>
      </p:graphicFrame>
      <p:sp>
        <p:nvSpPr>
          <p:cNvPr id="8" name="years">
            <a:extLst xmlns:a="http://schemas.openxmlformats.org/drawingml/2006/main">
              <a:ext uri="{FF2B5EF4-FFF2-40B4-BE49-F238E27FC236}">
                <a16:creationId xmlns:a16="http://schemas.microsoft.com/office/drawing/2014/main" id="{9E710399-8818-4A9E-9809-ACED399ED791}"/>
              </a:ext>
            </a:extLst>
          </p:cNvPr>
          <p:cNvSpPr>
            <a:spLocks xmlns:a="http://schemas.openxmlformats.org/drawingml/2006/main" noGrp="1"/>
          </p:cNvSpPr>
          <p:nvPr/>
        </p:nvSpPr>
        <p:spPr>
          <a:xfrm xmlns:a="http://schemas.openxmlformats.org/drawingml/2006/main">
            <a:off x="609600" y="53816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526078"/>
                </a:solidFill>
                <a:latin typeface="Noto Sans JP"/>
                <a:ea typeface="Noto Sans JP"/>
                <a:cs typeface="Noto Sans JP"/>
              </a:defRPr>
            </a:defPPr>
            <a:lvl1pPr algn="l">
              <a:defRPr sz="1500" b="0">
                <a:solidFill>
                  <a:srgbClr val="526078"/>
                </a:solidFill>
                <a:latin typeface="Noto Sans JP"/>
                <a:ea typeface="Noto Sans JP"/>
                <a:cs typeface="Noto Sans JP"/>
              </a:defRPr>
            </a:lvl1pPr>
            <a:lvl2pPr algn="l">
              <a:defRPr sz="1500" b="0">
                <a:solidFill>
                  <a:srgbClr val="526078"/>
                </a:solidFill>
                <a:latin typeface="Noto Sans JP"/>
                <a:ea typeface="Noto Sans JP"/>
                <a:cs typeface="Noto Sans JP"/>
              </a:defRPr>
            </a:lvl2pPr>
            <a:lvl3pPr algn="l">
              <a:defRPr sz="1500" b="0">
                <a:solidFill>
                  <a:srgbClr val="526078"/>
                </a:solidFill>
                <a:latin typeface="Noto Sans JP"/>
                <a:ea typeface="Noto Sans JP"/>
                <a:cs typeface="Noto Sans JP"/>
              </a:defRPr>
            </a:lvl3pPr>
            <a:lvl4pPr algn="l">
              <a:defRPr sz="1500" b="0">
                <a:solidFill>
                  <a:srgbClr val="526078"/>
                </a:solidFill>
                <a:latin typeface="Noto Sans JP"/>
                <a:ea typeface="Noto Sans JP"/>
                <a:cs typeface="Noto Sans JP"/>
              </a:defRPr>
            </a:lvl4pPr>
            <a:lvl5pPr algn="l">
              <a:defRPr sz="1500" b="0">
                <a:solidFill>
                  <a:srgbClr val="526078"/>
                </a:solidFill>
                <a:latin typeface="Noto Sans JP"/>
                <a:ea typeface="Noto Sans JP"/>
                <a:cs typeface="Noto Sans JP"/>
              </a:defRPr>
            </a:lvl5pPr>
            <a:lvl6pPr algn="l">
              <a:defRPr sz="1500" b="0">
                <a:solidFill>
                  <a:srgbClr val="526078"/>
                </a:solidFill>
                <a:latin typeface="Noto Sans JP"/>
                <a:ea typeface="Noto Sans JP"/>
                <a:cs typeface="Noto Sans JP"/>
              </a:defRPr>
            </a:lvl6pPr>
            <a:lvl7pPr algn="l">
              <a:defRPr sz="1500" b="0">
                <a:solidFill>
                  <a:srgbClr val="526078"/>
                </a:solidFill>
                <a:latin typeface="Noto Sans JP"/>
                <a:ea typeface="Noto Sans JP"/>
                <a:cs typeface="Noto Sans JP"/>
              </a:defRPr>
            </a:lvl7pPr>
            <a:lvl8pPr algn="l">
              <a:defRPr sz="1500" b="0">
                <a:solidFill>
                  <a:srgbClr val="526078"/>
                </a:solidFill>
                <a:latin typeface="Noto Sans JP"/>
                <a:ea typeface="Noto Sans JP"/>
                <a:cs typeface="Noto Sans JP"/>
              </a:defRPr>
            </a:lvl8pPr>
            <a:lvl9pPr algn="l">
              <a:defRPr sz="1500" b="0">
                <a:solidFill>
                  <a:srgbClr val="526078"/>
                </a:solidFill>
                <a:latin typeface="Noto Sans JP"/>
                <a:ea typeface="Noto Sans JP"/>
                <a:cs typeface="Noto Sans JP"/>
              </a:defRPr>
            </a:lvl9pPr>
          </a:lstStyle>
          <a:p xmlns:a="http://schemas.openxmlformats.org/drawingml/2006/main">
            <a:pPr algn="l">
              <a:defRPr sz="1500" b="0">
                <a:solidFill>
                  <a:srgbClr val="526078"/>
                </a:solidFill>
                <a:latin typeface="Noto Sans JP"/>
                <a:ea typeface="Noto Sans JP"/>
                <a:cs typeface="Noto Sans JP"/>
              </a:defRPr>
            </a:pPr>
            <a:r>
              <a:rPr sz="1500" b="0">
                <a:solidFill>
                  <a:srgbClr val="526078"/>
                </a:solidFill>
                <a:latin typeface="Noto Sans JP"/>
                <a:ea typeface="Noto Sans JP"/>
                <a:cs typeface="Noto Sans JP"/>
              </a:rPr>
              <a:t>原文転載：2022年の同一リリース ／ ニュース：2017年・2025年の別記事</a:t>
            </a:r>
          </a:p>
        </p:txBody>
      </p:sp>
      <p:sp>
        <p:nvSpPr>
          <p:cNvPr id="9" name="note">
            <a:extLst xmlns:a="http://schemas.openxmlformats.org/drawingml/2006/main">
              <a:ext uri="{FF2B5EF4-FFF2-40B4-BE49-F238E27FC236}">
                <a16:creationId xmlns:a16="http://schemas.microsoft.com/office/drawing/2014/main" id="{94F6B15D-F311-424D-9976-976A78B8837E}"/>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63" b="0">
                <a:solidFill>
                  <a:srgbClr val="526078"/>
                </a:solidFill>
                <a:latin typeface="Noto Sans JP"/>
                <a:ea typeface="Noto Sans JP"/>
                <a:cs typeface="Noto Sans JP"/>
              </a:defRPr>
            </a:defPPr>
            <a:lvl1pPr algn="l">
              <a:defRPr sz="1163" b="0">
                <a:solidFill>
                  <a:srgbClr val="526078"/>
                </a:solidFill>
                <a:latin typeface="Noto Sans JP"/>
                <a:ea typeface="Noto Sans JP"/>
                <a:cs typeface="Noto Sans JP"/>
              </a:defRPr>
            </a:lvl1pPr>
            <a:lvl2pPr algn="l">
              <a:defRPr sz="1163" b="0">
                <a:solidFill>
                  <a:srgbClr val="526078"/>
                </a:solidFill>
                <a:latin typeface="Noto Sans JP"/>
                <a:ea typeface="Noto Sans JP"/>
                <a:cs typeface="Noto Sans JP"/>
              </a:defRPr>
            </a:lvl2pPr>
            <a:lvl3pPr algn="l">
              <a:defRPr sz="1163" b="0">
                <a:solidFill>
                  <a:srgbClr val="526078"/>
                </a:solidFill>
                <a:latin typeface="Noto Sans JP"/>
                <a:ea typeface="Noto Sans JP"/>
                <a:cs typeface="Noto Sans JP"/>
              </a:defRPr>
            </a:lvl3pPr>
            <a:lvl4pPr algn="l">
              <a:defRPr sz="1163" b="0">
                <a:solidFill>
                  <a:srgbClr val="526078"/>
                </a:solidFill>
                <a:latin typeface="Noto Sans JP"/>
                <a:ea typeface="Noto Sans JP"/>
                <a:cs typeface="Noto Sans JP"/>
              </a:defRPr>
            </a:lvl4pPr>
            <a:lvl5pPr algn="l">
              <a:defRPr sz="1163" b="0">
                <a:solidFill>
                  <a:srgbClr val="526078"/>
                </a:solidFill>
                <a:latin typeface="Noto Sans JP"/>
                <a:ea typeface="Noto Sans JP"/>
                <a:cs typeface="Noto Sans JP"/>
              </a:defRPr>
            </a:lvl5pPr>
            <a:lvl6pPr algn="l">
              <a:defRPr sz="1163" b="0">
                <a:solidFill>
                  <a:srgbClr val="526078"/>
                </a:solidFill>
                <a:latin typeface="Noto Sans JP"/>
                <a:ea typeface="Noto Sans JP"/>
                <a:cs typeface="Noto Sans JP"/>
              </a:defRPr>
            </a:lvl6pPr>
            <a:lvl7pPr algn="l">
              <a:defRPr sz="1163" b="0">
                <a:solidFill>
                  <a:srgbClr val="526078"/>
                </a:solidFill>
                <a:latin typeface="Noto Sans JP"/>
                <a:ea typeface="Noto Sans JP"/>
                <a:cs typeface="Noto Sans JP"/>
              </a:defRPr>
            </a:lvl7pPr>
            <a:lvl8pPr algn="l">
              <a:defRPr sz="1163" b="0">
                <a:solidFill>
                  <a:srgbClr val="526078"/>
                </a:solidFill>
                <a:latin typeface="Noto Sans JP"/>
                <a:ea typeface="Noto Sans JP"/>
                <a:cs typeface="Noto Sans JP"/>
              </a:defRPr>
            </a:lvl8pPr>
            <a:lvl9pPr algn="l">
              <a:defRPr sz="1163" b="0">
                <a:solidFill>
                  <a:srgbClr val="526078"/>
                </a:solidFill>
                <a:latin typeface="Noto Sans JP"/>
                <a:ea typeface="Noto Sans JP"/>
                <a:cs typeface="Noto Sans JP"/>
              </a:defRPr>
            </a:lvl9pPr>
          </a:lstStyle>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出典：順天堂公開報告（2022年）、PR TIMES公式資料（2017年）、大阪府報告書（2025年）。</a:t>
            </a:r>
          </a:p>
          <a:p xmlns:a="http://schemas.openxmlformats.org/drawingml/2006/main">
            <a:pPr algn="l">
              <a:defRPr sz="1163" b="0">
                <a:solidFill>
                  <a:srgbClr val="526078"/>
                </a:solidFill>
                <a:latin typeface="Noto Sans JP"/>
                <a:ea typeface="Noto Sans JP"/>
                <a:cs typeface="Noto Sans JP"/>
              </a:defRPr>
            </a:pPr>
            <a:r>
              <a:rPr sz="1163" b="0">
                <a:solidFill>
                  <a:srgbClr val="526078"/>
                </a:solidFill>
                <a:latin typeface="Noto Sans JP"/>
                <a:ea typeface="Noto Sans JP"/>
                <a:cs typeface="Noto Sans JP"/>
              </a:rPr>
              <a:t>異なる時点・記事の参考値で、現行の同条件比較・実測・保証額ではありません。税区分未統一。</a:t>
            </a:r>
          </a:p>
        </p:txBody>
      </p:sp>
    </p:spTree>
    <p:extLst>
      <p:ext uri="{BB962C8B-B14F-4D97-AF65-F5344CB8AC3E}">
        <p14:creationId xmlns:p14="http://schemas.microsoft.com/office/powerpoint/2010/main" val="1948783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49</ap:Slides>
  <ap:Notes>43</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2026-10-16T07:28:34.3520000Z</dcterms:created>
  <dcterms:modified xsi:type="dcterms:W3CDTF">2026-10-16T07:28:34.3520000Z</dcterms:modified>
</coreProperties>
</file>